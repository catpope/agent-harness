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Noto Sans Kr" charset="1" panose="020B0200000000000000"/>
      <p:regular r:id="rId19"/>
    </p:embeddedFont>
    <p:embeddedFont>
      <p:font typeface="Poppins Bold Italics" charset="1" panose="00000800000000000000"/>
      <p:regular r:id="rId20"/>
    </p:embeddedFont>
    <p:embeddedFont>
      <p:font typeface="Tlab 레트로라이프" charset="1" panose="02000600000000000000"/>
      <p:regular r:id="rId21"/>
    </p:embeddedFont>
    <p:embeddedFont>
      <p:font typeface="Poppins Bold" charset="1" panose="00000800000000000000"/>
      <p:regular r:id="rId22"/>
    </p:embeddedFont>
    <p:embeddedFont>
      <p:font typeface="Noto Sans Kr Bold" charset="1" panose="020B0200000000000000"/>
      <p:regular r:id="rId23"/>
    </p:embeddedFont>
    <p:embeddedFont>
      <p:font typeface="Tlab 레트로라이프 Bold" charset="1" panose="02000800000000000000"/>
      <p:regular r:id="rId24"/>
    </p:embeddedFont>
    <p:embeddedFont>
      <p:font typeface="Black Mango" charset="1" panose="02020A03060303060403"/>
      <p:regular r:id="rId25"/>
    </p:embeddedFont>
    <p:embeddedFont>
      <p:font typeface="Poppins" charset="1" panose="00000500000000000000"/>
      <p:regular r:id="rId26"/>
    </p:embeddedFont>
    <p:embeddedFont>
      <p:font typeface="Poppins Italics" charset="1" panose="000005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39.png" Type="http://schemas.openxmlformats.org/officeDocument/2006/relationships/image"/><Relationship Id="rId8" Target="../media/image4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jpeg" Type="http://schemas.openxmlformats.org/officeDocument/2006/relationships/image"/><Relationship Id="rId3" Target="../media/image42.jpeg" Type="http://schemas.openxmlformats.org/officeDocument/2006/relationships/image"/><Relationship Id="rId4" Target="../media/image43.jpeg" Type="http://schemas.openxmlformats.org/officeDocument/2006/relationships/image"/><Relationship Id="rId5" Target="../media/image4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Freeform 17" id="17"/>
          <p:cNvSpPr/>
          <p:nvPr/>
        </p:nvSpPr>
        <p:spPr>
          <a:xfrm flipH="false" flipV="false" rot="0">
            <a:off x="1429723" y="1154067"/>
            <a:ext cx="427621" cy="410517"/>
          </a:xfrm>
          <a:custGeom>
            <a:avLst/>
            <a:gdLst/>
            <a:ahLst/>
            <a:cxnLst/>
            <a:rect r="r" b="b" t="t" l="l"/>
            <a:pathLst>
              <a:path h="410517" w="427621">
                <a:moveTo>
                  <a:pt x="0" y="0"/>
                </a:moveTo>
                <a:lnTo>
                  <a:pt x="427621" y="0"/>
                </a:lnTo>
                <a:lnTo>
                  <a:pt x="427621" y="410517"/>
                </a:lnTo>
                <a:lnTo>
                  <a:pt x="0" y="4105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4975060" y="5667169"/>
            <a:ext cx="8337880" cy="1229970"/>
          </a:xfrm>
          <a:prstGeom prst="rect">
            <a:avLst/>
          </a:prstGeom>
        </p:spPr>
        <p:txBody>
          <a:bodyPr anchor="t" rtlCol="false" tIns="0" lIns="0" bIns="0" rIns="0">
            <a:spAutoFit/>
          </a:bodyPr>
          <a:lstStyle/>
          <a:p>
            <a:pPr algn="ctr">
              <a:lnSpc>
                <a:spcPts val="9533"/>
              </a:lnSpc>
            </a:pPr>
            <a:r>
              <a:rPr lang="en-US" b="true" sz="6809" i="true">
                <a:solidFill>
                  <a:srgbClr val="A6A6A6"/>
                </a:solidFill>
                <a:latin typeface="Poppins Bold Italics"/>
                <a:ea typeface="Poppins Bold Italics"/>
                <a:cs typeface="Poppins Bold Italics"/>
                <a:sym typeface="Poppins Bold Italics"/>
              </a:rPr>
              <a:t>Project Proposal</a:t>
            </a:r>
          </a:p>
        </p:txBody>
      </p:sp>
      <p:sp>
        <p:nvSpPr>
          <p:cNvPr name="TextBox 19" id="19"/>
          <p:cNvSpPr txBox="true"/>
          <p:nvPr/>
        </p:nvSpPr>
        <p:spPr>
          <a:xfrm rot="0">
            <a:off x="3778127" y="4019792"/>
            <a:ext cx="10731747" cy="1756860"/>
          </a:xfrm>
          <a:prstGeom prst="rect">
            <a:avLst/>
          </a:prstGeom>
        </p:spPr>
        <p:txBody>
          <a:bodyPr anchor="t" rtlCol="false" tIns="0" lIns="0" bIns="0" rIns="0">
            <a:spAutoFit/>
          </a:bodyPr>
          <a:lstStyle/>
          <a:p>
            <a:pPr algn="ctr">
              <a:lnSpc>
                <a:spcPts val="14465"/>
              </a:lnSpc>
            </a:pPr>
            <a:r>
              <a:rPr lang="en-US" sz="10332">
                <a:solidFill>
                  <a:srgbClr val="3E4047"/>
                </a:solidFill>
                <a:latin typeface="Tlab 레트로라이프"/>
                <a:ea typeface="Tlab 레트로라이프"/>
                <a:cs typeface="Tlab 레트로라이프"/>
                <a:sym typeface="Tlab 레트로라이프"/>
              </a:rPr>
              <a:t>프로젝트 제안서</a:t>
            </a:r>
          </a:p>
        </p:txBody>
      </p:sp>
      <p:sp>
        <p:nvSpPr>
          <p:cNvPr name="TextBox 20" id="20"/>
          <p:cNvSpPr txBox="true"/>
          <p:nvPr/>
        </p:nvSpPr>
        <p:spPr>
          <a:xfrm rot="0">
            <a:off x="1964362" y="1098379"/>
            <a:ext cx="3276856" cy="442903"/>
          </a:xfrm>
          <a:prstGeom prst="rect">
            <a:avLst/>
          </a:prstGeom>
        </p:spPr>
        <p:txBody>
          <a:bodyPr anchor="t" rtlCol="false" tIns="0" lIns="0" bIns="0" rIns="0">
            <a:spAutoFit/>
          </a:bodyPr>
          <a:lstStyle/>
          <a:p>
            <a:pPr algn="l">
              <a:lnSpc>
                <a:spcPts val="3413"/>
              </a:lnSpc>
            </a:pPr>
            <a:r>
              <a:rPr lang="en-US" sz="2437" b="true">
                <a:solidFill>
                  <a:srgbClr val="231F20"/>
                </a:solidFill>
                <a:latin typeface="Poppins Bold"/>
                <a:ea typeface="Poppins Bold"/>
                <a:cs typeface="Poppins Bold"/>
                <a:sym typeface="Poppins Bold"/>
              </a:rPr>
              <a:t>SALFO</a:t>
            </a:r>
            <a:r>
              <a:rPr lang="en-US" b="true" sz="2437">
                <a:solidFill>
                  <a:srgbClr val="231F20"/>
                </a:solidFill>
                <a:latin typeface="Poppins Bold"/>
                <a:ea typeface="Poppins Bold"/>
                <a:cs typeface="Poppins Bold"/>
                <a:sym typeface="Poppins Bold"/>
              </a:rPr>
              <a:t>RD &amp; CO.</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TextBox 17" id="17"/>
          <p:cNvSpPr txBox="true"/>
          <p:nvPr/>
        </p:nvSpPr>
        <p:spPr>
          <a:xfrm rot="0">
            <a:off x="6813567" y="1337032"/>
            <a:ext cx="4660865" cy="901700"/>
          </a:xfrm>
          <a:prstGeom prst="rect">
            <a:avLst/>
          </a:prstGeom>
        </p:spPr>
        <p:txBody>
          <a:bodyPr anchor="t" rtlCol="false" tIns="0" lIns="0" bIns="0" rIns="0">
            <a:spAutoFit/>
          </a:bodyPr>
          <a:lstStyle/>
          <a:p>
            <a:pPr algn="ctr">
              <a:lnSpc>
                <a:spcPts val="7000"/>
              </a:lnSpc>
            </a:pPr>
            <a:r>
              <a:rPr lang="en-US" b="true" sz="5000" spc="-340">
                <a:solidFill>
                  <a:srgbClr val="3E4047"/>
                </a:solidFill>
                <a:latin typeface="Poppins Bold"/>
                <a:ea typeface="Poppins Bold"/>
                <a:cs typeface="Poppins Bold"/>
                <a:sym typeface="Poppins Bold"/>
              </a:rPr>
              <a:t>CONTENTS</a:t>
            </a:r>
          </a:p>
        </p:txBody>
      </p:sp>
      <p:sp>
        <p:nvSpPr>
          <p:cNvPr name="TextBox 18" id="18"/>
          <p:cNvSpPr txBox="true"/>
          <p:nvPr/>
        </p:nvSpPr>
        <p:spPr>
          <a:xfrm rot="0">
            <a:off x="3857484" y="3932695"/>
            <a:ext cx="736204" cy="481330"/>
          </a:xfrm>
          <a:prstGeom prst="rect">
            <a:avLst/>
          </a:prstGeom>
        </p:spPr>
        <p:txBody>
          <a:bodyPr anchor="t" rtlCol="false" tIns="0" lIns="0" bIns="0" rIns="0">
            <a:spAutoFit/>
          </a:bodyPr>
          <a:lstStyle/>
          <a:p>
            <a:pPr algn="l">
              <a:lnSpc>
                <a:spcPts val="3919"/>
              </a:lnSpc>
            </a:pPr>
            <a:r>
              <a:rPr lang="en-US" sz="2799">
                <a:solidFill>
                  <a:srgbClr val="9F9F9F"/>
                </a:solidFill>
                <a:latin typeface="Tlab 레트로라이프"/>
                <a:ea typeface="Tlab 레트로라이프"/>
                <a:cs typeface="Tlab 레트로라이프"/>
                <a:sym typeface="Tlab 레트로라이프"/>
              </a:rPr>
              <a:t>01</a:t>
            </a:r>
          </a:p>
        </p:txBody>
      </p:sp>
      <p:sp>
        <p:nvSpPr>
          <p:cNvPr name="TextBox 19" id="19"/>
          <p:cNvSpPr txBox="true"/>
          <p:nvPr/>
        </p:nvSpPr>
        <p:spPr>
          <a:xfrm rot="0">
            <a:off x="4593688" y="3942220"/>
            <a:ext cx="3404991" cy="471805"/>
          </a:xfrm>
          <a:prstGeom prst="rect">
            <a:avLst/>
          </a:prstGeom>
        </p:spPr>
        <p:txBody>
          <a:bodyPr anchor="t" rtlCol="false" tIns="0" lIns="0" bIns="0" rIns="0">
            <a:spAutoFit/>
          </a:bodyPr>
          <a:lstStyle/>
          <a:p>
            <a:pPr algn="l">
              <a:lnSpc>
                <a:spcPts val="3919"/>
              </a:lnSpc>
            </a:pPr>
            <a:r>
              <a:rPr lang="en-US" sz="2799" b="true">
                <a:solidFill>
                  <a:srgbClr val="3E4047"/>
                </a:solidFill>
                <a:latin typeface="Noto Sans Kr Bold"/>
                <a:ea typeface="Noto Sans Kr Bold"/>
                <a:cs typeface="Noto Sans Kr Bold"/>
                <a:sym typeface="Noto Sans Kr Bold"/>
              </a:rPr>
              <a:t>프로젝트 소개</a:t>
            </a:r>
          </a:p>
        </p:txBody>
      </p:sp>
      <p:sp>
        <p:nvSpPr>
          <p:cNvPr name="TextBox 20" id="20"/>
          <p:cNvSpPr txBox="true"/>
          <p:nvPr/>
        </p:nvSpPr>
        <p:spPr>
          <a:xfrm rot="0">
            <a:off x="3857484" y="4864028"/>
            <a:ext cx="736204" cy="481330"/>
          </a:xfrm>
          <a:prstGeom prst="rect">
            <a:avLst/>
          </a:prstGeom>
        </p:spPr>
        <p:txBody>
          <a:bodyPr anchor="t" rtlCol="false" tIns="0" lIns="0" bIns="0" rIns="0">
            <a:spAutoFit/>
          </a:bodyPr>
          <a:lstStyle/>
          <a:p>
            <a:pPr algn="l">
              <a:lnSpc>
                <a:spcPts val="3919"/>
              </a:lnSpc>
            </a:pPr>
            <a:r>
              <a:rPr lang="en-US" sz="2799">
                <a:solidFill>
                  <a:srgbClr val="9F9F9F"/>
                </a:solidFill>
                <a:latin typeface="Tlab 레트로라이프"/>
                <a:ea typeface="Tlab 레트로라이프"/>
                <a:cs typeface="Tlab 레트로라이프"/>
                <a:sym typeface="Tlab 레트로라이프"/>
              </a:rPr>
              <a:t>02</a:t>
            </a:r>
          </a:p>
        </p:txBody>
      </p:sp>
      <p:sp>
        <p:nvSpPr>
          <p:cNvPr name="TextBox 21" id="21"/>
          <p:cNvSpPr txBox="true"/>
          <p:nvPr/>
        </p:nvSpPr>
        <p:spPr>
          <a:xfrm rot="0">
            <a:off x="4593688" y="4873553"/>
            <a:ext cx="3034504" cy="471805"/>
          </a:xfrm>
          <a:prstGeom prst="rect">
            <a:avLst/>
          </a:prstGeom>
        </p:spPr>
        <p:txBody>
          <a:bodyPr anchor="t" rtlCol="false" tIns="0" lIns="0" bIns="0" rIns="0">
            <a:spAutoFit/>
          </a:bodyPr>
          <a:lstStyle/>
          <a:p>
            <a:pPr algn="l">
              <a:lnSpc>
                <a:spcPts val="3919"/>
              </a:lnSpc>
            </a:pPr>
            <a:r>
              <a:rPr lang="en-US" sz="2799" b="true">
                <a:solidFill>
                  <a:srgbClr val="3E4047"/>
                </a:solidFill>
                <a:latin typeface="Noto Sans Kr Bold"/>
                <a:ea typeface="Noto Sans Kr Bold"/>
                <a:cs typeface="Noto Sans Kr Bold"/>
                <a:sym typeface="Noto Sans Kr Bold"/>
              </a:rPr>
              <a:t>문제 인식</a:t>
            </a:r>
          </a:p>
        </p:txBody>
      </p:sp>
      <p:sp>
        <p:nvSpPr>
          <p:cNvPr name="TextBox 22" id="22"/>
          <p:cNvSpPr txBox="true"/>
          <p:nvPr/>
        </p:nvSpPr>
        <p:spPr>
          <a:xfrm rot="0">
            <a:off x="3857484" y="5793060"/>
            <a:ext cx="736204" cy="481330"/>
          </a:xfrm>
          <a:prstGeom prst="rect">
            <a:avLst/>
          </a:prstGeom>
        </p:spPr>
        <p:txBody>
          <a:bodyPr anchor="t" rtlCol="false" tIns="0" lIns="0" bIns="0" rIns="0">
            <a:spAutoFit/>
          </a:bodyPr>
          <a:lstStyle/>
          <a:p>
            <a:pPr algn="l">
              <a:lnSpc>
                <a:spcPts val="3919"/>
              </a:lnSpc>
            </a:pPr>
            <a:r>
              <a:rPr lang="en-US" sz="2799">
                <a:solidFill>
                  <a:srgbClr val="9F9F9F"/>
                </a:solidFill>
                <a:latin typeface="Tlab 레트로라이프"/>
                <a:ea typeface="Tlab 레트로라이프"/>
                <a:cs typeface="Tlab 레트로라이프"/>
                <a:sym typeface="Tlab 레트로라이프"/>
              </a:rPr>
              <a:t>03</a:t>
            </a:r>
          </a:p>
        </p:txBody>
      </p:sp>
      <p:sp>
        <p:nvSpPr>
          <p:cNvPr name="TextBox 23" id="23"/>
          <p:cNvSpPr txBox="true"/>
          <p:nvPr/>
        </p:nvSpPr>
        <p:spPr>
          <a:xfrm rot="0">
            <a:off x="4593688" y="6731617"/>
            <a:ext cx="3404991" cy="471805"/>
          </a:xfrm>
          <a:prstGeom prst="rect">
            <a:avLst/>
          </a:prstGeom>
        </p:spPr>
        <p:txBody>
          <a:bodyPr anchor="t" rtlCol="false" tIns="0" lIns="0" bIns="0" rIns="0">
            <a:spAutoFit/>
          </a:bodyPr>
          <a:lstStyle/>
          <a:p>
            <a:pPr algn="l">
              <a:lnSpc>
                <a:spcPts val="3919"/>
              </a:lnSpc>
            </a:pPr>
            <a:r>
              <a:rPr lang="en-US" sz="2799" b="true">
                <a:solidFill>
                  <a:srgbClr val="3E4047"/>
                </a:solidFill>
                <a:latin typeface="Noto Sans Kr Bold"/>
                <a:ea typeface="Noto Sans Kr Bold"/>
                <a:cs typeface="Noto Sans Kr Bold"/>
                <a:sym typeface="Noto Sans Kr Bold"/>
              </a:rPr>
              <a:t>제안 솔루션</a:t>
            </a:r>
          </a:p>
        </p:txBody>
      </p:sp>
      <p:sp>
        <p:nvSpPr>
          <p:cNvPr name="TextBox 24" id="24"/>
          <p:cNvSpPr txBox="true"/>
          <p:nvPr/>
        </p:nvSpPr>
        <p:spPr>
          <a:xfrm rot="0">
            <a:off x="3857484" y="6724393"/>
            <a:ext cx="736204" cy="481330"/>
          </a:xfrm>
          <a:prstGeom prst="rect">
            <a:avLst/>
          </a:prstGeom>
        </p:spPr>
        <p:txBody>
          <a:bodyPr anchor="t" rtlCol="false" tIns="0" lIns="0" bIns="0" rIns="0">
            <a:spAutoFit/>
          </a:bodyPr>
          <a:lstStyle/>
          <a:p>
            <a:pPr algn="l">
              <a:lnSpc>
                <a:spcPts val="3919"/>
              </a:lnSpc>
            </a:pPr>
            <a:r>
              <a:rPr lang="en-US" sz="2799">
                <a:solidFill>
                  <a:srgbClr val="9F9F9F"/>
                </a:solidFill>
                <a:latin typeface="Tlab 레트로라이프"/>
                <a:ea typeface="Tlab 레트로라이프"/>
                <a:cs typeface="Tlab 레트로라이프"/>
                <a:sym typeface="Tlab 레트로라이프"/>
              </a:rPr>
              <a:t>04</a:t>
            </a:r>
          </a:p>
        </p:txBody>
      </p:sp>
      <p:sp>
        <p:nvSpPr>
          <p:cNvPr name="TextBox 25" id="25"/>
          <p:cNvSpPr txBox="true"/>
          <p:nvPr/>
        </p:nvSpPr>
        <p:spPr>
          <a:xfrm rot="0">
            <a:off x="4593688" y="7662950"/>
            <a:ext cx="3177369" cy="471805"/>
          </a:xfrm>
          <a:prstGeom prst="rect">
            <a:avLst/>
          </a:prstGeom>
        </p:spPr>
        <p:txBody>
          <a:bodyPr anchor="t" rtlCol="false" tIns="0" lIns="0" bIns="0" rIns="0">
            <a:spAutoFit/>
          </a:bodyPr>
          <a:lstStyle/>
          <a:p>
            <a:pPr algn="l">
              <a:lnSpc>
                <a:spcPts val="3919"/>
              </a:lnSpc>
            </a:pPr>
            <a:r>
              <a:rPr lang="en-US" sz="2799" b="true">
                <a:solidFill>
                  <a:srgbClr val="3E4047"/>
                </a:solidFill>
                <a:latin typeface="Noto Sans Kr Bold"/>
                <a:ea typeface="Noto Sans Kr Bold"/>
                <a:cs typeface="Noto Sans Kr Bold"/>
                <a:sym typeface="Noto Sans Kr Bold"/>
              </a:rPr>
              <a:t>프로젝트 계획</a:t>
            </a:r>
          </a:p>
        </p:txBody>
      </p:sp>
      <p:sp>
        <p:nvSpPr>
          <p:cNvPr name="TextBox 26" id="26"/>
          <p:cNvSpPr txBox="true"/>
          <p:nvPr/>
        </p:nvSpPr>
        <p:spPr>
          <a:xfrm rot="0">
            <a:off x="3857484" y="7653425"/>
            <a:ext cx="736204" cy="481330"/>
          </a:xfrm>
          <a:prstGeom prst="rect">
            <a:avLst/>
          </a:prstGeom>
        </p:spPr>
        <p:txBody>
          <a:bodyPr anchor="t" rtlCol="false" tIns="0" lIns="0" bIns="0" rIns="0">
            <a:spAutoFit/>
          </a:bodyPr>
          <a:lstStyle/>
          <a:p>
            <a:pPr algn="l">
              <a:lnSpc>
                <a:spcPts val="3919"/>
              </a:lnSpc>
            </a:pPr>
            <a:r>
              <a:rPr lang="en-US" sz="2799">
                <a:solidFill>
                  <a:srgbClr val="9F9F9F"/>
                </a:solidFill>
                <a:latin typeface="Tlab 레트로라이프"/>
                <a:ea typeface="Tlab 레트로라이프"/>
                <a:cs typeface="Tlab 레트로라이프"/>
                <a:sym typeface="Tlab 레트로라이프"/>
              </a:rPr>
              <a:t>05</a:t>
            </a:r>
          </a:p>
        </p:txBody>
      </p:sp>
      <p:sp>
        <p:nvSpPr>
          <p:cNvPr name="TextBox 27" id="27"/>
          <p:cNvSpPr txBox="true"/>
          <p:nvPr/>
        </p:nvSpPr>
        <p:spPr>
          <a:xfrm rot="0">
            <a:off x="12033500" y="3946308"/>
            <a:ext cx="2425842" cy="471805"/>
          </a:xfrm>
          <a:prstGeom prst="rect">
            <a:avLst/>
          </a:prstGeom>
        </p:spPr>
        <p:txBody>
          <a:bodyPr anchor="t" rtlCol="false" tIns="0" lIns="0" bIns="0" rIns="0">
            <a:spAutoFit/>
          </a:bodyPr>
          <a:lstStyle/>
          <a:p>
            <a:pPr algn="l">
              <a:lnSpc>
                <a:spcPts val="3919"/>
              </a:lnSpc>
            </a:pPr>
            <a:r>
              <a:rPr lang="en-US" sz="2799" b="true">
                <a:solidFill>
                  <a:srgbClr val="3E4047"/>
                </a:solidFill>
                <a:latin typeface="Noto Sans Kr Bold"/>
                <a:ea typeface="Noto Sans Kr Bold"/>
                <a:cs typeface="Noto Sans Kr Bold"/>
                <a:sym typeface="Noto Sans Kr Bold"/>
              </a:rPr>
              <a:t>예산</a:t>
            </a:r>
          </a:p>
        </p:txBody>
      </p:sp>
      <p:sp>
        <p:nvSpPr>
          <p:cNvPr name="TextBox 28" id="28"/>
          <p:cNvSpPr txBox="true"/>
          <p:nvPr/>
        </p:nvSpPr>
        <p:spPr>
          <a:xfrm rot="0">
            <a:off x="11297296" y="3934996"/>
            <a:ext cx="736204" cy="481330"/>
          </a:xfrm>
          <a:prstGeom prst="rect">
            <a:avLst/>
          </a:prstGeom>
        </p:spPr>
        <p:txBody>
          <a:bodyPr anchor="t" rtlCol="false" tIns="0" lIns="0" bIns="0" rIns="0">
            <a:spAutoFit/>
          </a:bodyPr>
          <a:lstStyle/>
          <a:p>
            <a:pPr algn="l">
              <a:lnSpc>
                <a:spcPts val="3919"/>
              </a:lnSpc>
            </a:pPr>
            <a:r>
              <a:rPr lang="en-US" sz="2799">
                <a:solidFill>
                  <a:srgbClr val="9F9F9F"/>
                </a:solidFill>
                <a:latin typeface="Tlab 레트로라이프"/>
                <a:ea typeface="Tlab 레트로라이프"/>
                <a:cs typeface="Tlab 레트로라이프"/>
                <a:sym typeface="Tlab 레트로라이프"/>
              </a:rPr>
              <a:t>06</a:t>
            </a:r>
          </a:p>
        </p:txBody>
      </p:sp>
      <p:sp>
        <p:nvSpPr>
          <p:cNvPr name="TextBox 29" id="29"/>
          <p:cNvSpPr txBox="true"/>
          <p:nvPr/>
        </p:nvSpPr>
        <p:spPr>
          <a:xfrm rot="0">
            <a:off x="11297296" y="4864028"/>
            <a:ext cx="736204" cy="481330"/>
          </a:xfrm>
          <a:prstGeom prst="rect">
            <a:avLst/>
          </a:prstGeom>
        </p:spPr>
        <p:txBody>
          <a:bodyPr anchor="t" rtlCol="false" tIns="0" lIns="0" bIns="0" rIns="0">
            <a:spAutoFit/>
          </a:bodyPr>
          <a:lstStyle/>
          <a:p>
            <a:pPr algn="l">
              <a:lnSpc>
                <a:spcPts val="3919"/>
              </a:lnSpc>
            </a:pPr>
            <a:r>
              <a:rPr lang="en-US" sz="2799">
                <a:solidFill>
                  <a:srgbClr val="9F9F9F"/>
                </a:solidFill>
                <a:latin typeface="Tlab 레트로라이프"/>
                <a:ea typeface="Tlab 레트로라이프"/>
                <a:cs typeface="Tlab 레트로라이프"/>
                <a:sym typeface="Tlab 레트로라이프"/>
              </a:rPr>
              <a:t>07</a:t>
            </a:r>
          </a:p>
        </p:txBody>
      </p:sp>
      <p:sp>
        <p:nvSpPr>
          <p:cNvPr name="TextBox 30" id="30"/>
          <p:cNvSpPr txBox="true"/>
          <p:nvPr/>
        </p:nvSpPr>
        <p:spPr>
          <a:xfrm rot="0">
            <a:off x="12033500" y="4875313"/>
            <a:ext cx="2586954" cy="471805"/>
          </a:xfrm>
          <a:prstGeom prst="rect">
            <a:avLst/>
          </a:prstGeom>
        </p:spPr>
        <p:txBody>
          <a:bodyPr anchor="t" rtlCol="false" tIns="0" lIns="0" bIns="0" rIns="0">
            <a:spAutoFit/>
          </a:bodyPr>
          <a:lstStyle/>
          <a:p>
            <a:pPr algn="l">
              <a:lnSpc>
                <a:spcPts val="3919"/>
              </a:lnSpc>
            </a:pPr>
            <a:r>
              <a:rPr lang="en-US" sz="2799" b="true">
                <a:solidFill>
                  <a:srgbClr val="3E4047"/>
                </a:solidFill>
                <a:latin typeface="Noto Sans Kr Bold"/>
                <a:ea typeface="Noto Sans Kr Bold"/>
                <a:cs typeface="Noto Sans Kr Bold"/>
                <a:sym typeface="Noto Sans Kr Bold"/>
              </a:rPr>
              <a:t>기대 효과</a:t>
            </a:r>
          </a:p>
        </p:txBody>
      </p:sp>
      <p:sp>
        <p:nvSpPr>
          <p:cNvPr name="TextBox 31" id="31"/>
          <p:cNvSpPr txBox="true"/>
          <p:nvPr/>
        </p:nvSpPr>
        <p:spPr>
          <a:xfrm rot="0">
            <a:off x="11297296" y="5795361"/>
            <a:ext cx="736204" cy="481330"/>
          </a:xfrm>
          <a:prstGeom prst="rect">
            <a:avLst/>
          </a:prstGeom>
        </p:spPr>
        <p:txBody>
          <a:bodyPr anchor="t" rtlCol="false" tIns="0" lIns="0" bIns="0" rIns="0">
            <a:spAutoFit/>
          </a:bodyPr>
          <a:lstStyle/>
          <a:p>
            <a:pPr algn="l">
              <a:lnSpc>
                <a:spcPts val="3919"/>
              </a:lnSpc>
            </a:pPr>
            <a:r>
              <a:rPr lang="en-US" sz="2799">
                <a:solidFill>
                  <a:srgbClr val="9F9F9F"/>
                </a:solidFill>
                <a:latin typeface="Tlab 레트로라이프"/>
                <a:ea typeface="Tlab 레트로라이프"/>
                <a:cs typeface="Tlab 레트로라이프"/>
                <a:sym typeface="Tlab 레트로라이프"/>
              </a:rPr>
              <a:t>08</a:t>
            </a:r>
          </a:p>
        </p:txBody>
      </p:sp>
      <p:sp>
        <p:nvSpPr>
          <p:cNvPr name="TextBox 32" id="32"/>
          <p:cNvSpPr txBox="true"/>
          <p:nvPr/>
        </p:nvSpPr>
        <p:spPr>
          <a:xfrm rot="0">
            <a:off x="12033500" y="5806646"/>
            <a:ext cx="2586954" cy="471805"/>
          </a:xfrm>
          <a:prstGeom prst="rect">
            <a:avLst/>
          </a:prstGeom>
        </p:spPr>
        <p:txBody>
          <a:bodyPr anchor="t" rtlCol="false" tIns="0" lIns="0" bIns="0" rIns="0">
            <a:spAutoFit/>
          </a:bodyPr>
          <a:lstStyle/>
          <a:p>
            <a:pPr algn="l">
              <a:lnSpc>
                <a:spcPts val="3919"/>
              </a:lnSpc>
            </a:pPr>
            <a:r>
              <a:rPr lang="en-US" sz="2799" b="true">
                <a:solidFill>
                  <a:srgbClr val="3E4047"/>
                </a:solidFill>
                <a:latin typeface="Noto Sans Kr Bold"/>
                <a:ea typeface="Noto Sans Kr Bold"/>
                <a:cs typeface="Noto Sans Kr Bold"/>
                <a:sym typeface="Noto Sans Kr Bold"/>
              </a:rPr>
              <a:t>위험 관리</a:t>
            </a:r>
          </a:p>
        </p:txBody>
      </p:sp>
      <p:sp>
        <p:nvSpPr>
          <p:cNvPr name="TextBox 33" id="33"/>
          <p:cNvSpPr txBox="true"/>
          <p:nvPr/>
        </p:nvSpPr>
        <p:spPr>
          <a:xfrm rot="0">
            <a:off x="11297296" y="6726694"/>
            <a:ext cx="736204" cy="481330"/>
          </a:xfrm>
          <a:prstGeom prst="rect">
            <a:avLst/>
          </a:prstGeom>
        </p:spPr>
        <p:txBody>
          <a:bodyPr anchor="t" rtlCol="false" tIns="0" lIns="0" bIns="0" rIns="0">
            <a:spAutoFit/>
          </a:bodyPr>
          <a:lstStyle/>
          <a:p>
            <a:pPr algn="l">
              <a:lnSpc>
                <a:spcPts val="3919"/>
              </a:lnSpc>
            </a:pPr>
            <a:r>
              <a:rPr lang="en-US" sz="2799">
                <a:solidFill>
                  <a:srgbClr val="9F9F9F"/>
                </a:solidFill>
                <a:latin typeface="Tlab 레트로라이프"/>
                <a:ea typeface="Tlab 레트로라이프"/>
                <a:cs typeface="Tlab 레트로라이프"/>
                <a:sym typeface="Tlab 레트로라이프"/>
              </a:rPr>
              <a:t>09</a:t>
            </a:r>
          </a:p>
        </p:txBody>
      </p:sp>
      <p:sp>
        <p:nvSpPr>
          <p:cNvPr name="TextBox 34" id="34"/>
          <p:cNvSpPr txBox="true"/>
          <p:nvPr/>
        </p:nvSpPr>
        <p:spPr>
          <a:xfrm rot="0">
            <a:off x="12033500" y="6737978"/>
            <a:ext cx="2586954" cy="471805"/>
          </a:xfrm>
          <a:prstGeom prst="rect">
            <a:avLst/>
          </a:prstGeom>
        </p:spPr>
        <p:txBody>
          <a:bodyPr anchor="t" rtlCol="false" tIns="0" lIns="0" bIns="0" rIns="0">
            <a:spAutoFit/>
          </a:bodyPr>
          <a:lstStyle/>
          <a:p>
            <a:pPr algn="l">
              <a:lnSpc>
                <a:spcPts val="3919"/>
              </a:lnSpc>
            </a:pPr>
            <a:r>
              <a:rPr lang="en-US" sz="2799" b="true">
                <a:solidFill>
                  <a:srgbClr val="3E4047"/>
                </a:solidFill>
                <a:latin typeface="Noto Sans Kr Bold"/>
                <a:ea typeface="Noto Sans Kr Bold"/>
                <a:cs typeface="Noto Sans Kr Bold"/>
                <a:sym typeface="Noto Sans Kr Bold"/>
              </a:rPr>
              <a:t>결론 및 제안</a:t>
            </a:r>
          </a:p>
        </p:txBody>
      </p:sp>
      <p:sp>
        <p:nvSpPr>
          <p:cNvPr name="TextBox 35" id="35"/>
          <p:cNvSpPr txBox="true"/>
          <p:nvPr/>
        </p:nvSpPr>
        <p:spPr>
          <a:xfrm rot="0">
            <a:off x="11297296" y="7658026"/>
            <a:ext cx="736204" cy="481330"/>
          </a:xfrm>
          <a:prstGeom prst="rect">
            <a:avLst/>
          </a:prstGeom>
        </p:spPr>
        <p:txBody>
          <a:bodyPr anchor="t" rtlCol="false" tIns="0" lIns="0" bIns="0" rIns="0">
            <a:spAutoFit/>
          </a:bodyPr>
          <a:lstStyle/>
          <a:p>
            <a:pPr algn="l">
              <a:lnSpc>
                <a:spcPts val="3919"/>
              </a:lnSpc>
            </a:pPr>
            <a:r>
              <a:rPr lang="en-US" sz="2799">
                <a:solidFill>
                  <a:srgbClr val="9F9F9F"/>
                </a:solidFill>
                <a:latin typeface="Tlab 레트로라이프"/>
                <a:ea typeface="Tlab 레트로라이프"/>
                <a:cs typeface="Tlab 레트로라이프"/>
                <a:sym typeface="Tlab 레트로라이프"/>
              </a:rPr>
              <a:t>10</a:t>
            </a:r>
          </a:p>
        </p:txBody>
      </p:sp>
      <p:sp>
        <p:nvSpPr>
          <p:cNvPr name="TextBox 36" id="36"/>
          <p:cNvSpPr txBox="true"/>
          <p:nvPr/>
        </p:nvSpPr>
        <p:spPr>
          <a:xfrm rot="0">
            <a:off x="12033500" y="7669311"/>
            <a:ext cx="2586954" cy="471805"/>
          </a:xfrm>
          <a:prstGeom prst="rect">
            <a:avLst/>
          </a:prstGeom>
        </p:spPr>
        <p:txBody>
          <a:bodyPr anchor="t" rtlCol="false" tIns="0" lIns="0" bIns="0" rIns="0">
            <a:spAutoFit/>
          </a:bodyPr>
          <a:lstStyle/>
          <a:p>
            <a:pPr algn="l">
              <a:lnSpc>
                <a:spcPts val="3919"/>
              </a:lnSpc>
            </a:pPr>
            <a:r>
              <a:rPr lang="en-US" sz="2799" b="true">
                <a:solidFill>
                  <a:srgbClr val="3E4047"/>
                </a:solidFill>
                <a:latin typeface="Noto Sans Kr Bold"/>
                <a:ea typeface="Noto Sans Kr Bold"/>
                <a:cs typeface="Noto Sans Kr Bold"/>
                <a:sym typeface="Noto Sans Kr Bold"/>
              </a:rPr>
              <a:t>팀 소개</a:t>
            </a:r>
          </a:p>
        </p:txBody>
      </p:sp>
      <p:sp>
        <p:nvSpPr>
          <p:cNvPr name="TextBox 37" id="37"/>
          <p:cNvSpPr txBox="true"/>
          <p:nvPr/>
        </p:nvSpPr>
        <p:spPr>
          <a:xfrm rot="0">
            <a:off x="4593688" y="5802558"/>
            <a:ext cx="3034504" cy="471805"/>
          </a:xfrm>
          <a:prstGeom prst="rect">
            <a:avLst/>
          </a:prstGeom>
        </p:spPr>
        <p:txBody>
          <a:bodyPr anchor="t" rtlCol="false" tIns="0" lIns="0" bIns="0" rIns="0">
            <a:spAutoFit/>
          </a:bodyPr>
          <a:lstStyle/>
          <a:p>
            <a:pPr algn="l">
              <a:lnSpc>
                <a:spcPts val="3919"/>
              </a:lnSpc>
            </a:pPr>
            <a:r>
              <a:rPr lang="en-US" sz="2799" b="true">
                <a:solidFill>
                  <a:srgbClr val="3E4047"/>
                </a:solidFill>
                <a:latin typeface="Noto Sans Kr Bold"/>
                <a:ea typeface="Noto Sans Kr Bold"/>
                <a:cs typeface="Noto Sans Kr Bold"/>
                <a:sym typeface="Noto Sans Kr Bold"/>
              </a:rPr>
              <a:t>현황 분석</a:t>
            </a:r>
          </a:p>
        </p:txBody>
      </p:sp>
      <p:sp>
        <p:nvSpPr>
          <p:cNvPr name="AutoShape 38" id="38"/>
          <p:cNvSpPr/>
          <p:nvPr/>
        </p:nvSpPr>
        <p:spPr>
          <a:xfrm flipV="true">
            <a:off x="1955852" y="2762607"/>
            <a:ext cx="14376297" cy="0"/>
          </a:xfrm>
          <a:prstGeom prst="line">
            <a:avLst/>
          </a:prstGeom>
          <a:ln cap="flat" w="19050">
            <a:solidFill>
              <a:srgbClr val="231F20"/>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TextBox 17" id="17"/>
          <p:cNvSpPr txBox="true"/>
          <p:nvPr/>
        </p:nvSpPr>
        <p:spPr>
          <a:xfrm rot="0">
            <a:off x="1899672" y="800238"/>
            <a:ext cx="1925141" cy="1677808"/>
          </a:xfrm>
          <a:prstGeom prst="rect">
            <a:avLst/>
          </a:prstGeom>
        </p:spPr>
        <p:txBody>
          <a:bodyPr anchor="t" rtlCol="false" tIns="0" lIns="0" bIns="0" rIns="0">
            <a:spAutoFit/>
          </a:bodyPr>
          <a:lstStyle/>
          <a:p>
            <a:pPr algn="ctr">
              <a:lnSpc>
                <a:spcPts val="13784"/>
              </a:lnSpc>
            </a:pPr>
            <a:r>
              <a:rPr lang="en-US" b="true" sz="9846">
                <a:solidFill>
                  <a:srgbClr val="CFCFCF"/>
                </a:solidFill>
                <a:latin typeface="Tlab 레트로라이프 Bold"/>
                <a:ea typeface="Tlab 레트로라이프 Bold"/>
                <a:cs typeface="Tlab 레트로라이프 Bold"/>
                <a:sym typeface="Tlab 레트로라이프 Bold"/>
              </a:rPr>
              <a:t>01</a:t>
            </a:r>
          </a:p>
        </p:txBody>
      </p:sp>
      <p:grpSp>
        <p:nvGrpSpPr>
          <p:cNvPr name="Group 18" id="18"/>
          <p:cNvGrpSpPr/>
          <p:nvPr/>
        </p:nvGrpSpPr>
        <p:grpSpPr>
          <a:xfrm rot="0">
            <a:off x="2405306" y="3565308"/>
            <a:ext cx="6361379" cy="5000345"/>
            <a:chOff x="0" y="0"/>
            <a:chExt cx="8481839" cy="6667126"/>
          </a:xfrm>
        </p:grpSpPr>
        <p:grpSp>
          <p:nvGrpSpPr>
            <p:cNvPr name="Group 19" id="19"/>
            <p:cNvGrpSpPr/>
            <p:nvPr/>
          </p:nvGrpSpPr>
          <p:grpSpPr>
            <a:xfrm rot="0">
              <a:off x="0" y="0"/>
              <a:ext cx="8481807" cy="6667126"/>
              <a:chOff x="0" y="0"/>
              <a:chExt cx="1736830" cy="1365236"/>
            </a:xfrm>
          </p:grpSpPr>
          <p:sp>
            <p:nvSpPr>
              <p:cNvPr name="Freeform 20" id="20"/>
              <p:cNvSpPr/>
              <p:nvPr/>
            </p:nvSpPr>
            <p:spPr>
              <a:xfrm flipH="false" flipV="false" rot="0">
                <a:off x="0" y="0"/>
                <a:ext cx="1736830" cy="1365236"/>
              </a:xfrm>
              <a:custGeom>
                <a:avLst/>
                <a:gdLst/>
                <a:ahLst/>
                <a:cxnLst/>
                <a:rect r="r" b="b" t="t" l="l"/>
                <a:pathLst>
                  <a:path h="1365236" w="1736830">
                    <a:moveTo>
                      <a:pt x="36511" y="0"/>
                    </a:moveTo>
                    <a:lnTo>
                      <a:pt x="1700319" y="0"/>
                    </a:lnTo>
                    <a:cubicBezTo>
                      <a:pt x="1720484" y="0"/>
                      <a:pt x="1736830" y="16346"/>
                      <a:pt x="1736830" y="36511"/>
                    </a:cubicBezTo>
                    <a:lnTo>
                      <a:pt x="1736830" y="1328725"/>
                    </a:lnTo>
                    <a:cubicBezTo>
                      <a:pt x="1736830" y="1338408"/>
                      <a:pt x="1732983" y="1347695"/>
                      <a:pt x="1726136" y="1354542"/>
                    </a:cubicBezTo>
                    <a:cubicBezTo>
                      <a:pt x="1719289" y="1361389"/>
                      <a:pt x="1710003" y="1365236"/>
                      <a:pt x="1700319" y="1365236"/>
                    </a:cubicBezTo>
                    <a:lnTo>
                      <a:pt x="36511" y="1365236"/>
                    </a:lnTo>
                    <a:cubicBezTo>
                      <a:pt x="16346" y="1365236"/>
                      <a:pt x="0" y="1348889"/>
                      <a:pt x="0" y="1328725"/>
                    </a:cubicBezTo>
                    <a:lnTo>
                      <a:pt x="0" y="36511"/>
                    </a:lnTo>
                    <a:cubicBezTo>
                      <a:pt x="0" y="16346"/>
                      <a:pt x="16346" y="0"/>
                      <a:pt x="36511" y="0"/>
                    </a:cubicBezTo>
                    <a:close/>
                  </a:path>
                </a:pathLst>
              </a:custGeom>
              <a:solidFill>
                <a:srgbClr val="F6F6F6">
                  <a:alpha val="30980"/>
                </a:srgbClr>
              </a:solidFill>
              <a:ln w="19050" cap="rnd">
                <a:solidFill>
                  <a:srgbClr val="3E4047">
                    <a:alpha val="30980"/>
                  </a:srgbClr>
                </a:solidFill>
                <a:prstDash val="solid"/>
                <a:round/>
              </a:ln>
            </p:spPr>
          </p:sp>
          <p:sp>
            <p:nvSpPr>
              <p:cNvPr name="TextBox 21" id="21"/>
              <p:cNvSpPr txBox="true"/>
              <p:nvPr/>
            </p:nvSpPr>
            <p:spPr>
              <a:xfrm>
                <a:off x="0" y="-66675"/>
                <a:ext cx="1736830" cy="1431911"/>
              </a:xfrm>
              <a:prstGeom prst="rect">
                <a:avLst/>
              </a:prstGeom>
            </p:spPr>
            <p:txBody>
              <a:bodyPr anchor="ctr" rtlCol="false" tIns="50800" lIns="50800" bIns="50800" rIns="50800"/>
              <a:lstStyle/>
              <a:p>
                <a:pPr algn="ctr">
                  <a:lnSpc>
                    <a:spcPts val="4200"/>
                  </a:lnSpc>
                </a:pPr>
              </a:p>
            </p:txBody>
          </p:sp>
        </p:grpSp>
        <p:sp>
          <p:nvSpPr>
            <p:cNvPr name="AutoShape 22" id="22"/>
            <p:cNvSpPr/>
            <p:nvPr/>
          </p:nvSpPr>
          <p:spPr>
            <a:xfrm>
              <a:off x="30435" y="1455027"/>
              <a:ext cx="8451372" cy="21598"/>
            </a:xfrm>
            <a:prstGeom prst="line">
              <a:avLst/>
            </a:prstGeom>
            <a:ln cap="flat" w="25400">
              <a:solidFill>
                <a:srgbClr val="485849">
                  <a:alpha val="60784"/>
                </a:srgbClr>
              </a:solidFill>
              <a:prstDash val="solid"/>
              <a:headEnd type="none" len="sm" w="sm"/>
              <a:tailEnd type="none" len="sm" w="sm"/>
            </a:ln>
          </p:spPr>
        </p:sp>
      </p:grpSp>
      <p:grpSp>
        <p:nvGrpSpPr>
          <p:cNvPr name="Group 23" id="23"/>
          <p:cNvGrpSpPr/>
          <p:nvPr/>
        </p:nvGrpSpPr>
        <p:grpSpPr>
          <a:xfrm rot="0">
            <a:off x="9521315" y="3565308"/>
            <a:ext cx="6361379" cy="5000345"/>
            <a:chOff x="0" y="0"/>
            <a:chExt cx="8481839" cy="6667126"/>
          </a:xfrm>
        </p:grpSpPr>
        <p:grpSp>
          <p:nvGrpSpPr>
            <p:cNvPr name="Group 24" id="24"/>
            <p:cNvGrpSpPr/>
            <p:nvPr/>
          </p:nvGrpSpPr>
          <p:grpSpPr>
            <a:xfrm rot="0">
              <a:off x="0" y="0"/>
              <a:ext cx="8481807" cy="6667126"/>
              <a:chOff x="0" y="0"/>
              <a:chExt cx="1736830" cy="1365236"/>
            </a:xfrm>
          </p:grpSpPr>
          <p:sp>
            <p:nvSpPr>
              <p:cNvPr name="Freeform 25" id="25"/>
              <p:cNvSpPr/>
              <p:nvPr/>
            </p:nvSpPr>
            <p:spPr>
              <a:xfrm flipH="false" flipV="false" rot="0">
                <a:off x="0" y="0"/>
                <a:ext cx="1736830" cy="1365236"/>
              </a:xfrm>
              <a:custGeom>
                <a:avLst/>
                <a:gdLst/>
                <a:ahLst/>
                <a:cxnLst/>
                <a:rect r="r" b="b" t="t" l="l"/>
                <a:pathLst>
                  <a:path h="1365236" w="1736830">
                    <a:moveTo>
                      <a:pt x="36511" y="0"/>
                    </a:moveTo>
                    <a:lnTo>
                      <a:pt x="1700319" y="0"/>
                    </a:lnTo>
                    <a:cubicBezTo>
                      <a:pt x="1720484" y="0"/>
                      <a:pt x="1736830" y="16346"/>
                      <a:pt x="1736830" y="36511"/>
                    </a:cubicBezTo>
                    <a:lnTo>
                      <a:pt x="1736830" y="1328725"/>
                    </a:lnTo>
                    <a:cubicBezTo>
                      <a:pt x="1736830" y="1338408"/>
                      <a:pt x="1732983" y="1347695"/>
                      <a:pt x="1726136" y="1354542"/>
                    </a:cubicBezTo>
                    <a:cubicBezTo>
                      <a:pt x="1719289" y="1361389"/>
                      <a:pt x="1710003" y="1365236"/>
                      <a:pt x="1700319" y="1365236"/>
                    </a:cubicBezTo>
                    <a:lnTo>
                      <a:pt x="36511" y="1365236"/>
                    </a:lnTo>
                    <a:cubicBezTo>
                      <a:pt x="16346" y="1365236"/>
                      <a:pt x="0" y="1348889"/>
                      <a:pt x="0" y="1328725"/>
                    </a:cubicBezTo>
                    <a:lnTo>
                      <a:pt x="0" y="36511"/>
                    </a:lnTo>
                    <a:cubicBezTo>
                      <a:pt x="0" y="16346"/>
                      <a:pt x="16346" y="0"/>
                      <a:pt x="36511" y="0"/>
                    </a:cubicBezTo>
                    <a:close/>
                  </a:path>
                </a:pathLst>
              </a:custGeom>
              <a:solidFill>
                <a:srgbClr val="F6F6F6">
                  <a:alpha val="30980"/>
                </a:srgbClr>
              </a:solidFill>
              <a:ln w="19050" cap="rnd">
                <a:solidFill>
                  <a:srgbClr val="3E4047">
                    <a:alpha val="30980"/>
                  </a:srgbClr>
                </a:solidFill>
                <a:prstDash val="solid"/>
                <a:round/>
              </a:ln>
            </p:spPr>
          </p:sp>
          <p:sp>
            <p:nvSpPr>
              <p:cNvPr name="TextBox 26" id="26"/>
              <p:cNvSpPr txBox="true"/>
              <p:nvPr/>
            </p:nvSpPr>
            <p:spPr>
              <a:xfrm>
                <a:off x="0" y="-66675"/>
                <a:ext cx="1736830" cy="1431911"/>
              </a:xfrm>
              <a:prstGeom prst="rect">
                <a:avLst/>
              </a:prstGeom>
            </p:spPr>
            <p:txBody>
              <a:bodyPr anchor="ctr" rtlCol="false" tIns="50800" lIns="50800" bIns="50800" rIns="50800"/>
              <a:lstStyle/>
              <a:p>
                <a:pPr algn="ctr">
                  <a:lnSpc>
                    <a:spcPts val="4200"/>
                  </a:lnSpc>
                </a:pPr>
              </a:p>
            </p:txBody>
          </p:sp>
        </p:grpSp>
        <p:sp>
          <p:nvSpPr>
            <p:cNvPr name="AutoShape 27" id="27"/>
            <p:cNvSpPr/>
            <p:nvPr/>
          </p:nvSpPr>
          <p:spPr>
            <a:xfrm>
              <a:off x="30435" y="1455027"/>
              <a:ext cx="8451372" cy="21598"/>
            </a:xfrm>
            <a:prstGeom prst="line">
              <a:avLst/>
            </a:prstGeom>
            <a:ln cap="flat" w="25400">
              <a:solidFill>
                <a:srgbClr val="485849">
                  <a:alpha val="60784"/>
                </a:srgbClr>
              </a:solidFill>
              <a:prstDash val="solid"/>
              <a:headEnd type="none" len="sm" w="sm"/>
              <a:tailEnd type="none" len="sm" w="sm"/>
            </a:ln>
          </p:spPr>
        </p:sp>
      </p:grpSp>
      <p:sp>
        <p:nvSpPr>
          <p:cNvPr name="AutoShape 28" id="28"/>
          <p:cNvSpPr/>
          <p:nvPr/>
        </p:nvSpPr>
        <p:spPr>
          <a:xfrm flipV="true">
            <a:off x="1899672" y="2706428"/>
            <a:ext cx="14376297" cy="0"/>
          </a:xfrm>
          <a:prstGeom prst="line">
            <a:avLst/>
          </a:prstGeom>
          <a:ln cap="flat" w="19050">
            <a:solidFill>
              <a:srgbClr val="231F20"/>
            </a:solidFill>
            <a:prstDash val="solid"/>
            <a:headEnd type="none" len="sm" w="sm"/>
            <a:tailEnd type="none" len="sm" w="sm"/>
          </a:ln>
        </p:spPr>
      </p:sp>
      <p:sp>
        <p:nvSpPr>
          <p:cNvPr name="TextBox 29" id="29"/>
          <p:cNvSpPr txBox="true"/>
          <p:nvPr/>
        </p:nvSpPr>
        <p:spPr>
          <a:xfrm rot="0">
            <a:off x="5708300" y="1112093"/>
            <a:ext cx="6871400" cy="1111250"/>
          </a:xfrm>
          <a:prstGeom prst="rect">
            <a:avLst/>
          </a:prstGeom>
        </p:spPr>
        <p:txBody>
          <a:bodyPr anchor="t" rtlCol="false" tIns="0" lIns="0" bIns="0" rIns="0">
            <a:spAutoFit/>
          </a:bodyPr>
          <a:lstStyle/>
          <a:p>
            <a:pPr algn="ctr">
              <a:lnSpc>
                <a:spcPts val="9100"/>
              </a:lnSpc>
            </a:pPr>
            <a:r>
              <a:rPr lang="en-US" sz="6500">
                <a:solidFill>
                  <a:srgbClr val="3E4047"/>
                </a:solidFill>
                <a:latin typeface="Tlab 레트로라이프"/>
                <a:ea typeface="Tlab 레트로라이프"/>
                <a:cs typeface="Tlab 레트로라이프"/>
                <a:sym typeface="Tlab 레트로라이프"/>
              </a:rPr>
              <a:t>프로젝트 소개</a:t>
            </a:r>
          </a:p>
        </p:txBody>
      </p:sp>
      <p:sp>
        <p:nvSpPr>
          <p:cNvPr name="TextBox 30" id="30"/>
          <p:cNvSpPr txBox="true"/>
          <p:nvPr/>
        </p:nvSpPr>
        <p:spPr>
          <a:xfrm rot="0">
            <a:off x="2689772" y="5047494"/>
            <a:ext cx="5571600" cy="3159125"/>
          </a:xfrm>
          <a:prstGeom prst="rect">
            <a:avLst/>
          </a:prstGeom>
        </p:spPr>
        <p:txBody>
          <a:bodyPr anchor="t" rtlCol="false" tIns="0" lIns="0" bIns="0" rIns="0">
            <a:spAutoFit/>
          </a:bodyPr>
          <a:lstStyle/>
          <a:p>
            <a:pPr algn="ctr">
              <a:lnSpc>
                <a:spcPts val="2800"/>
              </a:lnSpc>
            </a:pPr>
            <a:r>
              <a:rPr lang="en-US" sz="2000">
                <a:solidFill>
                  <a:srgbClr val="727070"/>
                </a:solidFill>
                <a:latin typeface="Noto Sans Kr"/>
                <a:ea typeface="Noto Sans Kr"/>
                <a:cs typeface="Noto Sans Kr"/>
                <a:sym typeface="Noto Sans Kr"/>
              </a:rPr>
              <a:t>Lorem ipsum dolor sit amet, consectetur adipiscing elit. Ut eget ipsum placerat, maximus lacus eu, convallis purus. Aliquam erat volutpat. Vivamus commodo mauris nisi, id elementum tortor dignissim a. Donec rhoncus sagittis libero nec pretium. Donec ornare, mauris eu porttitor ullamcorper, lorem ligula rhoncus nisl, eu pulvinar tellus sapien lacinia elit.</a:t>
            </a:r>
          </a:p>
        </p:txBody>
      </p:sp>
      <p:sp>
        <p:nvSpPr>
          <p:cNvPr name="TextBox 31" id="31"/>
          <p:cNvSpPr txBox="true"/>
          <p:nvPr/>
        </p:nvSpPr>
        <p:spPr>
          <a:xfrm rot="0">
            <a:off x="9916204" y="5047494"/>
            <a:ext cx="5571600" cy="3159125"/>
          </a:xfrm>
          <a:prstGeom prst="rect">
            <a:avLst/>
          </a:prstGeom>
        </p:spPr>
        <p:txBody>
          <a:bodyPr anchor="t" rtlCol="false" tIns="0" lIns="0" bIns="0" rIns="0">
            <a:spAutoFit/>
          </a:bodyPr>
          <a:lstStyle/>
          <a:p>
            <a:pPr algn="ctr">
              <a:lnSpc>
                <a:spcPts val="2800"/>
              </a:lnSpc>
            </a:pPr>
            <a:r>
              <a:rPr lang="en-US" sz="2000">
                <a:solidFill>
                  <a:srgbClr val="727070"/>
                </a:solidFill>
                <a:latin typeface="Noto Sans Kr"/>
                <a:ea typeface="Noto Sans Kr"/>
                <a:cs typeface="Noto Sans Kr"/>
                <a:sym typeface="Noto Sans Kr"/>
              </a:rPr>
              <a:t>Lorem ipsum dolor sit amet, consectetur adipiscing elit. Ut eget ipsum placerat, maximus lacus eu, convallis purus. Aliquam erat volutpat. Vivamus commodo mauris nisi, id elementum tortor dignissim a. Donec rhoncus sagittis libero nec pretium. Donec ornare, mauris eu porttitor ullamcorper, lorem ligula rhoncus nisl, eu pulvinar tellus sapien lacinia elit.</a:t>
            </a:r>
          </a:p>
        </p:txBody>
      </p:sp>
      <p:sp>
        <p:nvSpPr>
          <p:cNvPr name="TextBox 32" id="32"/>
          <p:cNvSpPr txBox="true"/>
          <p:nvPr/>
        </p:nvSpPr>
        <p:spPr>
          <a:xfrm rot="0">
            <a:off x="10087317" y="3845215"/>
            <a:ext cx="4905931" cy="523875"/>
          </a:xfrm>
          <a:prstGeom prst="rect">
            <a:avLst/>
          </a:prstGeom>
        </p:spPr>
        <p:txBody>
          <a:bodyPr anchor="t" rtlCol="false" tIns="0" lIns="0" bIns="0" rIns="0">
            <a:spAutoFit/>
          </a:bodyPr>
          <a:lstStyle/>
          <a:p>
            <a:pPr algn="ctr">
              <a:lnSpc>
                <a:spcPts val="4200"/>
              </a:lnSpc>
            </a:pPr>
            <a:r>
              <a:rPr lang="en-US" sz="3000">
                <a:solidFill>
                  <a:srgbClr val="484344"/>
                </a:solidFill>
                <a:latin typeface="Tlab 레트로라이프"/>
                <a:ea typeface="Tlab 레트로라이프"/>
                <a:cs typeface="Tlab 레트로라이프"/>
                <a:sym typeface="Tlab 레트로라이프"/>
              </a:rPr>
              <a:t>프로젝트의 목적 및 목표</a:t>
            </a:r>
          </a:p>
        </p:txBody>
      </p:sp>
      <p:sp>
        <p:nvSpPr>
          <p:cNvPr name="TextBox 33" id="33"/>
          <p:cNvSpPr txBox="true"/>
          <p:nvPr/>
        </p:nvSpPr>
        <p:spPr>
          <a:xfrm rot="0">
            <a:off x="2992569" y="3845215"/>
            <a:ext cx="4905931" cy="523875"/>
          </a:xfrm>
          <a:prstGeom prst="rect">
            <a:avLst/>
          </a:prstGeom>
        </p:spPr>
        <p:txBody>
          <a:bodyPr anchor="t" rtlCol="false" tIns="0" lIns="0" bIns="0" rIns="0">
            <a:spAutoFit/>
          </a:bodyPr>
          <a:lstStyle/>
          <a:p>
            <a:pPr algn="ctr">
              <a:lnSpc>
                <a:spcPts val="4200"/>
              </a:lnSpc>
            </a:pPr>
            <a:r>
              <a:rPr lang="en-US" sz="3000">
                <a:solidFill>
                  <a:srgbClr val="484344"/>
                </a:solidFill>
                <a:latin typeface="Tlab 레트로라이프"/>
                <a:ea typeface="Tlab 레트로라이프"/>
                <a:cs typeface="Tlab 레트로라이프"/>
                <a:sym typeface="Tlab 레트로라이프"/>
              </a:rPr>
              <a:t>프로젝트의 개요</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AutoShape 17" id="17"/>
          <p:cNvSpPr/>
          <p:nvPr/>
        </p:nvSpPr>
        <p:spPr>
          <a:xfrm flipV="true">
            <a:off x="1899672" y="2706428"/>
            <a:ext cx="14376297" cy="0"/>
          </a:xfrm>
          <a:prstGeom prst="line">
            <a:avLst/>
          </a:prstGeom>
          <a:ln cap="flat" w="19050">
            <a:solidFill>
              <a:srgbClr val="231F20"/>
            </a:solidFill>
            <a:prstDash val="solid"/>
            <a:headEnd type="none" len="sm" w="sm"/>
            <a:tailEnd type="none" len="sm" w="sm"/>
          </a:ln>
        </p:spPr>
      </p:sp>
      <p:grpSp>
        <p:nvGrpSpPr>
          <p:cNvPr name="Group 18" id="18"/>
          <p:cNvGrpSpPr/>
          <p:nvPr/>
        </p:nvGrpSpPr>
        <p:grpSpPr>
          <a:xfrm rot="0">
            <a:off x="7375755" y="4212426"/>
            <a:ext cx="3536490" cy="3536490"/>
            <a:chOff x="0" y="0"/>
            <a:chExt cx="4715320" cy="4715320"/>
          </a:xfrm>
        </p:grpSpPr>
        <p:grpSp>
          <p:nvGrpSpPr>
            <p:cNvPr name="Group 19" id="19"/>
            <p:cNvGrpSpPr/>
            <p:nvPr/>
          </p:nvGrpSpPr>
          <p:grpSpPr>
            <a:xfrm rot="0">
              <a:off x="0" y="0"/>
              <a:ext cx="4715320" cy="471532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2F2">
                  <a:alpha val="50980"/>
                </a:srgbClr>
              </a:soli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37559" lIns="37559" bIns="37559" rIns="37559"/>
              <a:lstStyle/>
              <a:p>
                <a:pPr algn="ctr">
                  <a:lnSpc>
                    <a:spcPts val="2800"/>
                  </a:lnSpc>
                </a:pPr>
              </a:p>
            </p:txBody>
          </p:sp>
        </p:grpSp>
        <p:grpSp>
          <p:nvGrpSpPr>
            <p:cNvPr name="Group 22" id="22"/>
            <p:cNvGrpSpPr/>
            <p:nvPr/>
          </p:nvGrpSpPr>
          <p:grpSpPr>
            <a:xfrm rot="0">
              <a:off x="399079" y="373300"/>
              <a:ext cx="3918391" cy="391839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E7E1"/>
              </a:solidFill>
              <a:ln cap="sq">
                <a:noFill/>
                <a:prstDash val="solid"/>
                <a:miter/>
              </a:ln>
            </p:spPr>
          </p:sp>
          <p:sp>
            <p:nvSpPr>
              <p:cNvPr name="TextBox 24" id="24"/>
              <p:cNvSpPr txBox="true"/>
              <p:nvPr/>
            </p:nvSpPr>
            <p:spPr>
              <a:xfrm>
                <a:off x="76200" y="38100"/>
                <a:ext cx="660400" cy="698500"/>
              </a:xfrm>
              <a:prstGeom prst="rect">
                <a:avLst/>
              </a:prstGeom>
            </p:spPr>
            <p:txBody>
              <a:bodyPr anchor="ctr" rtlCol="false" tIns="37559" lIns="37559" bIns="37559" rIns="37559"/>
              <a:lstStyle/>
              <a:p>
                <a:pPr algn="ctr">
                  <a:lnSpc>
                    <a:spcPts val="2800"/>
                  </a:lnSpc>
                </a:pPr>
              </a:p>
            </p:txBody>
          </p:sp>
        </p:grpSp>
        <p:grpSp>
          <p:nvGrpSpPr>
            <p:cNvPr name="Group 25" id="25"/>
            <p:cNvGrpSpPr/>
            <p:nvPr/>
          </p:nvGrpSpPr>
          <p:grpSpPr>
            <a:xfrm rot="0">
              <a:off x="985494" y="996615"/>
              <a:ext cx="2722091" cy="272209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0A892"/>
              </a:solidFill>
              <a:ln cap="sq">
                <a:noFill/>
                <a:prstDash val="solid"/>
                <a:miter/>
              </a:ln>
            </p:spPr>
          </p:sp>
          <p:sp>
            <p:nvSpPr>
              <p:cNvPr name="TextBox 27" id="27"/>
              <p:cNvSpPr txBox="true"/>
              <p:nvPr/>
            </p:nvSpPr>
            <p:spPr>
              <a:xfrm>
                <a:off x="76200" y="38100"/>
                <a:ext cx="660400" cy="698500"/>
              </a:xfrm>
              <a:prstGeom prst="rect">
                <a:avLst/>
              </a:prstGeom>
            </p:spPr>
            <p:txBody>
              <a:bodyPr anchor="ctr" rtlCol="false" tIns="37559" lIns="37559" bIns="37559" rIns="37559"/>
              <a:lstStyle/>
              <a:p>
                <a:pPr algn="ctr">
                  <a:lnSpc>
                    <a:spcPts val="2800"/>
                  </a:lnSpc>
                </a:pPr>
              </a:p>
            </p:txBody>
          </p:sp>
        </p:grpSp>
        <p:sp>
          <p:nvSpPr>
            <p:cNvPr name="Freeform 28" id="28"/>
            <p:cNvSpPr/>
            <p:nvPr/>
          </p:nvSpPr>
          <p:spPr>
            <a:xfrm flipH="false" flipV="false" rot="0">
              <a:off x="985494" y="1010747"/>
              <a:ext cx="2707959" cy="2707959"/>
            </a:xfrm>
            <a:custGeom>
              <a:avLst/>
              <a:gdLst/>
              <a:ahLst/>
              <a:cxnLst/>
              <a:rect r="r" b="b" t="t" l="l"/>
              <a:pathLst>
                <a:path h="2707959" w="2707959">
                  <a:moveTo>
                    <a:pt x="0" y="0"/>
                  </a:moveTo>
                  <a:lnTo>
                    <a:pt x="2707959" y="0"/>
                  </a:lnTo>
                  <a:lnTo>
                    <a:pt x="2707959" y="2707959"/>
                  </a:lnTo>
                  <a:lnTo>
                    <a:pt x="0" y="27079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29" id="29"/>
          <p:cNvGrpSpPr/>
          <p:nvPr/>
        </p:nvGrpSpPr>
        <p:grpSpPr>
          <a:xfrm rot="0">
            <a:off x="2547394" y="3863432"/>
            <a:ext cx="4392741" cy="1105414"/>
            <a:chOff x="0" y="0"/>
            <a:chExt cx="5856987" cy="1473886"/>
          </a:xfrm>
        </p:grpSpPr>
        <p:sp>
          <p:nvSpPr>
            <p:cNvPr name="Freeform 30" id="30"/>
            <p:cNvSpPr/>
            <p:nvPr/>
          </p:nvSpPr>
          <p:spPr>
            <a:xfrm flipH="false" flipV="false" rot="0">
              <a:off x="0" y="598395"/>
              <a:ext cx="5802814" cy="875491"/>
            </a:xfrm>
            <a:custGeom>
              <a:avLst/>
              <a:gdLst/>
              <a:ahLst/>
              <a:cxnLst/>
              <a:rect r="r" b="b" t="t" l="l"/>
              <a:pathLst>
                <a:path h="875491" w="5802814">
                  <a:moveTo>
                    <a:pt x="0" y="0"/>
                  </a:moveTo>
                  <a:lnTo>
                    <a:pt x="5802814" y="0"/>
                  </a:lnTo>
                  <a:lnTo>
                    <a:pt x="5802814" y="875491"/>
                  </a:lnTo>
                  <a:lnTo>
                    <a:pt x="0" y="875491"/>
                  </a:lnTo>
                  <a:lnTo>
                    <a:pt x="0" y="0"/>
                  </a:lnTo>
                  <a:close/>
                </a:path>
              </a:pathLst>
            </a:custGeom>
            <a:blipFill>
              <a:blip r:embed="rId4"/>
              <a:stretch>
                <a:fillRect l="0" t="-14473" r="0" b="-14473"/>
              </a:stretch>
            </a:blipFill>
          </p:spPr>
        </p:sp>
        <p:grpSp>
          <p:nvGrpSpPr>
            <p:cNvPr name="Group 31" id="31"/>
            <p:cNvGrpSpPr/>
            <p:nvPr/>
          </p:nvGrpSpPr>
          <p:grpSpPr>
            <a:xfrm rot="0">
              <a:off x="0" y="0"/>
              <a:ext cx="5856987" cy="1196790"/>
              <a:chOff x="0" y="0"/>
              <a:chExt cx="958483" cy="195852"/>
            </a:xfrm>
          </p:grpSpPr>
          <p:sp>
            <p:nvSpPr>
              <p:cNvPr name="Freeform 32" id="32"/>
              <p:cNvSpPr/>
              <p:nvPr/>
            </p:nvSpPr>
            <p:spPr>
              <a:xfrm flipH="false" flipV="false" rot="0">
                <a:off x="0" y="0"/>
                <a:ext cx="958483" cy="195852"/>
              </a:xfrm>
              <a:custGeom>
                <a:avLst/>
                <a:gdLst/>
                <a:ahLst/>
                <a:cxnLst/>
                <a:rect r="r" b="b" t="t" l="l"/>
                <a:pathLst>
                  <a:path h="195852" w="958483">
                    <a:moveTo>
                      <a:pt x="28199" y="0"/>
                    </a:moveTo>
                    <a:lnTo>
                      <a:pt x="930284" y="0"/>
                    </a:lnTo>
                    <a:cubicBezTo>
                      <a:pt x="945858" y="0"/>
                      <a:pt x="958483" y="12625"/>
                      <a:pt x="958483" y="28199"/>
                    </a:cubicBezTo>
                    <a:lnTo>
                      <a:pt x="958483" y="167653"/>
                    </a:lnTo>
                    <a:cubicBezTo>
                      <a:pt x="958483" y="183227"/>
                      <a:pt x="945858" y="195852"/>
                      <a:pt x="930284" y="195852"/>
                    </a:cubicBezTo>
                    <a:lnTo>
                      <a:pt x="28199" y="195852"/>
                    </a:lnTo>
                    <a:cubicBezTo>
                      <a:pt x="20720" y="195852"/>
                      <a:pt x="13548" y="192881"/>
                      <a:pt x="8259" y="187593"/>
                    </a:cubicBezTo>
                    <a:cubicBezTo>
                      <a:pt x="2971" y="182305"/>
                      <a:pt x="0" y="175132"/>
                      <a:pt x="0" y="167653"/>
                    </a:cubicBezTo>
                    <a:lnTo>
                      <a:pt x="0" y="28199"/>
                    </a:lnTo>
                    <a:cubicBezTo>
                      <a:pt x="0" y="12625"/>
                      <a:pt x="12625" y="0"/>
                      <a:pt x="28199" y="0"/>
                    </a:cubicBezTo>
                    <a:close/>
                  </a:path>
                </a:pathLst>
              </a:custGeom>
              <a:solidFill>
                <a:srgbClr val="828A73"/>
              </a:solidFill>
              <a:ln w="19050" cap="sq">
                <a:solidFill>
                  <a:srgbClr val="231F20"/>
                </a:solidFill>
                <a:prstDash val="solid"/>
                <a:miter/>
              </a:ln>
            </p:spPr>
          </p:sp>
          <p:sp>
            <p:nvSpPr>
              <p:cNvPr name="TextBox 33" id="33"/>
              <p:cNvSpPr txBox="true"/>
              <p:nvPr/>
            </p:nvSpPr>
            <p:spPr>
              <a:xfrm>
                <a:off x="0" y="-38100"/>
                <a:ext cx="958483" cy="233952"/>
              </a:xfrm>
              <a:prstGeom prst="rect">
                <a:avLst/>
              </a:prstGeom>
            </p:spPr>
            <p:txBody>
              <a:bodyPr anchor="ctr" rtlCol="false" tIns="50800" lIns="50800" bIns="50800" rIns="50800"/>
              <a:lstStyle/>
              <a:p>
                <a:pPr algn="ctr">
                  <a:lnSpc>
                    <a:spcPts val="2800"/>
                  </a:lnSpc>
                </a:pPr>
              </a:p>
            </p:txBody>
          </p:sp>
        </p:grpSp>
      </p:grpSp>
      <p:grpSp>
        <p:nvGrpSpPr>
          <p:cNvPr name="Group 34" id="34"/>
          <p:cNvGrpSpPr/>
          <p:nvPr/>
        </p:nvGrpSpPr>
        <p:grpSpPr>
          <a:xfrm rot="0">
            <a:off x="11373254" y="3863432"/>
            <a:ext cx="4392741" cy="1112136"/>
            <a:chOff x="0" y="0"/>
            <a:chExt cx="5856987" cy="1482849"/>
          </a:xfrm>
        </p:grpSpPr>
        <p:sp>
          <p:nvSpPr>
            <p:cNvPr name="Freeform 35" id="35"/>
            <p:cNvSpPr/>
            <p:nvPr/>
          </p:nvSpPr>
          <p:spPr>
            <a:xfrm flipH="false" flipV="false" rot="0">
              <a:off x="1588" y="607358"/>
              <a:ext cx="5802814" cy="875491"/>
            </a:xfrm>
            <a:custGeom>
              <a:avLst/>
              <a:gdLst/>
              <a:ahLst/>
              <a:cxnLst/>
              <a:rect r="r" b="b" t="t" l="l"/>
              <a:pathLst>
                <a:path h="875491" w="5802814">
                  <a:moveTo>
                    <a:pt x="0" y="0"/>
                  </a:moveTo>
                  <a:lnTo>
                    <a:pt x="5802815" y="0"/>
                  </a:lnTo>
                  <a:lnTo>
                    <a:pt x="5802815" y="875491"/>
                  </a:lnTo>
                  <a:lnTo>
                    <a:pt x="0" y="875491"/>
                  </a:lnTo>
                  <a:lnTo>
                    <a:pt x="0" y="0"/>
                  </a:lnTo>
                  <a:close/>
                </a:path>
              </a:pathLst>
            </a:custGeom>
            <a:blipFill>
              <a:blip r:embed="rId4"/>
              <a:stretch>
                <a:fillRect l="0" t="-14473" r="0" b="-14473"/>
              </a:stretch>
            </a:blipFill>
          </p:spPr>
        </p:sp>
        <p:grpSp>
          <p:nvGrpSpPr>
            <p:cNvPr name="Group 36" id="36"/>
            <p:cNvGrpSpPr/>
            <p:nvPr/>
          </p:nvGrpSpPr>
          <p:grpSpPr>
            <a:xfrm rot="0">
              <a:off x="0" y="0"/>
              <a:ext cx="5856987" cy="1196790"/>
              <a:chOff x="0" y="0"/>
              <a:chExt cx="958483" cy="195852"/>
            </a:xfrm>
          </p:grpSpPr>
          <p:sp>
            <p:nvSpPr>
              <p:cNvPr name="Freeform 37" id="37"/>
              <p:cNvSpPr/>
              <p:nvPr/>
            </p:nvSpPr>
            <p:spPr>
              <a:xfrm flipH="false" flipV="false" rot="0">
                <a:off x="0" y="0"/>
                <a:ext cx="958483" cy="195852"/>
              </a:xfrm>
              <a:custGeom>
                <a:avLst/>
                <a:gdLst/>
                <a:ahLst/>
                <a:cxnLst/>
                <a:rect r="r" b="b" t="t" l="l"/>
                <a:pathLst>
                  <a:path h="195852" w="958483">
                    <a:moveTo>
                      <a:pt x="28199" y="0"/>
                    </a:moveTo>
                    <a:lnTo>
                      <a:pt x="930284" y="0"/>
                    </a:lnTo>
                    <a:cubicBezTo>
                      <a:pt x="945858" y="0"/>
                      <a:pt x="958483" y="12625"/>
                      <a:pt x="958483" y="28199"/>
                    </a:cubicBezTo>
                    <a:lnTo>
                      <a:pt x="958483" y="167653"/>
                    </a:lnTo>
                    <a:cubicBezTo>
                      <a:pt x="958483" y="183227"/>
                      <a:pt x="945858" y="195852"/>
                      <a:pt x="930284" y="195852"/>
                    </a:cubicBezTo>
                    <a:lnTo>
                      <a:pt x="28199" y="195852"/>
                    </a:lnTo>
                    <a:cubicBezTo>
                      <a:pt x="20720" y="195852"/>
                      <a:pt x="13548" y="192881"/>
                      <a:pt x="8259" y="187593"/>
                    </a:cubicBezTo>
                    <a:cubicBezTo>
                      <a:pt x="2971" y="182305"/>
                      <a:pt x="0" y="175132"/>
                      <a:pt x="0" y="167653"/>
                    </a:cubicBezTo>
                    <a:lnTo>
                      <a:pt x="0" y="28199"/>
                    </a:lnTo>
                    <a:cubicBezTo>
                      <a:pt x="0" y="12625"/>
                      <a:pt x="12625" y="0"/>
                      <a:pt x="28199" y="0"/>
                    </a:cubicBezTo>
                    <a:close/>
                  </a:path>
                </a:pathLst>
              </a:custGeom>
              <a:solidFill>
                <a:srgbClr val="828A73"/>
              </a:solidFill>
              <a:ln w="19050" cap="sq">
                <a:solidFill>
                  <a:srgbClr val="231F20"/>
                </a:solidFill>
                <a:prstDash val="solid"/>
                <a:miter/>
              </a:ln>
            </p:spPr>
          </p:sp>
          <p:sp>
            <p:nvSpPr>
              <p:cNvPr name="TextBox 38" id="38"/>
              <p:cNvSpPr txBox="true"/>
              <p:nvPr/>
            </p:nvSpPr>
            <p:spPr>
              <a:xfrm>
                <a:off x="0" y="-38100"/>
                <a:ext cx="958483" cy="233952"/>
              </a:xfrm>
              <a:prstGeom prst="rect">
                <a:avLst/>
              </a:prstGeom>
            </p:spPr>
            <p:txBody>
              <a:bodyPr anchor="ctr" rtlCol="false" tIns="50800" lIns="50800" bIns="50800" rIns="50800"/>
              <a:lstStyle/>
              <a:p>
                <a:pPr algn="ctr">
                  <a:lnSpc>
                    <a:spcPts val="2800"/>
                  </a:lnSpc>
                </a:pPr>
              </a:p>
            </p:txBody>
          </p:sp>
        </p:grpSp>
      </p:grpSp>
      <p:grpSp>
        <p:nvGrpSpPr>
          <p:cNvPr name="Group 39" id="39"/>
          <p:cNvGrpSpPr/>
          <p:nvPr/>
        </p:nvGrpSpPr>
        <p:grpSpPr>
          <a:xfrm rot="0">
            <a:off x="2547394" y="6670008"/>
            <a:ext cx="4392741" cy="1127528"/>
            <a:chOff x="0" y="0"/>
            <a:chExt cx="5856987" cy="1503371"/>
          </a:xfrm>
        </p:grpSpPr>
        <p:sp>
          <p:nvSpPr>
            <p:cNvPr name="Freeform 40" id="40"/>
            <p:cNvSpPr/>
            <p:nvPr/>
          </p:nvSpPr>
          <p:spPr>
            <a:xfrm flipH="false" flipV="false" rot="0">
              <a:off x="54173" y="627880"/>
              <a:ext cx="5802814" cy="875491"/>
            </a:xfrm>
            <a:custGeom>
              <a:avLst/>
              <a:gdLst/>
              <a:ahLst/>
              <a:cxnLst/>
              <a:rect r="r" b="b" t="t" l="l"/>
              <a:pathLst>
                <a:path h="875491" w="5802814">
                  <a:moveTo>
                    <a:pt x="0" y="0"/>
                  </a:moveTo>
                  <a:lnTo>
                    <a:pt x="5802814" y="0"/>
                  </a:lnTo>
                  <a:lnTo>
                    <a:pt x="5802814" y="875491"/>
                  </a:lnTo>
                  <a:lnTo>
                    <a:pt x="0" y="875491"/>
                  </a:lnTo>
                  <a:lnTo>
                    <a:pt x="0" y="0"/>
                  </a:lnTo>
                  <a:close/>
                </a:path>
              </a:pathLst>
            </a:custGeom>
            <a:blipFill>
              <a:blip r:embed="rId4"/>
              <a:stretch>
                <a:fillRect l="0" t="-14473" r="0" b="-14473"/>
              </a:stretch>
            </a:blipFill>
          </p:spPr>
        </p:sp>
        <p:grpSp>
          <p:nvGrpSpPr>
            <p:cNvPr name="Group 41" id="41"/>
            <p:cNvGrpSpPr/>
            <p:nvPr/>
          </p:nvGrpSpPr>
          <p:grpSpPr>
            <a:xfrm rot="0">
              <a:off x="0" y="0"/>
              <a:ext cx="5856987" cy="1196790"/>
              <a:chOff x="0" y="0"/>
              <a:chExt cx="958483" cy="195852"/>
            </a:xfrm>
          </p:grpSpPr>
          <p:sp>
            <p:nvSpPr>
              <p:cNvPr name="Freeform 42" id="42"/>
              <p:cNvSpPr/>
              <p:nvPr/>
            </p:nvSpPr>
            <p:spPr>
              <a:xfrm flipH="false" flipV="false" rot="0">
                <a:off x="0" y="0"/>
                <a:ext cx="958483" cy="195852"/>
              </a:xfrm>
              <a:custGeom>
                <a:avLst/>
                <a:gdLst/>
                <a:ahLst/>
                <a:cxnLst/>
                <a:rect r="r" b="b" t="t" l="l"/>
                <a:pathLst>
                  <a:path h="195852" w="958483">
                    <a:moveTo>
                      <a:pt x="28199" y="0"/>
                    </a:moveTo>
                    <a:lnTo>
                      <a:pt x="930284" y="0"/>
                    </a:lnTo>
                    <a:cubicBezTo>
                      <a:pt x="945858" y="0"/>
                      <a:pt x="958483" y="12625"/>
                      <a:pt x="958483" y="28199"/>
                    </a:cubicBezTo>
                    <a:lnTo>
                      <a:pt x="958483" y="167653"/>
                    </a:lnTo>
                    <a:cubicBezTo>
                      <a:pt x="958483" y="183227"/>
                      <a:pt x="945858" y="195852"/>
                      <a:pt x="930284" y="195852"/>
                    </a:cubicBezTo>
                    <a:lnTo>
                      <a:pt x="28199" y="195852"/>
                    </a:lnTo>
                    <a:cubicBezTo>
                      <a:pt x="20720" y="195852"/>
                      <a:pt x="13548" y="192881"/>
                      <a:pt x="8259" y="187593"/>
                    </a:cubicBezTo>
                    <a:cubicBezTo>
                      <a:pt x="2971" y="182305"/>
                      <a:pt x="0" y="175132"/>
                      <a:pt x="0" y="167653"/>
                    </a:cubicBezTo>
                    <a:lnTo>
                      <a:pt x="0" y="28199"/>
                    </a:lnTo>
                    <a:cubicBezTo>
                      <a:pt x="0" y="12625"/>
                      <a:pt x="12625" y="0"/>
                      <a:pt x="28199" y="0"/>
                    </a:cubicBezTo>
                    <a:close/>
                  </a:path>
                </a:pathLst>
              </a:custGeom>
              <a:solidFill>
                <a:srgbClr val="828A73"/>
              </a:solidFill>
              <a:ln w="19050" cap="sq">
                <a:solidFill>
                  <a:srgbClr val="231F20"/>
                </a:solidFill>
                <a:prstDash val="solid"/>
                <a:miter/>
              </a:ln>
            </p:spPr>
          </p:sp>
          <p:sp>
            <p:nvSpPr>
              <p:cNvPr name="TextBox 43" id="43"/>
              <p:cNvSpPr txBox="true"/>
              <p:nvPr/>
            </p:nvSpPr>
            <p:spPr>
              <a:xfrm>
                <a:off x="0" y="-38100"/>
                <a:ext cx="958483" cy="233952"/>
              </a:xfrm>
              <a:prstGeom prst="rect">
                <a:avLst/>
              </a:prstGeom>
            </p:spPr>
            <p:txBody>
              <a:bodyPr anchor="ctr" rtlCol="false" tIns="50800" lIns="50800" bIns="50800" rIns="50800"/>
              <a:lstStyle/>
              <a:p>
                <a:pPr algn="ctr">
                  <a:lnSpc>
                    <a:spcPts val="2800"/>
                  </a:lnSpc>
                </a:pPr>
              </a:p>
            </p:txBody>
          </p:sp>
        </p:grpSp>
      </p:grpSp>
      <p:grpSp>
        <p:nvGrpSpPr>
          <p:cNvPr name="Group 44" id="44"/>
          <p:cNvGrpSpPr/>
          <p:nvPr/>
        </p:nvGrpSpPr>
        <p:grpSpPr>
          <a:xfrm rot="0">
            <a:off x="11349111" y="6670008"/>
            <a:ext cx="4396569" cy="1078908"/>
            <a:chOff x="0" y="0"/>
            <a:chExt cx="5862092" cy="1438545"/>
          </a:xfrm>
        </p:grpSpPr>
        <p:sp>
          <p:nvSpPr>
            <p:cNvPr name="Freeform 45" id="45"/>
            <p:cNvSpPr/>
            <p:nvPr/>
          </p:nvSpPr>
          <p:spPr>
            <a:xfrm flipH="false" flipV="false" rot="0">
              <a:off x="59277" y="563054"/>
              <a:ext cx="5802814" cy="875491"/>
            </a:xfrm>
            <a:custGeom>
              <a:avLst/>
              <a:gdLst/>
              <a:ahLst/>
              <a:cxnLst/>
              <a:rect r="r" b="b" t="t" l="l"/>
              <a:pathLst>
                <a:path h="875491" w="5802814">
                  <a:moveTo>
                    <a:pt x="0" y="0"/>
                  </a:moveTo>
                  <a:lnTo>
                    <a:pt x="5802815" y="0"/>
                  </a:lnTo>
                  <a:lnTo>
                    <a:pt x="5802815" y="875491"/>
                  </a:lnTo>
                  <a:lnTo>
                    <a:pt x="0" y="875491"/>
                  </a:lnTo>
                  <a:lnTo>
                    <a:pt x="0" y="0"/>
                  </a:lnTo>
                  <a:close/>
                </a:path>
              </a:pathLst>
            </a:custGeom>
            <a:blipFill>
              <a:blip r:embed="rId4"/>
              <a:stretch>
                <a:fillRect l="0" t="-14473" r="0" b="-14473"/>
              </a:stretch>
            </a:blipFill>
          </p:spPr>
        </p:sp>
        <p:grpSp>
          <p:nvGrpSpPr>
            <p:cNvPr name="Group 46" id="46"/>
            <p:cNvGrpSpPr/>
            <p:nvPr/>
          </p:nvGrpSpPr>
          <p:grpSpPr>
            <a:xfrm rot="0">
              <a:off x="0" y="0"/>
              <a:ext cx="5856987" cy="1196790"/>
              <a:chOff x="0" y="0"/>
              <a:chExt cx="958483" cy="195852"/>
            </a:xfrm>
          </p:grpSpPr>
          <p:sp>
            <p:nvSpPr>
              <p:cNvPr name="Freeform 47" id="47"/>
              <p:cNvSpPr/>
              <p:nvPr/>
            </p:nvSpPr>
            <p:spPr>
              <a:xfrm flipH="false" flipV="false" rot="0">
                <a:off x="0" y="0"/>
                <a:ext cx="958483" cy="195852"/>
              </a:xfrm>
              <a:custGeom>
                <a:avLst/>
                <a:gdLst/>
                <a:ahLst/>
                <a:cxnLst/>
                <a:rect r="r" b="b" t="t" l="l"/>
                <a:pathLst>
                  <a:path h="195852" w="958483">
                    <a:moveTo>
                      <a:pt x="28199" y="0"/>
                    </a:moveTo>
                    <a:lnTo>
                      <a:pt x="930284" y="0"/>
                    </a:lnTo>
                    <a:cubicBezTo>
                      <a:pt x="945858" y="0"/>
                      <a:pt x="958483" y="12625"/>
                      <a:pt x="958483" y="28199"/>
                    </a:cubicBezTo>
                    <a:lnTo>
                      <a:pt x="958483" y="167653"/>
                    </a:lnTo>
                    <a:cubicBezTo>
                      <a:pt x="958483" y="183227"/>
                      <a:pt x="945858" y="195852"/>
                      <a:pt x="930284" y="195852"/>
                    </a:cubicBezTo>
                    <a:lnTo>
                      <a:pt x="28199" y="195852"/>
                    </a:lnTo>
                    <a:cubicBezTo>
                      <a:pt x="20720" y="195852"/>
                      <a:pt x="13548" y="192881"/>
                      <a:pt x="8259" y="187593"/>
                    </a:cubicBezTo>
                    <a:cubicBezTo>
                      <a:pt x="2971" y="182305"/>
                      <a:pt x="0" y="175132"/>
                      <a:pt x="0" y="167653"/>
                    </a:cubicBezTo>
                    <a:lnTo>
                      <a:pt x="0" y="28199"/>
                    </a:lnTo>
                    <a:cubicBezTo>
                      <a:pt x="0" y="12625"/>
                      <a:pt x="12625" y="0"/>
                      <a:pt x="28199" y="0"/>
                    </a:cubicBezTo>
                    <a:close/>
                  </a:path>
                </a:pathLst>
              </a:custGeom>
              <a:solidFill>
                <a:srgbClr val="828A73"/>
              </a:solidFill>
              <a:ln w="19050" cap="sq">
                <a:solidFill>
                  <a:srgbClr val="231F20"/>
                </a:solidFill>
                <a:prstDash val="solid"/>
                <a:miter/>
              </a:ln>
            </p:spPr>
          </p:sp>
          <p:sp>
            <p:nvSpPr>
              <p:cNvPr name="TextBox 48" id="48"/>
              <p:cNvSpPr txBox="true"/>
              <p:nvPr/>
            </p:nvSpPr>
            <p:spPr>
              <a:xfrm>
                <a:off x="0" y="-38100"/>
                <a:ext cx="958483" cy="233952"/>
              </a:xfrm>
              <a:prstGeom prst="rect">
                <a:avLst/>
              </a:prstGeom>
            </p:spPr>
            <p:txBody>
              <a:bodyPr anchor="ctr" rtlCol="false" tIns="50800" lIns="50800" bIns="50800" rIns="50800"/>
              <a:lstStyle/>
              <a:p>
                <a:pPr algn="ctr">
                  <a:lnSpc>
                    <a:spcPts val="2800"/>
                  </a:lnSpc>
                </a:pPr>
              </a:p>
            </p:txBody>
          </p:sp>
        </p:grpSp>
      </p:grpSp>
      <p:sp>
        <p:nvSpPr>
          <p:cNvPr name="TextBox 49" id="49"/>
          <p:cNvSpPr txBox="true"/>
          <p:nvPr/>
        </p:nvSpPr>
        <p:spPr>
          <a:xfrm rot="0">
            <a:off x="5708300" y="1112093"/>
            <a:ext cx="6871400" cy="1111250"/>
          </a:xfrm>
          <a:prstGeom prst="rect">
            <a:avLst/>
          </a:prstGeom>
        </p:spPr>
        <p:txBody>
          <a:bodyPr anchor="t" rtlCol="false" tIns="0" lIns="0" bIns="0" rIns="0">
            <a:spAutoFit/>
          </a:bodyPr>
          <a:lstStyle/>
          <a:p>
            <a:pPr algn="ctr">
              <a:lnSpc>
                <a:spcPts val="9100"/>
              </a:lnSpc>
            </a:pPr>
            <a:r>
              <a:rPr lang="en-US" sz="6500">
                <a:solidFill>
                  <a:srgbClr val="3E4047"/>
                </a:solidFill>
                <a:latin typeface="Tlab 레트로라이프"/>
                <a:ea typeface="Tlab 레트로라이프"/>
                <a:cs typeface="Tlab 레트로라이프"/>
                <a:sym typeface="Tlab 레트로라이프"/>
              </a:rPr>
              <a:t>문제 인식</a:t>
            </a:r>
          </a:p>
        </p:txBody>
      </p:sp>
      <p:sp>
        <p:nvSpPr>
          <p:cNvPr name="TextBox 50" id="50"/>
          <p:cNvSpPr txBox="true"/>
          <p:nvPr/>
        </p:nvSpPr>
        <p:spPr>
          <a:xfrm rot="0">
            <a:off x="1899672" y="800238"/>
            <a:ext cx="1925141" cy="1677808"/>
          </a:xfrm>
          <a:prstGeom prst="rect">
            <a:avLst/>
          </a:prstGeom>
        </p:spPr>
        <p:txBody>
          <a:bodyPr anchor="t" rtlCol="false" tIns="0" lIns="0" bIns="0" rIns="0">
            <a:spAutoFit/>
          </a:bodyPr>
          <a:lstStyle/>
          <a:p>
            <a:pPr algn="ctr">
              <a:lnSpc>
                <a:spcPts val="13784"/>
              </a:lnSpc>
            </a:pPr>
            <a:r>
              <a:rPr lang="en-US" sz="9846" b="true">
                <a:solidFill>
                  <a:srgbClr val="CFCFCF"/>
                </a:solidFill>
                <a:latin typeface="Tlab 레트로라이프 Bold"/>
                <a:ea typeface="Tlab 레트로라이프 Bold"/>
                <a:cs typeface="Tlab 레트로라이프 Bold"/>
                <a:sym typeface="Tlab 레트로라이프 Bold"/>
              </a:rPr>
              <a:t>02</a:t>
            </a:r>
          </a:p>
        </p:txBody>
      </p:sp>
      <p:sp>
        <p:nvSpPr>
          <p:cNvPr name="TextBox 51" id="51"/>
          <p:cNvSpPr txBox="true"/>
          <p:nvPr/>
        </p:nvSpPr>
        <p:spPr>
          <a:xfrm rot="0">
            <a:off x="2666258" y="4943336"/>
            <a:ext cx="4535159" cy="1037336"/>
          </a:xfrm>
          <a:prstGeom prst="rect">
            <a:avLst/>
          </a:prstGeom>
        </p:spPr>
        <p:txBody>
          <a:bodyPr anchor="t" rtlCol="false" tIns="0" lIns="0" bIns="0" rIns="0">
            <a:spAutoFit/>
          </a:bodyPr>
          <a:lstStyle/>
          <a:p>
            <a:pPr algn="l">
              <a:lnSpc>
                <a:spcPts val="2812"/>
              </a:lnSpc>
            </a:pPr>
            <a:r>
              <a:rPr lang="en-US" sz="1900">
                <a:solidFill>
                  <a:srgbClr val="727070"/>
                </a:solidFill>
                <a:latin typeface="Noto Sans Kr"/>
                <a:ea typeface="Noto Sans Kr"/>
                <a:cs typeface="Noto Sans Kr"/>
                <a:sym typeface="Noto Sans Kr"/>
              </a:rPr>
              <a:t>Lorem ipsum dolor sit amet, consectetur adipiscing elit. Quisque vestibulum quis odio in pellentesque. </a:t>
            </a:r>
          </a:p>
        </p:txBody>
      </p:sp>
      <p:sp>
        <p:nvSpPr>
          <p:cNvPr name="TextBox 52" id="52"/>
          <p:cNvSpPr txBox="true"/>
          <p:nvPr/>
        </p:nvSpPr>
        <p:spPr>
          <a:xfrm rot="0">
            <a:off x="2561784" y="4023676"/>
            <a:ext cx="4325714" cy="523875"/>
          </a:xfrm>
          <a:prstGeom prst="rect">
            <a:avLst/>
          </a:prstGeom>
        </p:spPr>
        <p:txBody>
          <a:bodyPr anchor="t" rtlCol="false" tIns="0" lIns="0" bIns="0" rIns="0">
            <a:spAutoFit/>
          </a:bodyPr>
          <a:lstStyle/>
          <a:p>
            <a:pPr algn="ctr">
              <a:lnSpc>
                <a:spcPts val="4200"/>
              </a:lnSpc>
            </a:pPr>
            <a:r>
              <a:rPr lang="en-US" sz="3000" b="true">
                <a:solidFill>
                  <a:srgbClr val="FFFFFF"/>
                </a:solidFill>
                <a:latin typeface="Noto Sans Kr Bold"/>
                <a:ea typeface="Noto Sans Kr Bold"/>
                <a:cs typeface="Noto Sans Kr Bold"/>
                <a:sym typeface="Noto Sans Kr Bold"/>
              </a:rPr>
              <a:t>비용 증가</a:t>
            </a:r>
          </a:p>
        </p:txBody>
      </p:sp>
      <p:sp>
        <p:nvSpPr>
          <p:cNvPr name="TextBox 53" id="53"/>
          <p:cNvSpPr txBox="true"/>
          <p:nvPr/>
        </p:nvSpPr>
        <p:spPr>
          <a:xfrm rot="0">
            <a:off x="11492117" y="4943336"/>
            <a:ext cx="4535159" cy="1037336"/>
          </a:xfrm>
          <a:prstGeom prst="rect">
            <a:avLst/>
          </a:prstGeom>
        </p:spPr>
        <p:txBody>
          <a:bodyPr anchor="t" rtlCol="false" tIns="0" lIns="0" bIns="0" rIns="0">
            <a:spAutoFit/>
          </a:bodyPr>
          <a:lstStyle/>
          <a:p>
            <a:pPr algn="l">
              <a:lnSpc>
                <a:spcPts val="2812"/>
              </a:lnSpc>
            </a:pPr>
            <a:r>
              <a:rPr lang="en-US" sz="1900">
                <a:solidFill>
                  <a:srgbClr val="727070"/>
                </a:solidFill>
                <a:latin typeface="Noto Sans Kr"/>
                <a:ea typeface="Noto Sans Kr"/>
                <a:cs typeface="Noto Sans Kr"/>
                <a:sym typeface="Noto Sans Kr"/>
              </a:rPr>
              <a:t>Lorem ipsum dolor sit amet, consectetur adipiscing elit. Quisque vestibulum quis odio in pellentesque. </a:t>
            </a:r>
          </a:p>
        </p:txBody>
      </p:sp>
      <p:sp>
        <p:nvSpPr>
          <p:cNvPr name="TextBox 54" id="54"/>
          <p:cNvSpPr txBox="true"/>
          <p:nvPr/>
        </p:nvSpPr>
        <p:spPr>
          <a:xfrm rot="0">
            <a:off x="11387643" y="4023676"/>
            <a:ext cx="4325714" cy="523875"/>
          </a:xfrm>
          <a:prstGeom prst="rect">
            <a:avLst/>
          </a:prstGeom>
        </p:spPr>
        <p:txBody>
          <a:bodyPr anchor="t" rtlCol="false" tIns="0" lIns="0" bIns="0" rIns="0">
            <a:spAutoFit/>
          </a:bodyPr>
          <a:lstStyle/>
          <a:p>
            <a:pPr algn="ctr">
              <a:lnSpc>
                <a:spcPts val="4200"/>
              </a:lnSpc>
            </a:pPr>
            <a:r>
              <a:rPr lang="en-US" sz="3000" b="true">
                <a:solidFill>
                  <a:srgbClr val="FFFFFF"/>
                </a:solidFill>
                <a:latin typeface="Noto Sans Kr Bold"/>
                <a:ea typeface="Noto Sans Kr Bold"/>
                <a:cs typeface="Noto Sans Kr Bold"/>
                <a:sym typeface="Noto Sans Kr Bold"/>
              </a:rPr>
              <a:t>데이터 통합 문제</a:t>
            </a:r>
          </a:p>
        </p:txBody>
      </p:sp>
      <p:sp>
        <p:nvSpPr>
          <p:cNvPr name="TextBox 55" id="55"/>
          <p:cNvSpPr txBox="true"/>
          <p:nvPr/>
        </p:nvSpPr>
        <p:spPr>
          <a:xfrm rot="0">
            <a:off x="2666258" y="7749911"/>
            <a:ext cx="4535159" cy="1037336"/>
          </a:xfrm>
          <a:prstGeom prst="rect">
            <a:avLst/>
          </a:prstGeom>
        </p:spPr>
        <p:txBody>
          <a:bodyPr anchor="t" rtlCol="false" tIns="0" lIns="0" bIns="0" rIns="0">
            <a:spAutoFit/>
          </a:bodyPr>
          <a:lstStyle/>
          <a:p>
            <a:pPr algn="l">
              <a:lnSpc>
                <a:spcPts val="2812"/>
              </a:lnSpc>
            </a:pPr>
            <a:r>
              <a:rPr lang="en-US" sz="1900">
                <a:solidFill>
                  <a:srgbClr val="727070"/>
                </a:solidFill>
                <a:latin typeface="Noto Sans Kr"/>
                <a:ea typeface="Noto Sans Kr"/>
                <a:cs typeface="Noto Sans Kr"/>
                <a:sym typeface="Noto Sans Kr"/>
              </a:rPr>
              <a:t>Lorem ipsum dolor sit amet, consectetur adipiscing elit. Quisque vestibulum quis odio in pellentesque. </a:t>
            </a:r>
          </a:p>
        </p:txBody>
      </p:sp>
      <p:sp>
        <p:nvSpPr>
          <p:cNvPr name="TextBox 56" id="56"/>
          <p:cNvSpPr txBox="true"/>
          <p:nvPr/>
        </p:nvSpPr>
        <p:spPr>
          <a:xfrm rot="0">
            <a:off x="2561784" y="6830251"/>
            <a:ext cx="4325714" cy="523875"/>
          </a:xfrm>
          <a:prstGeom prst="rect">
            <a:avLst/>
          </a:prstGeom>
        </p:spPr>
        <p:txBody>
          <a:bodyPr anchor="t" rtlCol="false" tIns="0" lIns="0" bIns="0" rIns="0">
            <a:spAutoFit/>
          </a:bodyPr>
          <a:lstStyle/>
          <a:p>
            <a:pPr algn="ctr">
              <a:lnSpc>
                <a:spcPts val="4200"/>
              </a:lnSpc>
            </a:pPr>
            <a:r>
              <a:rPr lang="en-US" sz="3000" b="true">
                <a:solidFill>
                  <a:srgbClr val="FFFFFF"/>
                </a:solidFill>
                <a:latin typeface="Noto Sans Kr Bold"/>
                <a:ea typeface="Noto Sans Kr Bold"/>
                <a:cs typeface="Noto Sans Kr Bold"/>
                <a:sym typeface="Noto Sans Kr Bold"/>
              </a:rPr>
              <a:t>고객 이탈률 증가</a:t>
            </a:r>
          </a:p>
        </p:txBody>
      </p:sp>
      <p:sp>
        <p:nvSpPr>
          <p:cNvPr name="TextBox 57" id="57"/>
          <p:cNvSpPr txBox="true"/>
          <p:nvPr/>
        </p:nvSpPr>
        <p:spPr>
          <a:xfrm rot="0">
            <a:off x="11467974" y="7749911"/>
            <a:ext cx="4535159" cy="1037336"/>
          </a:xfrm>
          <a:prstGeom prst="rect">
            <a:avLst/>
          </a:prstGeom>
        </p:spPr>
        <p:txBody>
          <a:bodyPr anchor="t" rtlCol="false" tIns="0" lIns="0" bIns="0" rIns="0">
            <a:spAutoFit/>
          </a:bodyPr>
          <a:lstStyle/>
          <a:p>
            <a:pPr algn="l">
              <a:lnSpc>
                <a:spcPts val="2812"/>
              </a:lnSpc>
            </a:pPr>
            <a:r>
              <a:rPr lang="en-US" sz="1900">
                <a:solidFill>
                  <a:srgbClr val="727070"/>
                </a:solidFill>
                <a:latin typeface="Noto Sans Kr"/>
                <a:ea typeface="Noto Sans Kr"/>
                <a:cs typeface="Noto Sans Kr"/>
                <a:sym typeface="Noto Sans Kr"/>
              </a:rPr>
              <a:t>Lorem ipsum dolor sit amet, consectetur adipiscing elit. Quisque vestibulum quis odio in pellentesque. </a:t>
            </a:r>
          </a:p>
        </p:txBody>
      </p:sp>
      <p:sp>
        <p:nvSpPr>
          <p:cNvPr name="TextBox 58" id="58"/>
          <p:cNvSpPr txBox="true"/>
          <p:nvPr/>
        </p:nvSpPr>
        <p:spPr>
          <a:xfrm rot="0">
            <a:off x="11363500" y="6830251"/>
            <a:ext cx="4325714" cy="523875"/>
          </a:xfrm>
          <a:prstGeom prst="rect">
            <a:avLst/>
          </a:prstGeom>
        </p:spPr>
        <p:txBody>
          <a:bodyPr anchor="t" rtlCol="false" tIns="0" lIns="0" bIns="0" rIns="0">
            <a:spAutoFit/>
          </a:bodyPr>
          <a:lstStyle/>
          <a:p>
            <a:pPr algn="ctr">
              <a:lnSpc>
                <a:spcPts val="4200"/>
              </a:lnSpc>
            </a:pPr>
            <a:r>
              <a:rPr lang="en-US" sz="3000" b="true">
                <a:solidFill>
                  <a:srgbClr val="FFFFFF"/>
                </a:solidFill>
                <a:latin typeface="Noto Sans Kr Bold"/>
                <a:ea typeface="Noto Sans Kr Bold"/>
                <a:cs typeface="Noto Sans Kr Bold"/>
                <a:sym typeface="Noto Sans Kr Bold"/>
              </a:rPr>
              <a:t>프로세스 비효울성</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AutoShape 17" id="17"/>
          <p:cNvSpPr/>
          <p:nvPr/>
        </p:nvSpPr>
        <p:spPr>
          <a:xfrm flipV="true">
            <a:off x="1899672" y="2487572"/>
            <a:ext cx="14376297" cy="0"/>
          </a:xfrm>
          <a:prstGeom prst="line">
            <a:avLst/>
          </a:prstGeom>
          <a:ln cap="flat" w="19050">
            <a:solidFill>
              <a:srgbClr val="231F20"/>
            </a:solidFill>
            <a:prstDash val="solid"/>
            <a:headEnd type="none" len="sm" w="sm"/>
            <a:tailEnd type="none" len="sm" w="sm"/>
          </a:ln>
        </p:spPr>
      </p:sp>
      <p:pic>
        <p:nvPicPr>
          <p:cNvPr name="Picture 18" id="18"/>
          <p:cNvPicPr>
            <a:picLocks noChangeAspect="true"/>
          </p:cNvPicPr>
          <p:nvPr/>
        </p:nvPicPr>
        <p:blipFill>
          <a:blip r:embed="rId2"/>
          <a:stretch>
            <a:fillRect/>
          </a:stretch>
        </p:blipFill>
        <p:spPr>
          <a:xfrm rot="0">
            <a:off x="8932456" y="3430959"/>
            <a:ext cx="7923986" cy="6181121"/>
          </a:xfrm>
          <a:prstGeom prst="rect">
            <a:avLst/>
          </a:prstGeom>
        </p:spPr>
      </p:pic>
      <p:pic>
        <p:nvPicPr>
          <p:cNvPr name="Picture 19" id="19"/>
          <p:cNvPicPr>
            <a:picLocks noChangeAspect="true"/>
          </p:cNvPicPr>
          <p:nvPr/>
        </p:nvPicPr>
        <p:blipFill>
          <a:blip r:embed="rId3"/>
          <a:stretch>
            <a:fillRect/>
          </a:stretch>
        </p:blipFill>
        <p:spPr>
          <a:xfrm rot="0">
            <a:off x="1382484" y="3360532"/>
            <a:ext cx="7985333" cy="6253321"/>
          </a:xfrm>
          <a:prstGeom prst="rect">
            <a:avLst/>
          </a:prstGeom>
        </p:spPr>
      </p:pic>
      <p:grpSp>
        <p:nvGrpSpPr>
          <p:cNvPr name="Group 20" id="20"/>
          <p:cNvGrpSpPr/>
          <p:nvPr/>
        </p:nvGrpSpPr>
        <p:grpSpPr>
          <a:xfrm rot="0">
            <a:off x="9626398" y="3160922"/>
            <a:ext cx="6565902" cy="725705"/>
            <a:chOff x="0" y="0"/>
            <a:chExt cx="8754536" cy="967606"/>
          </a:xfrm>
        </p:grpSpPr>
        <p:grpSp>
          <p:nvGrpSpPr>
            <p:cNvPr name="Group 21" id="21"/>
            <p:cNvGrpSpPr/>
            <p:nvPr/>
          </p:nvGrpSpPr>
          <p:grpSpPr>
            <a:xfrm rot="0">
              <a:off x="105672" y="115727"/>
              <a:ext cx="8648864" cy="851880"/>
              <a:chOff x="0" y="0"/>
              <a:chExt cx="1767174" cy="174060"/>
            </a:xfrm>
          </p:grpSpPr>
          <p:sp>
            <p:nvSpPr>
              <p:cNvPr name="Freeform 22" id="22"/>
              <p:cNvSpPr/>
              <p:nvPr/>
            </p:nvSpPr>
            <p:spPr>
              <a:xfrm flipH="false" flipV="false" rot="0">
                <a:off x="0" y="0"/>
                <a:ext cx="1767174" cy="174060"/>
              </a:xfrm>
              <a:custGeom>
                <a:avLst/>
                <a:gdLst/>
                <a:ahLst/>
                <a:cxnLst/>
                <a:rect r="r" b="b" t="t" l="l"/>
                <a:pathLst>
                  <a:path h="174060" w="1767174">
                    <a:moveTo>
                      <a:pt x="0" y="0"/>
                    </a:moveTo>
                    <a:lnTo>
                      <a:pt x="1767174" y="0"/>
                    </a:lnTo>
                    <a:lnTo>
                      <a:pt x="1767174" y="174060"/>
                    </a:lnTo>
                    <a:lnTo>
                      <a:pt x="0" y="174060"/>
                    </a:lnTo>
                    <a:close/>
                  </a:path>
                </a:pathLst>
              </a:custGeom>
              <a:solidFill>
                <a:srgbClr val="575849"/>
              </a:solidFill>
            </p:spPr>
          </p:sp>
          <p:sp>
            <p:nvSpPr>
              <p:cNvPr name="TextBox 23" id="23"/>
              <p:cNvSpPr txBox="true"/>
              <p:nvPr/>
            </p:nvSpPr>
            <p:spPr>
              <a:xfrm>
                <a:off x="0" y="-38100"/>
                <a:ext cx="1767174" cy="212160"/>
              </a:xfrm>
              <a:prstGeom prst="rect">
                <a:avLst/>
              </a:prstGeom>
            </p:spPr>
            <p:txBody>
              <a:bodyPr anchor="ctr" rtlCol="false" tIns="50800" lIns="50800" bIns="50800" rIns="50800"/>
              <a:lstStyle/>
              <a:p>
                <a:pPr algn="ctr">
                  <a:lnSpc>
                    <a:spcPts val="2800"/>
                  </a:lnSpc>
                </a:pPr>
              </a:p>
            </p:txBody>
          </p:sp>
        </p:grpSp>
        <p:grpSp>
          <p:nvGrpSpPr>
            <p:cNvPr name="Group 24" id="24"/>
            <p:cNvGrpSpPr/>
            <p:nvPr/>
          </p:nvGrpSpPr>
          <p:grpSpPr>
            <a:xfrm rot="0">
              <a:off x="0" y="0"/>
              <a:ext cx="8648864" cy="851880"/>
              <a:chOff x="0" y="0"/>
              <a:chExt cx="1767174" cy="174060"/>
            </a:xfrm>
          </p:grpSpPr>
          <p:sp>
            <p:nvSpPr>
              <p:cNvPr name="Freeform 25" id="25"/>
              <p:cNvSpPr/>
              <p:nvPr/>
            </p:nvSpPr>
            <p:spPr>
              <a:xfrm flipH="false" flipV="false" rot="0">
                <a:off x="0" y="0"/>
                <a:ext cx="1767174" cy="174060"/>
              </a:xfrm>
              <a:custGeom>
                <a:avLst/>
                <a:gdLst/>
                <a:ahLst/>
                <a:cxnLst/>
                <a:rect r="r" b="b" t="t" l="l"/>
                <a:pathLst>
                  <a:path h="174060" w="1767174">
                    <a:moveTo>
                      <a:pt x="0" y="0"/>
                    </a:moveTo>
                    <a:lnTo>
                      <a:pt x="1767174" y="0"/>
                    </a:lnTo>
                    <a:lnTo>
                      <a:pt x="1767174" y="174060"/>
                    </a:lnTo>
                    <a:lnTo>
                      <a:pt x="0" y="174060"/>
                    </a:lnTo>
                    <a:close/>
                  </a:path>
                </a:pathLst>
              </a:custGeom>
              <a:solidFill>
                <a:srgbClr val="909685"/>
              </a:solidFill>
            </p:spPr>
          </p:sp>
          <p:sp>
            <p:nvSpPr>
              <p:cNvPr name="TextBox 26" id="26"/>
              <p:cNvSpPr txBox="true"/>
              <p:nvPr/>
            </p:nvSpPr>
            <p:spPr>
              <a:xfrm>
                <a:off x="0" y="-38100"/>
                <a:ext cx="1767174" cy="212160"/>
              </a:xfrm>
              <a:prstGeom prst="rect">
                <a:avLst/>
              </a:prstGeom>
            </p:spPr>
            <p:txBody>
              <a:bodyPr anchor="ctr" rtlCol="false" tIns="50800" lIns="50800" bIns="50800" rIns="50800"/>
              <a:lstStyle/>
              <a:p>
                <a:pPr algn="ctr">
                  <a:lnSpc>
                    <a:spcPts val="2800"/>
                  </a:lnSpc>
                </a:pPr>
              </a:p>
            </p:txBody>
          </p:sp>
        </p:grpSp>
      </p:grpSp>
      <p:grpSp>
        <p:nvGrpSpPr>
          <p:cNvPr name="Group 27" id="27"/>
          <p:cNvGrpSpPr/>
          <p:nvPr/>
        </p:nvGrpSpPr>
        <p:grpSpPr>
          <a:xfrm rot="0">
            <a:off x="2095700" y="3160922"/>
            <a:ext cx="6565902" cy="725705"/>
            <a:chOff x="0" y="0"/>
            <a:chExt cx="8754536" cy="967606"/>
          </a:xfrm>
        </p:grpSpPr>
        <p:grpSp>
          <p:nvGrpSpPr>
            <p:cNvPr name="Group 28" id="28"/>
            <p:cNvGrpSpPr/>
            <p:nvPr/>
          </p:nvGrpSpPr>
          <p:grpSpPr>
            <a:xfrm rot="0">
              <a:off x="105672" y="115727"/>
              <a:ext cx="8648864" cy="851880"/>
              <a:chOff x="0" y="0"/>
              <a:chExt cx="1767174" cy="174060"/>
            </a:xfrm>
          </p:grpSpPr>
          <p:sp>
            <p:nvSpPr>
              <p:cNvPr name="Freeform 29" id="29"/>
              <p:cNvSpPr/>
              <p:nvPr/>
            </p:nvSpPr>
            <p:spPr>
              <a:xfrm flipH="false" flipV="false" rot="0">
                <a:off x="0" y="0"/>
                <a:ext cx="1767174" cy="174060"/>
              </a:xfrm>
              <a:custGeom>
                <a:avLst/>
                <a:gdLst/>
                <a:ahLst/>
                <a:cxnLst/>
                <a:rect r="r" b="b" t="t" l="l"/>
                <a:pathLst>
                  <a:path h="174060" w="1767174">
                    <a:moveTo>
                      <a:pt x="0" y="0"/>
                    </a:moveTo>
                    <a:lnTo>
                      <a:pt x="1767174" y="0"/>
                    </a:lnTo>
                    <a:lnTo>
                      <a:pt x="1767174" y="174060"/>
                    </a:lnTo>
                    <a:lnTo>
                      <a:pt x="0" y="174060"/>
                    </a:lnTo>
                    <a:close/>
                  </a:path>
                </a:pathLst>
              </a:custGeom>
              <a:solidFill>
                <a:srgbClr val="575849"/>
              </a:solidFill>
            </p:spPr>
          </p:sp>
          <p:sp>
            <p:nvSpPr>
              <p:cNvPr name="TextBox 30" id="30"/>
              <p:cNvSpPr txBox="true"/>
              <p:nvPr/>
            </p:nvSpPr>
            <p:spPr>
              <a:xfrm>
                <a:off x="0" y="-38100"/>
                <a:ext cx="1767174" cy="212160"/>
              </a:xfrm>
              <a:prstGeom prst="rect">
                <a:avLst/>
              </a:prstGeom>
            </p:spPr>
            <p:txBody>
              <a:bodyPr anchor="ctr" rtlCol="false" tIns="50800" lIns="50800" bIns="50800" rIns="50800"/>
              <a:lstStyle/>
              <a:p>
                <a:pPr algn="ctr">
                  <a:lnSpc>
                    <a:spcPts val="2800"/>
                  </a:lnSpc>
                </a:pPr>
              </a:p>
            </p:txBody>
          </p:sp>
        </p:grpSp>
        <p:grpSp>
          <p:nvGrpSpPr>
            <p:cNvPr name="Group 31" id="31"/>
            <p:cNvGrpSpPr/>
            <p:nvPr/>
          </p:nvGrpSpPr>
          <p:grpSpPr>
            <a:xfrm rot="0">
              <a:off x="0" y="0"/>
              <a:ext cx="8648864" cy="851880"/>
              <a:chOff x="0" y="0"/>
              <a:chExt cx="1767174" cy="174060"/>
            </a:xfrm>
          </p:grpSpPr>
          <p:sp>
            <p:nvSpPr>
              <p:cNvPr name="Freeform 32" id="32"/>
              <p:cNvSpPr/>
              <p:nvPr/>
            </p:nvSpPr>
            <p:spPr>
              <a:xfrm flipH="false" flipV="false" rot="0">
                <a:off x="0" y="0"/>
                <a:ext cx="1767174" cy="174060"/>
              </a:xfrm>
              <a:custGeom>
                <a:avLst/>
                <a:gdLst/>
                <a:ahLst/>
                <a:cxnLst/>
                <a:rect r="r" b="b" t="t" l="l"/>
                <a:pathLst>
                  <a:path h="174060" w="1767174">
                    <a:moveTo>
                      <a:pt x="0" y="0"/>
                    </a:moveTo>
                    <a:lnTo>
                      <a:pt x="1767174" y="0"/>
                    </a:lnTo>
                    <a:lnTo>
                      <a:pt x="1767174" y="174060"/>
                    </a:lnTo>
                    <a:lnTo>
                      <a:pt x="0" y="174060"/>
                    </a:lnTo>
                    <a:close/>
                  </a:path>
                </a:pathLst>
              </a:custGeom>
              <a:solidFill>
                <a:srgbClr val="909685"/>
              </a:solidFill>
            </p:spPr>
          </p:sp>
          <p:sp>
            <p:nvSpPr>
              <p:cNvPr name="TextBox 33" id="33"/>
              <p:cNvSpPr txBox="true"/>
              <p:nvPr/>
            </p:nvSpPr>
            <p:spPr>
              <a:xfrm>
                <a:off x="0" y="-38100"/>
                <a:ext cx="1767174" cy="212160"/>
              </a:xfrm>
              <a:prstGeom prst="rect">
                <a:avLst/>
              </a:prstGeom>
            </p:spPr>
            <p:txBody>
              <a:bodyPr anchor="ctr" rtlCol="false" tIns="50800" lIns="50800" bIns="50800" rIns="50800"/>
              <a:lstStyle/>
              <a:p>
                <a:pPr algn="ctr">
                  <a:lnSpc>
                    <a:spcPts val="2800"/>
                  </a:lnSpc>
                </a:pPr>
              </a:p>
            </p:txBody>
          </p:sp>
        </p:grpSp>
      </p:grpSp>
      <p:sp>
        <p:nvSpPr>
          <p:cNvPr name="Freeform 34" id="34"/>
          <p:cNvSpPr/>
          <p:nvPr/>
        </p:nvSpPr>
        <p:spPr>
          <a:xfrm flipH="false" flipV="false" rot="0">
            <a:off x="12057952" y="7595435"/>
            <a:ext cx="410806" cy="415337"/>
          </a:xfrm>
          <a:custGeom>
            <a:avLst/>
            <a:gdLst/>
            <a:ahLst/>
            <a:cxnLst/>
            <a:rect r="r" b="b" t="t" l="l"/>
            <a:pathLst>
              <a:path h="415337" w="410806">
                <a:moveTo>
                  <a:pt x="0" y="0"/>
                </a:moveTo>
                <a:lnTo>
                  <a:pt x="410807" y="0"/>
                </a:lnTo>
                <a:lnTo>
                  <a:pt x="410807" y="415337"/>
                </a:lnTo>
                <a:lnTo>
                  <a:pt x="0" y="4153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5" id="35"/>
          <p:cNvSpPr txBox="true"/>
          <p:nvPr/>
        </p:nvSpPr>
        <p:spPr>
          <a:xfrm rot="0">
            <a:off x="5708300" y="1112093"/>
            <a:ext cx="6871400" cy="1111250"/>
          </a:xfrm>
          <a:prstGeom prst="rect">
            <a:avLst/>
          </a:prstGeom>
        </p:spPr>
        <p:txBody>
          <a:bodyPr anchor="t" rtlCol="false" tIns="0" lIns="0" bIns="0" rIns="0">
            <a:spAutoFit/>
          </a:bodyPr>
          <a:lstStyle/>
          <a:p>
            <a:pPr algn="ctr">
              <a:lnSpc>
                <a:spcPts val="9100"/>
              </a:lnSpc>
            </a:pPr>
            <a:r>
              <a:rPr lang="en-US" sz="6500">
                <a:solidFill>
                  <a:srgbClr val="3E4047"/>
                </a:solidFill>
                <a:latin typeface="Tlab 레트로라이프"/>
                <a:ea typeface="Tlab 레트로라이프"/>
                <a:cs typeface="Tlab 레트로라이프"/>
                <a:sym typeface="Tlab 레트로라이프"/>
              </a:rPr>
              <a:t>현황 분석</a:t>
            </a:r>
          </a:p>
        </p:txBody>
      </p:sp>
      <p:sp>
        <p:nvSpPr>
          <p:cNvPr name="TextBox 36" id="36"/>
          <p:cNvSpPr txBox="true"/>
          <p:nvPr/>
        </p:nvSpPr>
        <p:spPr>
          <a:xfrm rot="0">
            <a:off x="1899672" y="800238"/>
            <a:ext cx="1925141" cy="1677808"/>
          </a:xfrm>
          <a:prstGeom prst="rect">
            <a:avLst/>
          </a:prstGeom>
        </p:spPr>
        <p:txBody>
          <a:bodyPr anchor="t" rtlCol="false" tIns="0" lIns="0" bIns="0" rIns="0">
            <a:spAutoFit/>
          </a:bodyPr>
          <a:lstStyle/>
          <a:p>
            <a:pPr algn="ctr">
              <a:lnSpc>
                <a:spcPts val="13784"/>
              </a:lnSpc>
            </a:pPr>
            <a:r>
              <a:rPr lang="en-US" sz="9846" b="true">
                <a:solidFill>
                  <a:srgbClr val="CFCFCF"/>
                </a:solidFill>
                <a:latin typeface="Tlab 레트로라이프 Bold"/>
                <a:ea typeface="Tlab 레트로라이프 Bold"/>
                <a:cs typeface="Tlab 레트로라이프 Bold"/>
                <a:sym typeface="Tlab 레트로라이프 Bold"/>
              </a:rPr>
              <a:t>03</a:t>
            </a:r>
          </a:p>
        </p:txBody>
      </p:sp>
      <p:sp>
        <p:nvSpPr>
          <p:cNvPr name="TextBox 37" id="37"/>
          <p:cNvSpPr txBox="true"/>
          <p:nvPr/>
        </p:nvSpPr>
        <p:spPr>
          <a:xfrm rot="0">
            <a:off x="11116438" y="3245427"/>
            <a:ext cx="3801081" cy="422275"/>
          </a:xfrm>
          <a:prstGeom prst="rect">
            <a:avLst/>
          </a:prstGeom>
        </p:spPr>
        <p:txBody>
          <a:bodyPr anchor="t" rtlCol="false" tIns="0" lIns="0" bIns="0" rIns="0">
            <a:spAutoFit/>
          </a:bodyPr>
          <a:lstStyle/>
          <a:p>
            <a:pPr algn="ctr">
              <a:lnSpc>
                <a:spcPts val="3499"/>
              </a:lnSpc>
            </a:pPr>
            <a:r>
              <a:rPr lang="en-US" sz="2499" b="true">
                <a:solidFill>
                  <a:srgbClr val="FFFFFF"/>
                </a:solidFill>
                <a:latin typeface="Noto Sans Kr Bold"/>
                <a:ea typeface="Noto Sans Kr Bold"/>
                <a:cs typeface="Noto Sans Kr Bold"/>
                <a:sym typeface="Noto Sans Kr Bold"/>
              </a:rPr>
              <a:t>고객 이탈률 23% 증가</a:t>
            </a:r>
          </a:p>
        </p:txBody>
      </p:sp>
      <p:sp>
        <p:nvSpPr>
          <p:cNvPr name="TextBox 38" id="38"/>
          <p:cNvSpPr txBox="true"/>
          <p:nvPr/>
        </p:nvSpPr>
        <p:spPr>
          <a:xfrm rot="0">
            <a:off x="12263356" y="7537378"/>
            <a:ext cx="4012613" cy="473395"/>
          </a:xfrm>
          <a:prstGeom prst="rect">
            <a:avLst/>
          </a:prstGeom>
        </p:spPr>
        <p:txBody>
          <a:bodyPr anchor="t" rtlCol="false" tIns="0" lIns="0" bIns="0" rIns="0">
            <a:spAutoFit/>
          </a:bodyPr>
          <a:lstStyle/>
          <a:p>
            <a:pPr algn="ctr">
              <a:lnSpc>
                <a:spcPts val="3832"/>
              </a:lnSpc>
            </a:pPr>
            <a:r>
              <a:rPr lang="en-US" b="true" sz="2737">
                <a:solidFill>
                  <a:srgbClr val="3E4047"/>
                </a:solidFill>
                <a:latin typeface="Noto Sans Kr Bold"/>
                <a:ea typeface="Noto Sans Kr Bold"/>
                <a:cs typeface="Noto Sans Kr Bold"/>
                <a:sym typeface="Noto Sans Kr Bold"/>
              </a:rPr>
              <a:t>연간 매출 손실액 4억원</a:t>
            </a:r>
          </a:p>
        </p:txBody>
      </p:sp>
      <p:sp>
        <p:nvSpPr>
          <p:cNvPr name="TextBox 39" id="39"/>
          <p:cNvSpPr txBox="true"/>
          <p:nvPr/>
        </p:nvSpPr>
        <p:spPr>
          <a:xfrm rot="0">
            <a:off x="3681913" y="3245427"/>
            <a:ext cx="3188707" cy="422275"/>
          </a:xfrm>
          <a:prstGeom prst="rect">
            <a:avLst/>
          </a:prstGeom>
        </p:spPr>
        <p:txBody>
          <a:bodyPr anchor="t" rtlCol="false" tIns="0" lIns="0" bIns="0" rIns="0">
            <a:spAutoFit/>
          </a:bodyPr>
          <a:lstStyle/>
          <a:p>
            <a:pPr algn="ctr">
              <a:lnSpc>
                <a:spcPts val="3499"/>
              </a:lnSpc>
            </a:pPr>
            <a:r>
              <a:rPr lang="en-US" sz="2499" b="true">
                <a:solidFill>
                  <a:srgbClr val="FFFFFF"/>
                </a:solidFill>
                <a:latin typeface="Noto Sans Kr Bold"/>
                <a:ea typeface="Noto Sans Kr Bold"/>
                <a:cs typeface="Noto Sans Kr Bold"/>
                <a:sym typeface="Noto Sans Kr Bold"/>
              </a:rPr>
              <a:t>시스템  작업 시간</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AutoShape 17" id="17"/>
          <p:cNvSpPr/>
          <p:nvPr/>
        </p:nvSpPr>
        <p:spPr>
          <a:xfrm flipV="true">
            <a:off x="1899672" y="2487572"/>
            <a:ext cx="14376297" cy="0"/>
          </a:xfrm>
          <a:prstGeom prst="line">
            <a:avLst/>
          </a:prstGeom>
          <a:ln cap="flat" w="19050">
            <a:solidFill>
              <a:srgbClr val="231F20"/>
            </a:solidFill>
            <a:prstDash val="solid"/>
            <a:headEnd type="none" len="sm" w="sm"/>
            <a:tailEnd type="none" len="sm" w="sm"/>
          </a:ln>
        </p:spPr>
      </p:sp>
      <p:grpSp>
        <p:nvGrpSpPr>
          <p:cNvPr name="Group 18" id="18"/>
          <p:cNvGrpSpPr/>
          <p:nvPr/>
        </p:nvGrpSpPr>
        <p:grpSpPr>
          <a:xfrm rot="0">
            <a:off x="2388174" y="6390501"/>
            <a:ext cx="5118512" cy="1872326"/>
            <a:chOff x="0" y="0"/>
            <a:chExt cx="1304815" cy="477295"/>
          </a:xfrm>
        </p:grpSpPr>
        <p:sp>
          <p:nvSpPr>
            <p:cNvPr name="Freeform 19" id="19"/>
            <p:cNvSpPr/>
            <p:nvPr/>
          </p:nvSpPr>
          <p:spPr>
            <a:xfrm flipH="false" flipV="false" rot="0">
              <a:off x="0" y="0"/>
              <a:ext cx="1304815" cy="477295"/>
            </a:xfrm>
            <a:custGeom>
              <a:avLst/>
              <a:gdLst/>
              <a:ahLst/>
              <a:cxnLst/>
              <a:rect r="r" b="b" t="t" l="l"/>
              <a:pathLst>
                <a:path h="477295" w="1304815">
                  <a:moveTo>
                    <a:pt x="27226" y="0"/>
                  </a:moveTo>
                  <a:lnTo>
                    <a:pt x="1277589" y="0"/>
                  </a:lnTo>
                  <a:cubicBezTo>
                    <a:pt x="1292626" y="0"/>
                    <a:pt x="1304815" y="12189"/>
                    <a:pt x="1304815" y="27226"/>
                  </a:cubicBezTo>
                  <a:lnTo>
                    <a:pt x="1304815" y="450069"/>
                  </a:lnTo>
                  <a:cubicBezTo>
                    <a:pt x="1304815" y="465105"/>
                    <a:pt x="1292626" y="477295"/>
                    <a:pt x="1277589" y="477295"/>
                  </a:cubicBezTo>
                  <a:lnTo>
                    <a:pt x="27226" y="477295"/>
                  </a:lnTo>
                  <a:cubicBezTo>
                    <a:pt x="12189" y="477295"/>
                    <a:pt x="0" y="465105"/>
                    <a:pt x="0" y="450069"/>
                  </a:cubicBezTo>
                  <a:lnTo>
                    <a:pt x="0" y="27226"/>
                  </a:lnTo>
                  <a:cubicBezTo>
                    <a:pt x="0" y="12189"/>
                    <a:pt x="12189" y="0"/>
                    <a:pt x="27226" y="0"/>
                  </a:cubicBezTo>
                  <a:close/>
                </a:path>
              </a:pathLst>
            </a:custGeom>
            <a:solidFill>
              <a:srgbClr val="F6F6F6"/>
            </a:solidFill>
            <a:ln w="19050" cap="sq">
              <a:solidFill>
                <a:srgbClr val="231F20"/>
              </a:solidFill>
              <a:prstDash val="solid"/>
              <a:miter/>
            </a:ln>
          </p:spPr>
        </p:sp>
        <p:sp>
          <p:nvSpPr>
            <p:cNvPr name="TextBox 20" id="20"/>
            <p:cNvSpPr txBox="true"/>
            <p:nvPr/>
          </p:nvSpPr>
          <p:spPr>
            <a:xfrm>
              <a:off x="0" y="-28575"/>
              <a:ext cx="1304815" cy="50587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8661268" y="3789930"/>
            <a:ext cx="5238453" cy="1872326"/>
            <a:chOff x="0" y="0"/>
            <a:chExt cx="1335390" cy="477295"/>
          </a:xfrm>
        </p:grpSpPr>
        <p:sp>
          <p:nvSpPr>
            <p:cNvPr name="Freeform 22" id="22"/>
            <p:cNvSpPr/>
            <p:nvPr/>
          </p:nvSpPr>
          <p:spPr>
            <a:xfrm flipH="false" flipV="false" rot="0">
              <a:off x="0" y="0"/>
              <a:ext cx="1335390" cy="477295"/>
            </a:xfrm>
            <a:custGeom>
              <a:avLst/>
              <a:gdLst/>
              <a:ahLst/>
              <a:cxnLst/>
              <a:rect r="r" b="b" t="t" l="l"/>
              <a:pathLst>
                <a:path h="477295" w="1335390">
                  <a:moveTo>
                    <a:pt x="26602" y="0"/>
                  </a:moveTo>
                  <a:lnTo>
                    <a:pt x="1308788" y="0"/>
                  </a:lnTo>
                  <a:cubicBezTo>
                    <a:pt x="1315843" y="0"/>
                    <a:pt x="1322610" y="2803"/>
                    <a:pt x="1327599" y="7792"/>
                  </a:cubicBezTo>
                  <a:cubicBezTo>
                    <a:pt x="1332588" y="12781"/>
                    <a:pt x="1335390" y="19547"/>
                    <a:pt x="1335390" y="26602"/>
                  </a:cubicBezTo>
                  <a:lnTo>
                    <a:pt x="1335390" y="450693"/>
                  </a:lnTo>
                  <a:cubicBezTo>
                    <a:pt x="1335390" y="457748"/>
                    <a:pt x="1332588" y="464514"/>
                    <a:pt x="1327599" y="469503"/>
                  </a:cubicBezTo>
                  <a:cubicBezTo>
                    <a:pt x="1322610" y="474492"/>
                    <a:pt x="1315843" y="477295"/>
                    <a:pt x="1308788" y="477295"/>
                  </a:cubicBezTo>
                  <a:lnTo>
                    <a:pt x="26602" y="477295"/>
                  </a:lnTo>
                  <a:cubicBezTo>
                    <a:pt x="19547" y="477295"/>
                    <a:pt x="12781" y="474492"/>
                    <a:pt x="7792" y="469503"/>
                  </a:cubicBezTo>
                  <a:cubicBezTo>
                    <a:pt x="2803" y="464514"/>
                    <a:pt x="0" y="457748"/>
                    <a:pt x="0" y="450693"/>
                  </a:cubicBezTo>
                  <a:lnTo>
                    <a:pt x="0" y="26602"/>
                  </a:lnTo>
                  <a:cubicBezTo>
                    <a:pt x="0" y="19547"/>
                    <a:pt x="2803" y="12781"/>
                    <a:pt x="7792" y="7792"/>
                  </a:cubicBezTo>
                  <a:cubicBezTo>
                    <a:pt x="12781" y="2803"/>
                    <a:pt x="19547" y="0"/>
                    <a:pt x="26602" y="0"/>
                  </a:cubicBezTo>
                  <a:close/>
                </a:path>
              </a:pathLst>
            </a:custGeom>
            <a:solidFill>
              <a:srgbClr val="F6F6F6"/>
            </a:solidFill>
            <a:ln w="19050" cap="sq">
              <a:solidFill>
                <a:srgbClr val="231F20"/>
              </a:solidFill>
              <a:prstDash val="solid"/>
              <a:miter/>
            </a:ln>
          </p:spPr>
        </p:sp>
        <p:sp>
          <p:nvSpPr>
            <p:cNvPr name="TextBox 23" id="23"/>
            <p:cNvSpPr txBox="true"/>
            <p:nvPr/>
          </p:nvSpPr>
          <p:spPr>
            <a:xfrm>
              <a:off x="0" y="-28575"/>
              <a:ext cx="1335390" cy="50587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661268" y="6390501"/>
            <a:ext cx="5238453" cy="1872326"/>
            <a:chOff x="0" y="0"/>
            <a:chExt cx="1335390" cy="477295"/>
          </a:xfrm>
        </p:grpSpPr>
        <p:sp>
          <p:nvSpPr>
            <p:cNvPr name="Freeform 25" id="25"/>
            <p:cNvSpPr/>
            <p:nvPr/>
          </p:nvSpPr>
          <p:spPr>
            <a:xfrm flipH="false" flipV="false" rot="0">
              <a:off x="0" y="0"/>
              <a:ext cx="1335390" cy="477295"/>
            </a:xfrm>
            <a:custGeom>
              <a:avLst/>
              <a:gdLst/>
              <a:ahLst/>
              <a:cxnLst/>
              <a:rect r="r" b="b" t="t" l="l"/>
              <a:pathLst>
                <a:path h="477295" w="1335390">
                  <a:moveTo>
                    <a:pt x="26602" y="0"/>
                  </a:moveTo>
                  <a:lnTo>
                    <a:pt x="1308788" y="0"/>
                  </a:lnTo>
                  <a:cubicBezTo>
                    <a:pt x="1315843" y="0"/>
                    <a:pt x="1322610" y="2803"/>
                    <a:pt x="1327599" y="7792"/>
                  </a:cubicBezTo>
                  <a:cubicBezTo>
                    <a:pt x="1332588" y="12781"/>
                    <a:pt x="1335390" y="19547"/>
                    <a:pt x="1335390" y="26602"/>
                  </a:cubicBezTo>
                  <a:lnTo>
                    <a:pt x="1335390" y="450693"/>
                  </a:lnTo>
                  <a:cubicBezTo>
                    <a:pt x="1335390" y="457748"/>
                    <a:pt x="1332588" y="464514"/>
                    <a:pt x="1327599" y="469503"/>
                  </a:cubicBezTo>
                  <a:cubicBezTo>
                    <a:pt x="1322610" y="474492"/>
                    <a:pt x="1315843" y="477295"/>
                    <a:pt x="1308788" y="477295"/>
                  </a:cubicBezTo>
                  <a:lnTo>
                    <a:pt x="26602" y="477295"/>
                  </a:lnTo>
                  <a:cubicBezTo>
                    <a:pt x="19547" y="477295"/>
                    <a:pt x="12781" y="474492"/>
                    <a:pt x="7792" y="469503"/>
                  </a:cubicBezTo>
                  <a:cubicBezTo>
                    <a:pt x="2803" y="464514"/>
                    <a:pt x="0" y="457748"/>
                    <a:pt x="0" y="450693"/>
                  </a:cubicBezTo>
                  <a:lnTo>
                    <a:pt x="0" y="26602"/>
                  </a:lnTo>
                  <a:cubicBezTo>
                    <a:pt x="0" y="19547"/>
                    <a:pt x="2803" y="12781"/>
                    <a:pt x="7792" y="7792"/>
                  </a:cubicBezTo>
                  <a:cubicBezTo>
                    <a:pt x="12781" y="2803"/>
                    <a:pt x="19547" y="0"/>
                    <a:pt x="26602" y="0"/>
                  </a:cubicBezTo>
                  <a:close/>
                </a:path>
              </a:pathLst>
            </a:custGeom>
            <a:solidFill>
              <a:srgbClr val="F6F6F6"/>
            </a:solidFill>
            <a:ln w="19050" cap="sq">
              <a:solidFill>
                <a:srgbClr val="231F20"/>
              </a:solidFill>
              <a:prstDash val="solid"/>
              <a:miter/>
            </a:ln>
          </p:spPr>
        </p:sp>
        <p:sp>
          <p:nvSpPr>
            <p:cNvPr name="TextBox 26" id="26"/>
            <p:cNvSpPr txBox="true"/>
            <p:nvPr/>
          </p:nvSpPr>
          <p:spPr>
            <a:xfrm>
              <a:off x="0" y="-28575"/>
              <a:ext cx="1335390" cy="50587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2388174" y="3789930"/>
            <a:ext cx="5118512" cy="1872326"/>
            <a:chOff x="0" y="0"/>
            <a:chExt cx="1304815" cy="477295"/>
          </a:xfrm>
        </p:grpSpPr>
        <p:sp>
          <p:nvSpPr>
            <p:cNvPr name="Freeform 28" id="28"/>
            <p:cNvSpPr/>
            <p:nvPr/>
          </p:nvSpPr>
          <p:spPr>
            <a:xfrm flipH="false" flipV="false" rot="0">
              <a:off x="0" y="0"/>
              <a:ext cx="1304815" cy="477295"/>
            </a:xfrm>
            <a:custGeom>
              <a:avLst/>
              <a:gdLst/>
              <a:ahLst/>
              <a:cxnLst/>
              <a:rect r="r" b="b" t="t" l="l"/>
              <a:pathLst>
                <a:path h="477295" w="1304815">
                  <a:moveTo>
                    <a:pt x="27226" y="0"/>
                  </a:moveTo>
                  <a:lnTo>
                    <a:pt x="1277589" y="0"/>
                  </a:lnTo>
                  <a:cubicBezTo>
                    <a:pt x="1292626" y="0"/>
                    <a:pt x="1304815" y="12189"/>
                    <a:pt x="1304815" y="27226"/>
                  </a:cubicBezTo>
                  <a:lnTo>
                    <a:pt x="1304815" y="450069"/>
                  </a:lnTo>
                  <a:cubicBezTo>
                    <a:pt x="1304815" y="465105"/>
                    <a:pt x="1292626" y="477295"/>
                    <a:pt x="1277589" y="477295"/>
                  </a:cubicBezTo>
                  <a:lnTo>
                    <a:pt x="27226" y="477295"/>
                  </a:lnTo>
                  <a:cubicBezTo>
                    <a:pt x="12189" y="477295"/>
                    <a:pt x="0" y="465105"/>
                    <a:pt x="0" y="450069"/>
                  </a:cubicBezTo>
                  <a:lnTo>
                    <a:pt x="0" y="27226"/>
                  </a:lnTo>
                  <a:cubicBezTo>
                    <a:pt x="0" y="12189"/>
                    <a:pt x="12189" y="0"/>
                    <a:pt x="27226" y="0"/>
                  </a:cubicBezTo>
                  <a:close/>
                </a:path>
              </a:pathLst>
            </a:custGeom>
            <a:solidFill>
              <a:srgbClr val="F6F6F6"/>
            </a:solidFill>
            <a:ln w="19050" cap="sq">
              <a:solidFill>
                <a:srgbClr val="231F20"/>
              </a:solidFill>
              <a:prstDash val="solid"/>
              <a:miter/>
            </a:ln>
          </p:spPr>
        </p:sp>
        <p:sp>
          <p:nvSpPr>
            <p:cNvPr name="TextBox 29" id="29"/>
            <p:cNvSpPr txBox="true"/>
            <p:nvPr/>
          </p:nvSpPr>
          <p:spPr>
            <a:xfrm>
              <a:off x="0" y="-28575"/>
              <a:ext cx="1304815" cy="50587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910677" y="4203421"/>
            <a:ext cx="954994" cy="978413"/>
            <a:chOff x="0" y="0"/>
            <a:chExt cx="1273325" cy="1304551"/>
          </a:xfrm>
        </p:grpSpPr>
        <p:grpSp>
          <p:nvGrpSpPr>
            <p:cNvPr name="Group 31" id="31"/>
            <p:cNvGrpSpPr/>
            <p:nvPr/>
          </p:nvGrpSpPr>
          <p:grpSpPr>
            <a:xfrm rot="0">
              <a:off x="0" y="0"/>
              <a:ext cx="1273325" cy="1304551"/>
              <a:chOff x="0" y="0"/>
              <a:chExt cx="772307" cy="791246"/>
            </a:xfrm>
          </p:grpSpPr>
          <p:sp>
            <p:nvSpPr>
              <p:cNvPr name="Freeform 32" id="32"/>
              <p:cNvSpPr/>
              <p:nvPr/>
            </p:nvSpPr>
            <p:spPr>
              <a:xfrm flipH="false" flipV="false" rot="0">
                <a:off x="0" y="0"/>
                <a:ext cx="772307" cy="791246"/>
              </a:xfrm>
              <a:custGeom>
                <a:avLst/>
                <a:gdLst/>
                <a:ahLst/>
                <a:cxnLst/>
                <a:rect r="r" b="b" t="t" l="l"/>
                <a:pathLst>
                  <a:path h="791246" w="772307">
                    <a:moveTo>
                      <a:pt x="0" y="50800"/>
                    </a:moveTo>
                    <a:lnTo>
                      <a:pt x="386154" y="0"/>
                    </a:lnTo>
                    <a:lnTo>
                      <a:pt x="772307" y="50800"/>
                    </a:lnTo>
                    <a:lnTo>
                      <a:pt x="772307" y="740446"/>
                    </a:lnTo>
                    <a:lnTo>
                      <a:pt x="386154" y="791246"/>
                    </a:lnTo>
                    <a:lnTo>
                      <a:pt x="0" y="740446"/>
                    </a:lnTo>
                    <a:lnTo>
                      <a:pt x="0" y="50800"/>
                    </a:lnTo>
                    <a:close/>
                  </a:path>
                </a:pathLst>
              </a:custGeom>
              <a:solidFill>
                <a:srgbClr val="5E6A54"/>
              </a:solidFill>
              <a:ln w="9525" cap="sq">
                <a:solidFill>
                  <a:srgbClr val="FFFFFF"/>
                </a:solidFill>
                <a:prstDash val="solid"/>
                <a:miter/>
              </a:ln>
            </p:spPr>
          </p:sp>
          <p:sp>
            <p:nvSpPr>
              <p:cNvPr name="TextBox 33" id="33"/>
              <p:cNvSpPr txBox="true"/>
              <p:nvPr/>
            </p:nvSpPr>
            <p:spPr>
              <a:xfrm>
                <a:off x="0" y="-12700"/>
                <a:ext cx="772307" cy="778546"/>
              </a:xfrm>
              <a:prstGeom prst="rect">
                <a:avLst/>
              </a:prstGeom>
            </p:spPr>
            <p:txBody>
              <a:bodyPr anchor="ctr" rtlCol="false" tIns="50800" lIns="50800" bIns="50800" rIns="50800"/>
              <a:lstStyle/>
              <a:p>
                <a:pPr algn="ctr">
                  <a:lnSpc>
                    <a:spcPts val="2799"/>
                  </a:lnSpc>
                </a:pPr>
              </a:p>
            </p:txBody>
          </p:sp>
        </p:grpSp>
        <p:sp>
          <p:nvSpPr>
            <p:cNvPr name="Freeform 34" id="34"/>
            <p:cNvSpPr/>
            <p:nvPr/>
          </p:nvSpPr>
          <p:spPr>
            <a:xfrm flipH="false" flipV="false" rot="0">
              <a:off x="242446" y="210676"/>
              <a:ext cx="779548" cy="883199"/>
            </a:xfrm>
            <a:custGeom>
              <a:avLst/>
              <a:gdLst/>
              <a:ahLst/>
              <a:cxnLst/>
              <a:rect r="r" b="b" t="t" l="l"/>
              <a:pathLst>
                <a:path h="883199" w="779548">
                  <a:moveTo>
                    <a:pt x="0" y="0"/>
                  </a:moveTo>
                  <a:lnTo>
                    <a:pt x="779548" y="0"/>
                  </a:lnTo>
                  <a:lnTo>
                    <a:pt x="779548" y="883199"/>
                  </a:lnTo>
                  <a:lnTo>
                    <a:pt x="0" y="88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5" id="35"/>
            <p:cNvSpPr/>
            <p:nvPr/>
          </p:nvSpPr>
          <p:spPr>
            <a:xfrm flipH="false" flipV="false" rot="0">
              <a:off x="251436" y="210676"/>
              <a:ext cx="779548" cy="883199"/>
            </a:xfrm>
            <a:custGeom>
              <a:avLst/>
              <a:gdLst/>
              <a:ahLst/>
              <a:cxnLst/>
              <a:rect r="r" b="b" t="t" l="l"/>
              <a:pathLst>
                <a:path h="883199" w="779548">
                  <a:moveTo>
                    <a:pt x="0" y="0"/>
                  </a:moveTo>
                  <a:lnTo>
                    <a:pt x="779549" y="0"/>
                  </a:lnTo>
                  <a:lnTo>
                    <a:pt x="779549" y="883199"/>
                  </a:lnTo>
                  <a:lnTo>
                    <a:pt x="0" y="88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36" id="36"/>
          <p:cNvGrpSpPr/>
          <p:nvPr/>
        </p:nvGrpSpPr>
        <p:grpSpPr>
          <a:xfrm rot="0">
            <a:off x="8198336" y="6833320"/>
            <a:ext cx="947955" cy="971201"/>
            <a:chOff x="0" y="0"/>
            <a:chExt cx="1263940" cy="1294935"/>
          </a:xfrm>
        </p:grpSpPr>
        <p:grpSp>
          <p:nvGrpSpPr>
            <p:cNvPr name="Group 37" id="37"/>
            <p:cNvGrpSpPr/>
            <p:nvPr/>
          </p:nvGrpSpPr>
          <p:grpSpPr>
            <a:xfrm rot="0">
              <a:off x="0" y="0"/>
              <a:ext cx="1263940" cy="1294935"/>
              <a:chOff x="0" y="0"/>
              <a:chExt cx="772307" cy="791246"/>
            </a:xfrm>
          </p:grpSpPr>
          <p:sp>
            <p:nvSpPr>
              <p:cNvPr name="Freeform 38" id="38"/>
              <p:cNvSpPr/>
              <p:nvPr/>
            </p:nvSpPr>
            <p:spPr>
              <a:xfrm flipH="false" flipV="false" rot="0">
                <a:off x="0" y="0"/>
                <a:ext cx="772307" cy="791246"/>
              </a:xfrm>
              <a:custGeom>
                <a:avLst/>
                <a:gdLst/>
                <a:ahLst/>
                <a:cxnLst/>
                <a:rect r="r" b="b" t="t" l="l"/>
                <a:pathLst>
                  <a:path h="791246" w="772307">
                    <a:moveTo>
                      <a:pt x="0" y="50800"/>
                    </a:moveTo>
                    <a:lnTo>
                      <a:pt x="386154" y="0"/>
                    </a:lnTo>
                    <a:lnTo>
                      <a:pt x="772307" y="50800"/>
                    </a:lnTo>
                    <a:lnTo>
                      <a:pt x="772307" y="740446"/>
                    </a:lnTo>
                    <a:lnTo>
                      <a:pt x="386154" y="791246"/>
                    </a:lnTo>
                    <a:lnTo>
                      <a:pt x="0" y="740446"/>
                    </a:lnTo>
                    <a:lnTo>
                      <a:pt x="0" y="50800"/>
                    </a:lnTo>
                    <a:close/>
                  </a:path>
                </a:pathLst>
              </a:custGeom>
              <a:solidFill>
                <a:srgbClr val="5E6A54"/>
              </a:solidFill>
              <a:ln w="9525" cap="sq">
                <a:solidFill>
                  <a:srgbClr val="231F20"/>
                </a:solidFill>
                <a:prstDash val="solid"/>
                <a:miter/>
              </a:ln>
            </p:spPr>
          </p:sp>
          <p:sp>
            <p:nvSpPr>
              <p:cNvPr name="TextBox 39" id="39"/>
              <p:cNvSpPr txBox="true"/>
              <p:nvPr/>
            </p:nvSpPr>
            <p:spPr>
              <a:xfrm>
                <a:off x="0" y="-22225"/>
                <a:ext cx="772307" cy="788071"/>
              </a:xfrm>
              <a:prstGeom prst="rect">
                <a:avLst/>
              </a:prstGeom>
            </p:spPr>
            <p:txBody>
              <a:bodyPr anchor="ctr" rtlCol="false" tIns="50078" lIns="50078" bIns="50078" rIns="50078"/>
              <a:lstStyle/>
              <a:p>
                <a:pPr algn="ctr">
                  <a:lnSpc>
                    <a:spcPts val="2800"/>
                  </a:lnSpc>
                </a:pPr>
              </a:p>
            </p:txBody>
          </p:sp>
        </p:grpSp>
        <p:sp>
          <p:nvSpPr>
            <p:cNvPr name="Freeform 40" id="40"/>
            <p:cNvSpPr/>
            <p:nvPr/>
          </p:nvSpPr>
          <p:spPr>
            <a:xfrm flipH="false" flipV="false" rot="0">
              <a:off x="251612" y="301754"/>
              <a:ext cx="748159" cy="748159"/>
            </a:xfrm>
            <a:custGeom>
              <a:avLst/>
              <a:gdLst/>
              <a:ahLst/>
              <a:cxnLst/>
              <a:rect r="r" b="b" t="t" l="l"/>
              <a:pathLst>
                <a:path h="748159" w="748159">
                  <a:moveTo>
                    <a:pt x="0" y="0"/>
                  </a:moveTo>
                  <a:lnTo>
                    <a:pt x="748159" y="0"/>
                  </a:lnTo>
                  <a:lnTo>
                    <a:pt x="748159" y="748159"/>
                  </a:lnTo>
                  <a:lnTo>
                    <a:pt x="0" y="7481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1" id="41"/>
            <p:cNvSpPr/>
            <p:nvPr/>
          </p:nvSpPr>
          <p:spPr>
            <a:xfrm flipH="false" flipV="false" rot="0">
              <a:off x="251612" y="301754"/>
              <a:ext cx="748159" cy="748159"/>
            </a:xfrm>
            <a:custGeom>
              <a:avLst/>
              <a:gdLst/>
              <a:ahLst/>
              <a:cxnLst/>
              <a:rect r="r" b="b" t="t" l="l"/>
              <a:pathLst>
                <a:path h="748159" w="748159">
                  <a:moveTo>
                    <a:pt x="0" y="0"/>
                  </a:moveTo>
                  <a:lnTo>
                    <a:pt x="748159" y="0"/>
                  </a:lnTo>
                  <a:lnTo>
                    <a:pt x="748159" y="748159"/>
                  </a:lnTo>
                  <a:lnTo>
                    <a:pt x="0" y="7481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42" id="42"/>
          <p:cNvGrpSpPr/>
          <p:nvPr/>
        </p:nvGrpSpPr>
        <p:grpSpPr>
          <a:xfrm rot="0">
            <a:off x="1899672" y="6862192"/>
            <a:ext cx="954994" cy="978413"/>
            <a:chOff x="0" y="0"/>
            <a:chExt cx="1273325" cy="1304551"/>
          </a:xfrm>
        </p:grpSpPr>
        <p:grpSp>
          <p:nvGrpSpPr>
            <p:cNvPr name="Group 43" id="43"/>
            <p:cNvGrpSpPr/>
            <p:nvPr/>
          </p:nvGrpSpPr>
          <p:grpSpPr>
            <a:xfrm rot="0">
              <a:off x="0" y="0"/>
              <a:ext cx="1273325" cy="1304551"/>
              <a:chOff x="0" y="0"/>
              <a:chExt cx="772307" cy="791246"/>
            </a:xfrm>
          </p:grpSpPr>
          <p:sp>
            <p:nvSpPr>
              <p:cNvPr name="Freeform 44" id="44"/>
              <p:cNvSpPr/>
              <p:nvPr/>
            </p:nvSpPr>
            <p:spPr>
              <a:xfrm flipH="false" flipV="false" rot="0">
                <a:off x="0" y="0"/>
                <a:ext cx="772307" cy="791246"/>
              </a:xfrm>
              <a:custGeom>
                <a:avLst/>
                <a:gdLst/>
                <a:ahLst/>
                <a:cxnLst/>
                <a:rect r="r" b="b" t="t" l="l"/>
                <a:pathLst>
                  <a:path h="791246" w="772307">
                    <a:moveTo>
                      <a:pt x="0" y="50800"/>
                    </a:moveTo>
                    <a:lnTo>
                      <a:pt x="386154" y="0"/>
                    </a:lnTo>
                    <a:lnTo>
                      <a:pt x="772307" y="50800"/>
                    </a:lnTo>
                    <a:lnTo>
                      <a:pt x="772307" y="740446"/>
                    </a:lnTo>
                    <a:lnTo>
                      <a:pt x="386154" y="791246"/>
                    </a:lnTo>
                    <a:lnTo>
                      <a:pt x="0" y="740446"/>
                    </a:lnTo>
                    <a:lnTo>
                      <a:pt x="0" y="50800"/>
                    </a:lnTo>
                    <a:close/>
                  </a:path>
                </a:pathLst>
              </a:custGeom>
              <a:solidFill>
                <a:srgbClr val="5E6A54"/>
              </a:solidFill>
              <a:ln w="9525" cap="sq">
                <a:solidFill>
                  <a:srgbClr val="231F20"/>
                </a:solidFill>
                <a:prstDash val="solid"/>
                <a:miter/>
              </a:ln>
            </p:spPr>
          </p:sp>
          <p:sp>
            <p:nvSpPr>
              <p:cNvPr name="TextBox 45" id="45"/>
              <p:cNvSpPr txBox="true"/>
              <p:nvPr/>
            </p:nvSpPr>
            <p:spPr>
              <a:xfrm>
                <a:off x="0" y="-22225"/>
                <a:ext cx="772307" cy="788071"/>
              </a:xfrm>
              <a:prstGeom prst="rect">
                <a:avLst/>
              </a:prstGeom>
            </p:spPr>
            <p:txBody>
              <a:bodyPr anchor="ctr" rtlCol="false" tIns="50800" lIns="50800" bIns="50800" rIns="50800"/>
              <a:lstStyle/>
              <a:p>
                <a:pPr algn="ctr">
                  <a:lnSpc>
                    <a:spcPts val="2800"/>
                  </a:lnSpc>
                </a:pPr>
              </a:p>
            </p:txBody>
          </p:sp>
        </p:grpSp>
        <p:sp>
          <p:nvSpPr>
            <p:cNvPr name="Freeform 46" id="46"/>
            <p:cNvSpPr/>
            <p:nvPr/>
          </p:nvSpPr>
          <p:spPr>
            <a:xfrm flipH="false" flipV="false" rot="0">
              <a:off x="324448" y="254713"/>
              <a:ext cx="624535" cy="795125"/>
            </a:xfrm>
            <a:custGeom>
              <a:avLst/>
              <a:gdLst/>
              <a:ahLst/>
              <a:cxnLst/>
              <a:rect r="r" b="b" t="t" l="l"/>
              <a:pathLst>
                <a:path h="795125" w="624535">
                  <a:moveTo>
                    <a:pt x="0" y="0"/>
                  </a:moveTo>
                  <a:lnTo>
                    <a:pt x="624535" y="0"/>
                  </a:lnTo>
                  <a:lnTo>
                    <a:pt x="624535" y="795125"/>
                  </a:lnTo>
                  <a:lnTo>
                    <a:pt x="0" y="7951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47" id="47"/>
          <p:cNvGrpSpPr/>
          <p:nvPr/>
        </p:nvGrpSpPr>
        <p:grpSpPr>
          <a:xfrm rot="0">
            <a:off x="8182136" y="4249183"/>
            <a:ext cx="954994" cy="978413"/>
            <a:chOff x="0" y="0"/>
            <a:chExt cx="1273325" cy="1304551"/>
          </a:xfrm>
        </p:grpSpPr>
        <p:grpSp>
          <p:nvGrpSpPr>
            <p:cNvPr name="Group 48" id="48"/>
            <p:cNvGrpSpPr/>
            <p:nvPr/>
          </p:nvGrpSpPr>
          <p:grpSpPr>
            <a:xfrm rot="0">
              <a:off x="0" y="0"/>
              <a:ext cx="1273325" cy="1304551"/>
              <a:chOff x="0" y="0"/>
              <a:chExt cx="772307" cy="791246"/>
            </a:xfrm>
          </p:grpSpPr>
          <p:sp>
            <p:nvSpPr>
              <p:cNvPr name="Freeform 49" id="49"/>
              <p:cNvSpPr/>
              <p:nvPr/>
            </p:nvSpPr>
            <p:spPr>
              <a:xfrm flipH="false" flipV="false" rot="0">
                <a:off x="0" y="0"/>
                <a:ext cx="772307" cy="791246"/>
              </a:xfrm>
              <a:custGeom>
                <a:avLst/>
                <a:gdLst/>
                <a:ahLst/>
                <a:cxnLst/>
                <a:rect r="r" b="b" t="t" l="l"/>
                <a:pathLst>
                  <a:path h="791246" w="772307">
                    <a:moveTo>
                      <a:pt x="0" y="50800"/>
                    </a:moveTo>
                    <a:lnTo>
                      <a:pt x="386154" y="0"/>
                    </a:lnTo>
                    <a:lnTo>
                      <a:pt x="772307" y="50800"/>
                    </a:lnTo>
                    <a:lnTo>
                      <a:pt x="772307" y="740446"/>
                    </a:lnTo>
                    <a:lnTo>
                      <a:pt x="386154" y="791246"/>
                    </a:lnTo>
                    <a:lnTo>
                      <a:pt x="0" y="740446"/>
                    </a:lnTo>
                    <a:lnTo>
                      <a:pt x="0" y="50800"/>
                    </a:lnTo>
                    <a:close/>
                  </a:path>
                </a:pathLst>
              </a:custGeom>
              <a:solidFill>
                <a:srgbClr val="5E6A54"/>
              </a:solidFill>
              <a:ln w="9525" cap="sq">
                <a:solidFill>
                  <a:srgbClr val="231F20"/>
                </a:solidFill>
                <a:prstDash val="solid"/>
                <a:miter/>
              </a:ln>
            </p:spPr>
          </p:sp>
          <p:sp>
            <p:nvSpPr>
              <p:cNvPr name="TextBox 50" id="50"/>
              <p:cNvSpPr txBox="true"/>
              <p:nvPr/>
            </p:nvSpPr>
            <p:spPr>
              <a:xfrm>
                <a:off x="0" y="-12700"/>
                <a:ext cx="772307" cy="778546"/>
              </a:xfrm>
              <a:prstGeom prst="rect">
                <a:avLst/>
              </a:prstGeom>
            </p:spPr>
            <p:txBody>
              <a:bodyPr anchor="ctr" rtlCol="false" tIns="151458" lIns="151458" bIns="151458" rIns="151458"/>
              <a:lstStyle/>
              <a:p>
                <a:pPr algn="ctr">
                  <a:lnSpc>
                    <a:spcPts val="2799"/>
                  </a:lnSpc>
                </a:pPr>
              </a:p>
            </p:txBody>
          </p:sp>
        </p:grpSp>
        <p:sp>
          <p:nvSpPr>
            <p:cNvPr name="Freeform 51" id="51"/>
            <p:cNvSpPr/>
            <p:nvPr/>
          </p:nvSpPr>
          <p:spPr>
            <a:xfrm flipH="false" flipV="false" rot="0">
              <a:off x="253480" y="297476"/>
              <a:ext cx="705729" cy="709599"/>
            </a:xfrm>
            <a:custGeom>
              <a:avLst/>
              <a:gdLst/>
              <a:ahLst/>
              <a:cxnLst/>
              <a:rect r="r" b="b" t="t" l="l"/>
              <a:pathLst>
                <a:path h="709599" w="705729">
                  <a:moveTo>
                    <a:pt x="0" y="0"/>
                  </a:moveTo>
                  <a:lnTo>
                    <a:pt x="705729" y="0"/>
                  </a:lnTo>
                  <a:lnTo>
                    <a:pt x="705729" y="709599"/>
                  </a:lnTo>
                  <a:lnTo>
                    <a:pt x="0" y="7095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2" id="52"/>
            <p:cNvSpPr/>
            <p:nvPr/>
          </p:nvSpPr>
          <p:spPr>
            <a:xfrm flipH="false" flipV="false" rot="0">
              <a:off x="253480" y="297476"/>
              <a:ext cx="705729" cy="709599"/>
            </a:xfrm>
            <a:custGeom>
              <a:avLst/>
              <a:gdLst/>
              <a:ahLst/>
              <a:cxnLst/>
              <a:rect r="r" b="b" t="t" l="l"/>
              <a:pathLst>
                <a:path h="709599" w="705729">
                  <a:moveTo>
                    <a:pt x="0" y="0"/>
                  </a:moveTo>
                  <a:lnTo>
                    <a:pt x="705729" y="0"/>
                  </a:lnTo>
                  <a:lnTo>
                    <a:pt x="705729" y="709599"/>
                  </a:lnTo>
                  <a:lnTo>
                    <a:pt x="0" y="7095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53" id="53"/>
          <p:cNvSpPr/>
          <p:nvPr/>
        </p:nvSpPr>
        <p:spPr>
          <a:xfrm flipH="false" flipV="false" rot="0">
            <a:off x="14536071" y="6536155"/>
            <a:ext cx="2723229" cy="3081843"/>
          </a:xfrm>
          <a:custGeom>
            <a:avLst/>
            <a:gdLst/>
            <a:ahLst/>
            <a:cxnLst/>
            <a:rect r="r" b="b" t="t" l="l"/>
            <a:pathLst>
              <a:path h="3081843" w="2723229">
                <a:moveTo>
                  <a:pt x="0" y="0"/>
                </a:moveTo>
                <a:lnTo>
                  <a:pt x="2723229" y="0"/>
                </a:lnTo>
                <a:lnTo>
                  <a:pt x="2723229" y="3081843"/>
                </a:lnTo>
                <a:lnTo>
                  <a:pt x="0" y="308184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54" id="54"/>
          <p:cNvSpPr txBox="true"/>
          <p:nvPr/>
        </p:nvSpPr>
        <p:spPr>
          <a:xfrm rot="0">
            <a:off x="5708300" y="1112093"/>
            <a:ext cx="6871400" cy="1111250"/>
          </a:xfrm>
          <a:prstGeom prst="rect">
            <a:avLst/>
          </a:prstGeom>
        </p:spPr>
        <p:txBody>
          <a:bodyPr anchor="t" rtlCol="false" tIns="0" lIns="0" bIns="0" rIns="0">
            <a:spAutoFit/>
          </a:bodyPr>
          <a:lstStyle/>
          <a:p>
            <a:pPr algn="ctr">
              <a:lnSpc>
                <a:spcPts val="9100"/>
              </a:lnSpc>
            </a:pPr>
            <a:r>
              <a:rPr lang="en-US" sz="6500">
                <a:solidFill>
                  <a:srgbClr val="3E4047"/>
                </a:solidFill>
                <a:latin typeface="Tlab 레트로라이프"/>
                <a:ea typeface="Tlab 레트로라이프"/>
                <a:cs typeface="Tlab 레트로라이프"/>
                <a:sym typeface="Tlab 레트로라이프"/>
              </a:rPr>
              <a:t>제안 솔루션</a:t>
            </a:r>
          </a:p>
        </p:txBody>
      </p:sp>
      <p:sp>
        <p:nvSpPr>
          <p:cNvPr name="TextBox 55" id="55"/>
          <p:cNvSpPr txBox="true"/>
          <p:nvPr/>
        </p:nvSpPr>
        <p:spPr>
          <a:xfrm rot="0">
            <a:off x="1899672" y="800238"/>
            <a:ext cx="1925141" cy="1677808"/>
          </a:xfrm>
          <a:prstGeom prst="rect">
            <a:avLst/>
          </a:prstGeom>
        </p:spPr>
        <p:txBody>
          <a:bodyPr anchor="t" rtlCol="false" tIns="0" lIns="0" bIns="0" rIns="0">
            <a:spAutoFit/>
          </a:bodyPr>
          <a:lstStyle/>
          <a:p>
            <a:pPr algn="ctr">
              <a:lnSpc>
                <a:spcPts val="13784"/>
              </a:lnSpc>
            </a:pPr>
            <a:r>
              <a:rPr lang="en-US" sz="9846" b="true">
                <a:solidFill>
                  <a:srgbClr val="CFCFCF"/>
                </a:solidFill>
                <a:latin typeface="Tlab 레트로라이프 Bold"/>
                <a:ea typeface="Tlab 레트로라이프 Bold"/>
                <a:cs typeface="Tlab 레트로라이프 Bold"/>
                <a:sym typeface="Tlab 레트로라이프 Bold"/>
              </a:rPr>
              <a:t>04</a:t>
            </a:r>
          </a:p>
        </p:txBody>
      </p:sp>
      <p:sp>
        <p:nvSpPr>
          <p:cNvPr name="TextBox 56" id="56"/>
          <p:cNvSpPr txBox="true"/>
          <p:nvPr/>
        </p:nvSpPr>
        <p:spPr>
          <a:xfrm rot="0">
            <a:off x="3246231" y="4136746"/>
            <a:ext cx="3644328" cy="529196"/>
          </a:xfrm>
          <a:prstGeom prst="rect">
            <a:avLst/>
          </a:prstGeom>
        </p:spPr>
        <p:txBody>
          <a:bodyPr anchor="t" rtlCol="false" tIns="0" lIns="0" bIns="0" rIns="0">
            <a:spAutoFit/>
          </a:bodyPr>
          <a:lstStyle/>
          <a:p>
            <a:pPr algn="ctr">
              <a:lnSpc>
                <a:spcPts val="4339"/>
              </a:lnSpc>
            </a:pPr>
            <a:r>
              <a:rPr lang="en-US" b="true" sz="3099">
                <a:solidFill>
                  <a:srgbClr val="3E4047"/>
                </a:solidFill>
                <a:latin typeface="Noto Sans Kr Bold"/>
                <a:ea typeface="Noto Sans Kr Bold"/>
                <a:cs typeface="Noto Sans Kr Bold"/>
                <a:sym typeface="Noto Sans Kr Bold"/>
              </a:rPr>
              <a:t>통합 관리 플랫폼</a:t>
            </a:r>
          </a:p>
        </p:txBody>
      </p:sp>
      <p:sp>
        <p:nvSpPr>
          <p:cNvPr name="TextBox 57" id="57"/>
          <p:cNvSpPr txBox="true"/>
          <p:nvPr/>
        </p:nvSpPr>
        <p:spPr>
          <a:xfrm rot="0">
            <a:off x="2984525" y="6766645"/>
            <a:ext cx="4167739" cy="529196"/>
          </a:xfrm>
          <a:prstGeom prst="rect">
            <a:avLst/>
          </a:prstGeom>
        </p:spPr>
        <p:txBody>
          <a:bodyPr anchor="t" rtlCol="false" tIns="0" lIns="0" bIns="0" rIns="0">
            <a:spAutoFit/>
          </a:bodyPr>
          <a:lstStyle/>
          <a:p>
            <a:pPr algn="ctr">
              <a:lnSpc>
                <a:spcPts val="4339"/>
              </a:lnSpc>
            </a:pPr>
            <a:r>
              <a:rPr lang="en-US" b="true" sz="3099">
                <a:solidFill>
                  <a:srgbClr val="3E4047"/>
                </a:solidFill>
                <a:latin typeface="Noto Sans Kr Bold"/>
                <a:ea typeface="Noto Sans Kr Bold"/>
                <a:cs typeface="Noto Sans Kr Bold"/>
                <a:sym typeface="Noto Sans Kr Bold"/>
              </a:rPr>
              <a:t>AI 기반 자동화</a:t>
            </a:r>
          </a:p>
        </p:txBody>
      </p:sp>
      <p:sp>
        <p:nvSpPr>
          <p:cNvPr name="TextBox 58" id="58"/>
          <p:cNvSpPr txBox="true"/>
          <p:nvPr/>
        </p:nvSpPr>
        <p:spPr>
          <a:xfrm rot="0">
            <a:off x="9388058" y="4136746"/>
            <a:ext cx="4167739" cy="529196"/>
          </a:xfrm>
          <a:prstGeom prst="rect">
            <a:avLst/>
          </a:prstGeom>
        </p:spPr>
        <p:txBody>
          <a:bodyPr anchor="t" rtlCol="false" tIns="0" lIns="0" bIns="0" rIns="0">
            <a:spAutoFit/>
          </a:bodyPr>
          <a:lstStyle/>
          <a:p>
            <a:pPr algn="ctr">
              <a:lnSpc>
                <a:spcPts val="4339"/>
              </a:lnSpc>
            </a:pPr>
            <a:r>
              <a:rPr lang="en-US" b="true" sz="3099">
                <a:solidFill>
                  <a:srgbClr val="3E4047"/>
                </a:solidFill>
                <a:latin typeface="Noto Sans Kr Bold"/>
                <a:ea typeface="Noto Sans Kr Bold"/>
                <a:cs typeface="Noto Sans Kr Bold"/>
                <a:sym typeface="Noto Sans Kr Bold"/>
              </a:rPr>
              <a:t>클라우드 인프라</a:t>
            </a:r>
          </a:p>
        </p:txBody>
      </p:sp>
      <p:sp>
        <p:nvSpPr>
          <p:cNvPr name="TextBox 59" id="59"/>
          <p:cNvSpPr txBox="true"/>
          <p:nvPr/>
        </p:nvSpPr>
        <p:spPr>
          <a:xfrm rot="0">
            <a:off x="3099033" y="4884021"/>
            <a:ext cx="4258339" cy="359252"/>
          </a:xfrm>
          <a:prstGeom prst="rect">
            <a:avLst/>
          </a:prstGeom>
        </p:spPr>
        <p:txBody>
          <a:bodyPr anchor="t" rtlCol="false" tIns="0" lIns="0" bIns="0" rIns="0">
            <a:spAutoFit/>
          </a:bodyPr>
          <a:lstStyle/>
          <a:p>
            <a:pPr algn="ctr">
              <a:lnSpc>
                <a:spcPts val="2892"/>
              </a:lnSpc>
            </a:pPr>
            <a:r>
              <a:rPr lang="en-US" sz="2066">
                <a:solidFill>
                  <a:srgbClr val="9F9F9F"/>
                </a:solidFill>
                <a:latin typeface="Noto Sans Kr"/>
                <a:ea typeface="Noto Sans Kr"/>
                <a:cs typeface="Noto Sans Kr"/>
                <a:sym typeface="Noto Sans Kr"/>
              </a:rPr>
              <a:t>모든 업무 프로세스를 한곳에서 관리</a:t>
            </a:r>
          </a:p>
        </p:txBody>
      </p:sp>
      <p:sp>
        <p:nvSpPr>
          <p:cNvPr name="TextBox 60" id="60"/>
          <p:cNvSpPr txBox="true"/>
          <p:nvPr/>
        </p:nvSpPr>
        <p:spPr>
          <a:xfrm rot="0">
            <a:off x="3043193" y="7513920"/>
            <a:ext cx="4109071" cy="359252"/>
          </a:xfrm>
          <a:prstGeom prst="rect">
            <a:avLst/>
          </a:prstGeom>
        </p:spPr>
        <p:txBody>
          <a:bodyPr anchor="t" rtlCol="false" tIns="0" lIns="0" bIns="0" rIns="0">
            <a:spAutoFit/>
          </a:bodyPr>
          <a:lstStyle/>
          <a:p>
            <a:pPr algn="ctr">
              <a:lnSpc>
                <a:spcPts val="2892"/>
              </a:lnSpc>
            </a:pPr>
            <a:r>
              <a:rPr lang="en-US" sz="2066">
                <a:solidFill>
                  <a:srgbClr val="9F9F9F"/>
                </a:solidFill>
                <a:latin typeface="Noto Sans Kr"/>
                <a:ea typeface="Noto Sans Kr"/>
                <a:cs typeface="Noto Sans Kr"/>
                <a:sym typeface="Noto Sans Kr"/>
              </a:rPr>
              <a:t>반복 작업의 85% 자동화 구현</a:t>
            </a:r>
          </a:p>
        </p:txBody>
      </p:sp>
      <p:sp>
        <p:nvSpPr>
          <p:cNvPr name="TextBox 61" id="61"/>
          <p:cNvSpPr txBox="true"/>
          <p:nvPr/>
        </p:nvSpPr>
        <p:spPr>
          <a:xfrm rot="0">
            <a:off x="9451292" y="4868343"/>
            <a:ext cx="4167739" cy="359252"/>
          </a:xfrm>
          <a:prstGeom prst="rect">
            <a:avLst/>
          </a:prstGeom>
        </p:spPr>
        <p:txBody>
          <a:bodyPr anchor="t" rtlCol="false" tIns="0" lIns="0" bIns="0" rIns="0">
            <a:spAutoFit/>
          </a:bodyPr>
          <a:lstStyle/>
          <a:p>
            <a:pPr algn="ctr">
              <a:lnSpc>
                <a:spcPts val="2892"/>
              </a:lnSpc>
            </a:pPr>
            <a:r>
              <a:rPr lang="en-US" sz="2066">
                <a:solidFill>
                  <a:srgbClr val="9F9F9F"/>
                </a:solidFill>
                <a:latin typeface="Noto Sans Kr"/>
                <a:ea typeface="Noto Sans Kr"/>
                <a:cs typeface="Noto Sans Kr"/>
                <a:sym typeface="Noto Sans Kr"/>
              </a:rPr>
              <a:t>안정적이고 확장 가능한 시스템 기반</a:t>
            </a:r>
          </a:p>
        </p:txBody>
      </p:sp>
      <p:sp>
        <p:nvSpPr>
          <p:cNvPr name="TextBox 62" id="62"/>
          <p:cNvSpPr txBox="true"/>
          <p:nvPr/>
        </p:nvSpPr>
        <p:spPr>
          <a:xfrm rot="0">
            <a:off x="9388058" y="6766645"/>
            <a:ext cx="4167739" cy="529196"/>
          </a:xfrm>
          <a:prstGeom prst="rect">
            <a:avLst/>
          </a:prstGeom>
        </p:spPr>
        <p:txBody>
          <a:bodyPr anchor="t" rtlCol="false" tIns="0" lIns="0" bIns="0" rIns="0">
            <a:spAutoFit/>
          </a:bodyPr>
          <a:lstStyle/>
          <a:p>
            <a:pPr algn="ctr">
              <a:lnSpc>
                <a:spcPts val="4339"/>
              </a:lnSpc>
            </a:pPr>
            <a:r>
              <a:rPr lang="en-US" b="true" sz="3099">
                <a:solidFill>
                  <a:srgbClr val="3E4047"/>
                </a:solidFill>
                <a:latin typeface="Noto Sans Kr Bold"/>
                <a:ea typeface="Noto Sans Kr Bold"/>
                <a:cs typeface="Noto Sans Kr Bold"/>
                <a:sym typeface="Noto Sans Kr Bold"/>
              </a:rPr>
              <a:t>보안 및 규정 준수</a:t>
            </a:r>
          </a:p>
        </p:txBody>
      </p:sp>
      <p:sp>
        <p:nvSpPr>
          <p:cNvPr name="TextBox 63" id="63"/>
          <p:cNvSpPr txBox="true"/>
          <p:nvPr/>
        </p:nvSpPr>
        <p:spPr>
          <a:xfrm rot="0">
            <a:off x="9568877" y="7513920"/>
            <a:ext cx="3806102" cy="359252"/>
          </a:xfrm>
          <a:prstGeom prst="rect">
            <a:avLst/>
          </a:prstGeom>
        </p:spPr>
        <p:txBody>
          <a:bodyPr anchor="t" rtlCol="false" tIns="0" lIns="0" bIns="0" rIns="0">
            <a:spAutoFit/>
          </a:bodyPr>
          <a:lstStyle/>
          <a:p>
            <a:pPr algn="ctr">
              <a:lnSpc>
                <a:spcPts val="2892"/>
              </a:lnSpc>
            </a:pPr>
            <a:r>
              <a:rPr lang="en-US" sz="2066">
                <a:solidFill>
                  <a:srgbClr val="9F9F9F"/>
                </a:solidFill>
                <a:latin typeface="Noto Sans Kr"/>
                <a:ea typeface="Noto Sans Kr"/>
                <a:cs typeface="Noto Sans Kr"/>
                <a:sym typeface="Noto Sans Kr"/>
              </a:rPr>
              <a:t>최고 수준의 데이터 보호 체계</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AutoShape 17" id="17"/>
          <p:cNvSpPr/>
          <p:nvPr/>
        </p:nvSpPr>
        <p:spPr>
          <a:xfrm flipV="true">
            <a:off x="1899672" y="2487572"/>
            <a:ext cx="14376297" cy="0"/>
          </a:xfrm>
          <a:prstGeom prst="line">
            <a:avLst/>
          </a:prstGeom>
          <a:ln cap="flat" w="19050">
            <a:solidFill>
              <a:srgbClr val="231F20"/>
            </a:solidFill>
            <a:prstDash val="solid"/>
            <a:headEnd type="none" len="sm" w="sm"/>
            <a:tailEnd type="none" len="sm" w="sm"/>
          </a:ln>
        </p:spPr>
      </p:sp>
      <p:sp>
        <p:nvSpPr>
          <p:cNvPr name="AutoShape 18" id="18"/>
          <p:cNvSpPr/>
          <p:nvPr/>
        </p:nvSpPr>
        <p:spPr>
          <a:xfrm flipV="true">
            <a:off x="1824371" y="4421812"/>
            <a:ext cx="0" cy="3299746"/>
          </a:xfrm>
          <a:prstGeom prst="line">
            <a:avLst/>
          </a:prstGeom>
          <a:ln cap="flat" w="19050">
            <a:solidFill>
              <a:srgbClr val="847161"/>
            </a:solidFill>
            <a:prstDash val="sysDot"/>
            <a:headEnd type="none" len="sm" w="sm"/>
            <a:tailEnd type="none" len="sm" w="sm"/>
          </a:ln>
        </p:spPr>
      </p:sp>
      <p:sp>
        <p:nvSpPr>
          <p:cNvPr name="AutoShape 19" id="19"/>
          <p:cNvSpPr/>
          <p:nvPr/>
        </p:nvSpPr>
        <p:spPr>
          <a:xfrm flipV="true">
            <a:off x="4854585" y="4421812"/>
            <a:ext cx="0" cy="3299746"/>
          </a:xfrm>
          <a:prstGeom prst="line">
            <a:avLst/>
          </a:prstGeom>
          <a:ln cap="flat" w="19050">
            <a:solidFill>
              <a:srgbClr val="847161"/>
            </a:solidFill>
            <a:prstDash val="sysDot"/>
            <a:headEnd type="none" len="sm" w="sm"/>
            <a:tailEnd type="none" len="sm" w="sm"/>
          </a:ln>
        </p:spPr>
      </p:sp>
      <p:sp>
        <p:nvSpPr>
          <p:cNvPr name="AutoShape 20" id="20"/>
          <p:cNvSpPr/>
          <p:nvPr/>
        </p:nvSpPr>
        <p:spPr>
          <a:xfrm flipV="true">
            <a:off x="7884800" y="4421812"/>
            <a:ext cx="0" cy="3299746"/>
          </a:xfrm>
          <a:prstGeom prst="line">
            <a:avLst/>
          </a:prstGeom>
          <a:ln cap="flat" w="19050">
            <a:solidFill>
              <a:srgbClr val="847161"/>
            </a:solidFill>
            <a:prstDash val="sysDot"/>
            <a:headEnd type="none" len="sm" w="sm"/>
            <a:tailEnd type="none" len="sm" w="sm"/>
          </a:ln>
        </p:spPr>
      </p:sp>
      <p:sp>
        <p:nvSpPr>
          <p:cNvPr name="AutoShape 21" id="21"/>
          <p:cNvSpPr/>
          <p:nvPr/>
        </p:nvSpPr>
        <p:spPr>
          <a:xfrm flipV="true">
            <a:off x="10915014" y="4421812"/>
            <a:ext cx="0" cy="3299746"/>
          </a:xfrm>
          <a:prstGeom prst="line">
            <a:avLst/>
          </a:prstGeom>
          <a:ln cap="flat" w="19050">
            <a:solidFill>
              <a:srgbClr val="847161"/>
            </a:solidFill>
            <a:prstDash val="sysDot"/>
            <a:headEnd type="none" len="sm" w="sm"/>
            <a:tailEnd type="none" len="sm" w="sm"/>
          </a:ln>
        </p:spPr>
      </p:sp>
      <p:grpSp>
        <p:nvGrpSpPr>
          <p:cNvPr name="Group 22" id="22"/>
          <p:cNvGrpSpPr/>
          <p:nvPr/>
        </p:nvGrpSpPr>
        <p:grpSpPr>
          <a:xfrm rot="0">
            <a:off x="1769728" y="3793989"/>
            <a:ext cx="3083872" cy="664631"/>
            <a:chOff x="0" y="0"/>
            <a:chExt cx="2678364" cy="577237"/>
          </a:xfrm>
        </p:grpSpPr>
        <p:sp>
          <p:nvSpPr>
            <p:cNvPr name="Freeform 23" id="23"/>
            <p:cNvSpPr/>
            <p:nvPr/>
          </p:nvSpPr>
          <p:spPr>
            <a:xfrm flipH="false" flipV="false" rot="0">
              <a:off x="0" y="0"/>
              <a:ext cx="2678364" cy="577237"/>
            </a:xfrm>
            <a:custGeom>
              <a:avLst/>
              <a:gdLst/>
              <a:ahLst/>
              <a:cxnLst/>
              <a:rect r="r" b="b" t="t" l="l"/>
              <a:pathLst>
                <a:path h="577237" w="2678364">
                  <a:moveTo>
                    <a:pt x="0" y="0"/>
                  </a:moveTo>
                  <a:lnTo>
                    <a:pt x="2475164" y="0"/>
                  </a:lnTo>
                  <a:lnTo>
                    <a:pt x="2678364" y="288618"/>
                  </a:lnTo>
                  <a:lnTo>
                    <a:pt x="2475164" y="577237"/>
                  </a:lnTo>
                  <a:lnTo>
                    <a:pt x="0" y="577237"/>
                  </a:lnTo>
                  <a:lnTo>
                    <a:pt x="203200" y="288618"/>
                  </a:lnTo>
                  <a:lnTo>
                    <a:pt x="0" y="0"/>
                  </a:lnTo>
                  <a:close/>
                </a:path>
              </a:pathLst>
            </a:custGeom>
            <a:solidFill>
              <a:srgbClr val="DEDEDC"/>
            </a:solidFill>
          </p:spPr>
        </p:sp>
        <p:sp>
          <p:nvSpPr>
            <p:cNvPr name="TextBox 24" id="24"/>
            <p:cNvSpPr txBox="true"/>
            <p:nvPr/>
          </p:nvSpPr>
          <p:spPr>
            <a:xfrm>
              <a:off x="177800" y="-47625"/>
              <a:ext cx="2424364" cy="624862"/>
            </a:xfrm>
            <a:prstGeom prst="rect">
              <a:avLst/>
            </a:prstGeom>
          </p:spPr>
          <p:txBody>
            <a:bodyPr anchor="ctr" rtlCol="false" tIns="50800" lIns="50800" bIns="50800" rIns="50800"/>
            <a:lstStyle/>
            <a:p>
              <a:pPr algn="ctr">
                <a:lnSpc>
                  <a:spcPts val="3467"/>
                </a:lnSpc>
              </a:pPr>
            </a:p>
          </p:txBody>
        </p:sp>
      </p:grpSp>
      <p:grpSp>
        <p:nvGrpSpPr>
          <p:cNvPr name="Group 25" id="25"/>
          <p:cNvGrpSpPr/>
          <p:nvPr/>
        </p:nvGrpSpPr>
        <p:grpSpPr>
          <a:xfrm rot="0">
            <a:off x="4786923" y="3793989"/>
            <a:ext cx="3083872" cy="664631"/>
            <a:chOff x="0" y="0"/>
            <a:chExt cx="2678364" cy="577237"/>
          </a:xfrm>
        </p:grpSpPr>
        <p:sp>
          <p:nvSpPr>
            <p:cNvPr name="Freeform 26" id="26"/>
            <p:cNvSpPr/>
            <p:nvPr/>
          </p:nvSpPr>
          <p:spPr>
            <a:xfrm flipH="false" flipV="false" rot="0">
              <a:off x="0" y="0"/>
              <a:ext cx="2678364" cy="577237"/>
            </a:xfrm>
            <a:custGeom>
              <a:avLst/>
              <a:gdLst/>
              <a:ahLst/>
              <a:cxnLst/>
              <a:rect r="r" b="b" t="t" l="l"/>
              <a:pathLst>
                <a:path h="577237" w="2678364">
                  <a:moveTo>
                    <a:pt x="0" y="0"/>
                  </a:moveTo>
                  <a:lnTo>
                    <a:pt x="2475164" y="0"/>
                  </a:lnTo>
                  <a:lnTo>
                    <a:pt x="2678364" y="288618"/>
                  </a:lnTo>
                  <a:lnTo>
                    <a:pt x="2475164" y="577237"/>
                  </a:lnTo>
                  <a:lnTo>
                    <a:pt x="0" y="577237"/>
                  </a:lnTo>
                  <a:lnTo>
                    <a:pt x="203200" y="288618"/>
                  </a:lnTo>
                  <a:lnTo>
                    <a:pt x="0" y="0"/>
                  </a:lnTo>
                  <a:close/>
                </a:path>
              </a:pathLst>
            </a:custGeom>
            <a:solidFill>
              <a:srgbClr val="C7CAC1"/>
            </a:solidFill>
          </p:spPr>
        </p:sp>
        <p:sp>
          <p:nvSpPr>
            <p:cNvPr name="TextBox 27" id="27"/>
            <p:cNvSpPr txBox="true"/>
            <p:nvPr/>
          </p:nvSpPr>
          <p:spPr>
            <a:xfrm>
              <a:off x="177800" y="-47625"/>
              <a:ext cx="2424364" cy="624862"/>
            </a:xfrm>
            <a:prstGeom prst="rect">
              <a:avLst/>
            </a:prstGeom>
          </p:spPr>
          <p:txBody>
            <a:bodyPr anchor="ctr" rtlCol="false" tIns="50800" lIns="50800" bIns="50800" rIns="50800"/>
            <a:lstStyle/>
            <a:p>
              <a:pPr algn="ctr">
                <a:lnSpc>
                  <a:spcPts val="3467"/>
                </a:lnSpc>
              </a:pPr>
            </a:p>
          </p:txBody>
        </p:sp>
      </p:grpSp>
      <p:grpSp>
        <p:nvGrpSpPr>
          <p:cNvPr name="Group 28" id="28"/>
          <p:cNvGrpSpPr/>
          <p:nvPr/>
        </p:nvGrpSpPr>
        <p:grpSpPr>
          <a:xfrm rot="0">
            <a:off x="7804118" y="3793989"/>
            <a:ext cx="3083872" cy="664631"/>
            <a:chOff x="0" y="0"/>
            <a:chExt cx="2678364" cy="577237"/>
          </a:xfrm>
        </p:grpSpPr>
        <p:sp>
          <p:nvSpPr>
            <p:cNvPr name="Freeform 29" id="29"/>
            <p:cNvSpPr/>
            <p:nvPr/>
          </p:nvSpPr>
          <p:spPr>
            <a:xfrm flipH="false" flipV="false" rot="0">
              <a:off x="0" y="0"/>
              <a:ext cx="2678364" cy="577237"/>
            </a:xfrm>
            <a:custGeom>
              <a:avLst/>
              <a:gdLst/>
              <a:ahLst/>
              <a:cxnLst/>
              <a:rect r="r" b="b" t="t" l="l"/>
              <a:pathLst>
                <a:path h="577237" w="2678364">
                  <a:moveTo>
                    <a:pt x="0" y="0"/>
                  </a:moveTo>
                  <a:lnTo>
                    <a:pt x="2475164" y="0"/>
                  </a:lnTo>
                  <a:lnTo>
                    <a:pt x="2678364" y="288618"/>
                  </a:lnTo>
                  <a:lnTo>
                    <a:pt x="2475164" y="577237"/>
                  </a:lnTo>
                  <a:lnTo>
                    <a:pt x="0" y="577237"/>
                  </a:lnTo>
                  <a:lnTo>
                    <a:pt x="203200" y="288618"/>
                  </a:lnTo>
                  <a:lnTo>
                    <a:pt x="0" y="0"/>
                  </a:lnTo>
                  <a:close/>
                </a:path>
              </a:pathLst>
            </a:custGeom>
            <a:solidFill>
              <a:srgbClr val="A5AA9C"/>
            </a:solidFill>
          </p:spPr>
        </p:sp>
        <p:sp>
          <p:nvSpPr>
            <p:cNvPr name="TextBox 30" id="30"/>
            <p:cNvSpPr txBox="true"/>
            <p:nvPr/>
          </p:nvSpPr>
          <p:spPr>
            <a:xfrm>
              <a:off x="177800" y="-47625"/>
              <a:ext cx="2424364" cy="624862"/>
            </a:xfrm>
            <a:prstGeom prst="rect">
              <a:avLst/>
            </a:prstGeom>
          </p:spPr>
          <p:txBody>
            <a:bodyPr anchor="ctr" rtlCol="false" tIns="50800" lIns="50800" bIns="50800" rIns="50800"/>
            <a:lstStyle/>
            <a:p>
              <a:pPr algn="ctr">
                <a:lnSpc>
                  <a:spcPts val="3467"/>
                </a:lnSpc>
              </a:pPr>
            </a:p>
          </p:txBody>
        </p:sp>
      </p:grpSp>
      <p:grpSp>
        <p:nvGrpSpPr>
          <p:cNvPr name="Group 31" id="31"/>
          <p:cNvGrpSpPr/>
          <p:nvPr/>
        </p:nvGrpSpPr>
        <p:grpSpPr>
          <a:xfrm rot="0">
            <a:off x="10821312" y="3793989"/>
            <a:ext cx="3083872" cy="664631"/>
            <a:chOff x="0" y="0"/>
            <a:chExt cx="2678364" cy="577237"/>
          </a:xfrm>
        </p:grpSpPr>
        <p:sp>
          <p:nvSpPr>
            <p:cNvPr name="Freeform 32" id="32"/>
            <p:cNvSpPr/>
            <p:nvPr/>
          </p:nvSpPr>
          <p:spPr>
            <a:xfrm flipH="false" flipV="false" rot="0">
              <a:off x="0" y="0"/>
              <a:ext cx="2678364" cy="577237"/>
            </a:xfrm>
            <a:custGeom>
              <a:avLst/>
              <a:gdLst/>
              <a:ahLst/>
              <a:cxnLst/>
              <a:rect r="r" b="b" t="t" l="l"/>
              <a:pathLst>
                <a:path h="577237" w="2678364">
                  <a:moveTo>
                    <a:pt x="0" y="0"/>
                  </a:moveTo>
                  <a:lnTo>
                    <a:pt x="2475164" y="0"/>
                  </a:lnTo>
                  <a:lnTo>
                    <a:pt x="2678364" y="288618"/>
                  </a:lnTo>
                  <a:lnTo>
                    <a:pt x="2475164" y="577237"/>
                  </a:lnTo>
                  <a:lnTo>
                    <a:pt x="0" y="577237"/>
                  </a:lnTo>
                  <a:lnTo>
                    <a:pt x="203200" y="288618"/>
                  </a:lnTo>
                  <a:lnTo>
                    <a:pt x="0" y="0"/>
                  </a:lnTo>
                  <a:close/>
                </a:path>
              </a:pathLst>
            </a:custGeom>
            <a:solidFill>
              <a:srgbClr val="8F9683"/>
            </a:solidFill>
          </p:spPr>
        </p:sp>
        <p:sp>
          <p:nvSpPr>
            <p:cNvPr name="TextBox 33" id="33"/>
            <p:cNvSpPr txBox="true"/>
            <p:nvPr/>
          </p:nvSpPr>
          <p:spPr>
            <a:xfrm>
              <a:off x="177800" y="-47625"/>
              <a:ext cx="2424364" cy="624862"/>
            </a:xfrm>
            <a:prstGeom prst="rect">
              <a:avLst/>
            </a:prstGeom>
          </p:spPr>
          <p:txBody>
            <a:bodyPr anchor="ctr" rtlCol="false" tIns="50800" lIns="50800" bIns="50800" rIns="50800"/>
            <a:lstStyle/>
            <a:p>
              <a:pPr algn="ctr">
                <a:lnSpc>
                  <a:spcPts val="3467"/>
                </a:lnSpc>
              </a:pPr>
            </a:p>
          </p:txBody>
        </p:sp>
      </p:grpSp>
      <p:sp>
        <p:nvSpPr>
          <p:cNvPr name="AutoShape 34" id="34"/>
          <p:cNvSpPr/>
          <p:nvPr/>
        </p:nvSpPr>
        <p:spPr>
          <a:xfrm flipV="true">
            <a:off x="13917218" y="4400574"/>
            <a:ext cx="0" cy="3299746"/>
          </a:xfrm>
          <a:prstGeom prst="line">
            <a:avLst/>
          </a:prstGeom>
          <a:ln cap="flat" w="19050">
            <a:solidFill>
              <a:srgbClr val="847161"/>
            </a:solidFill>
            <a:prstDash val="sysDot"/>
            <a:headEnd type="none" len="sm" w="sm"/>
            <a:tailEnd type="none" len="sm" w="sm"/>
          </a:ln>
        </p:spPr>
      </p:sp>
      <p:grpSp>
        <p:nvGrpSpPr>
          <p:cNvPr name="Group 35" id="35"/>
          <p:cNvGrpSpPr/>
          <p:nvPr/>
        </p:nvGrpSpPr>
        <p:grpSpPr>
          <a:xfrm rot="0">
            <a:off x="13825003" y="3793989"/>
            <a:ext cx="3083872" cy="664631"/>
            <a:chOff x="0" y="0"/>
            <a:chExt cx="2678364" cy="577237"/>
          </a:xfrm>
        </p:grpSpPr>
        <p:sp>
          <p:nvSpPr>
            <p:cNvPr name="Freeform 36" id="36"/>
            <p:cNvSpPr/>
            <p:nvPr/>
          </p:nvSpPr>
          <p:spPr>
            <a:xfrm flipH="false" flipV="false" rot="0">
              <a:off x="0" y="0"/>
              <a:ext cx="2678364" cy="577237"/>
            </a:xfrm>
            <a:custGeom>
              <a:avLst/>
              <a:gdLst/>
              <a:ahLst/>
              <a:cxnLst/>
              <a:rect r="r" b="b" t="t" l="l"/>
              <a:pathLst>
                <a:path h="577237" w="2678364">
                  <a:moveTo>
                    <a:pt x="0" y="0"/>
                  </a:moveTo>
                  <a:lnTo>
                    <a:pt x="2475164" y="0"/>
                  </a:lnTo>
                  <a:lnTo>
                    <a:pt x="2678364" y="288618"/>
                  </a:lnTo>
                  <a:lnTo>
                    <a:pt x="2475164" y="577237"/>
                  </a:lnTo>
                  <a:lnTo>
                    <a:pt x="0" y="577237"/>
                  </a:lnTo>
                  <a:lnTo>
                    <a:pt x="203200" y="288618"/>
                  </a:lnTo>
                  <a:lnTo>
                    <a:pt x="0" y="0"/>
                  </a:lnTo>
                  <a:close/>
                </a:path>
              </a:pathLst>
            </a:custGeom>
            <a:solidFill>
              <a:srgbClr val="79816B"/>
            </a:solidFill>
          </p:spPr>
        </p:sp>
        <p:sp>
          <p:nvSpPr>
            <p:cNvPr name="TextBox 37" id="37"/>
            <p:cNvSpPr txBox="true"/>
            <p:nvPr/>
          </p:nvSpPr>
          <p:spPr>
            <a:xfrm>
              <a:off x="177800" y="-47625"/>
              <a:ext cx="2424364" cy="624862"/>
            </a:xfrm>
            <a:prstGeom prst="rect">
              <a:avLst/>
            </a:prstGeom>
          </p:spPr>
          <p:txBody>
            <a:bodyPr anchor="ctr" rtlCol="false" tIns="50800" lIns="50800" bIns="50800" rIns="50800"/>
            <a:lstStyle/>
            <a:p>
              <a:pPr algn="ctr">
                <a:lnSpc>
                  <a:spcPts val="3467"/>
                </a:lnSpc>
              </a:pPr>
            </a:p>
          </p:txBody>
        </p:sp>
      </p:grpSp>
      <p:grpSp>
        <p:nvGrpSpPr>
          <p:cNvPr name="Group 38" id="38"/>
          <p:cNvGrpSpPr/>
          <p:nvPr/>
        </p:nvGrpSpPr>
        <p:grpSpPr>
          <a:xfrm rot="0">
            <a:off x="2696020" y="5041517"/>
            <a:ext cx="1285494" cy="1285494"/>
            <a:chOff x="0" y="0"/>
            <a:chExt cx="1713992" cy="1713992"/>
          </a:xfrm>
        </p:grpSpPr>
        <p:grpSp>
          <p:nvGrpSpPr>
            <p:cNvPr name="Group 39" id="39"/>
            <p:cNvGrpSpPr/>
            <p:nvPr/>
          </p:nvGrpSpPr>
          <p:grpSpPr>
            <a:xfrm rot="0">
              <a:off x="0" y="0"/>
              <a:ext cx="1713992" cy="1713992"/>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5849"/>
              </a:solidFill>
              <a:ln w="123825" cap="sq">
                <a:solidFill>
                  <a:srgbClr val="B5B8B1"/>
                </a:solidFill>
                <a:prstDash val="solid"/>
                <a:miter/>
              </a:ln>
            </p:spPr>
          </p:sp>
          <p:sp>
            <p:nvSpPr>
              <p:cNvPr name="TextBox 41" id="41"/>
              <p:cNvSpPr txBox="true"/>
              <p:nvPr/>
            </p:nvSpPr>
            <p:spPr>
              <a:xfrm>
                <a:off x="76200" y="28575"/>
                <a:ext cx="660400" cy="708025"/>
              </a:xfrm>
              <a:prstGeom prst="rect">
                <a:avLst/>
              </a:prstGeom>
            </p:spPr>
            <p:txBody>
              <a:bodyPr anchor="ctr" rtlCol="false" tIns="50800" lIns="50800" bIns="50800" rIns="50800"/>
              <a:lstStyle/>
              <a:p>
                <a:pPr algn="ctr">
                  <a:lnSpc>
                    <a:spcPts val="3467"/>
                  </a:lnSpc>
                </a:pPr>
              </a:p>
            </p:txBody>
          </p:sp>
        </p:grpSp>
        <p:sp>
          <p:nvSpPr>
            <p:cNvPr name="Freeform 42" id="42"/>
            <p:cNvSpPr/>
            <p:nvPr/>
          </p:nvSpPr>
          <p:spPr>
            <a:xfrm flipH="false" flipV="false" rot="0">
              <a:off x="568055" y="468090"/>
              <a:ext cx="759128" cy="759128"/>
            </a:xfrm>
            <a:custGeom>
              <a:avLst/>
              <a:gdLst/>
              <a:ahLst/>
              <a:cxnLst/>
              <a:rect r="r" b="b" t="t" l="l"/>
              <a:pathLst>
                <a:path h="759128" w="759128">
                  <a:moveTo>
                    <a:pt x="0" y="0"/>
                  </a:moveTo>
                  <a:lnTo>
                    <a:pt x="759128" y="0"/>
                  </a:lnTo>
                  <a:lnTo>
                    <a:pt x="759128" y="759128"/>
                  </a:lnTo>
                  <a:lnTo>
                    <a:pt x="0" y="7591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43" id="43"/>
          <p:cNvGrpSpPr/>
          <p:nvPr/>
        </p:nvGrpSpPr>
        <p:grpSpPr>
          <a:xfrm rot="0">
            <a:off x="5748503" y="5059471"/>
            <a:ext cx="1267540" cy="1267540"/>
            <a:chOff x="0" y="0"/>
            <a:chExt cx="1690053" cy="1690053"/>
          </a:xfrm>
        </p:grpSpPr>
        <p:grpSp>
          <p:nvGrpSpPr>
            <p:cNvPr name="Group 44" id="44"/>
            <p:cNvGrpSpPr/>
            <p:nvPr/>
          </p:nvGrpSpPr>
          <p:grpSpPr>
            <a:xfrm rot="0">
              <a:off x="0" y="0"/>
              <a:ext cx="1690053" cy="1690053"/>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5849"/>
              </a:solidFill>
              <a:ln w="123825" cap="sq">
                <a:solidFill>
                  <a:srgbClr val="B5B8B1"/>
                </a:solidFill>
                <a:prstDash val="solid"/>
                <a:miter/>
              </a:ln>
            </p:spPr>
          </p:sp>
          <p:sp>
            <p:nvSpPr>
              <p:cNvPr name="TextBox 46" id="46"/>
              <p:cNvSpPr txBox="true"/>
              <p:nvPr/>
            </p:nvSpPr>
            <p:spPr>
              <a:xfrm>
                <a:off x="76200" y="28575"/>
                <a:ext cx="660400" cy="708025"/>
              </a:xfrm>
              <a:prstGeom prst="rect">
                <a:avLst/>
              </a:prstGeom>
            </p:spPr>
            <p:txBody>
              <a:bodyPr anchor="ctr" rtlCol="false" tIns="50800" lIns="50800" bIns="50800" rIns="50800"/>
              <a:lstStyle/>
              <a:p>
                <a:pPr algn="ctr">
                  <a:lnSpc>
                    <a:spcPts val="3467"/>
                  </a:lnSpc>
                </a:pPr>
              </a:p>
            </p:txBody>
          </p:sp>
        </p:grpSp>
        <p:sp>
          <p:nvSpPr>
            <p:cNvPr name="Freeform 47" id="47"/>
            <p:cNvSpPr/>
            <p:nvPr/>
          </p:nvSpPr>
          <p:spPr>
            <a:xfrm flipH="false" flipV="false" rot="0">
              <a:off x="500061" y="461552"/>
              <a:ext cx="689930" cy="841823"/>
            </a:xfrm>
            <a:custGeom>
              <a:avLst/>
              <a:gdLst/>
              <a:ahLst/>
              <a:cxnLst/>
              <a:rect r="r" b="b" t="t" l="l"/>
              <a:pathLst>
                <a:path h="841823" w="689930">
                  <a:moveTo>
                    <a:pt x="0" y="0"/>
                  </a:moveTo>
                  <a:lnTo>
                    <a:pt x="689931" y="0"/>
                  </a:lnTo>
                  <a:lnTo>
                    <a:pt x="689931" y="841824"/>
                  </a:lnTo>
                  <a:lnTo>
                    <a:pt x="0" y="8418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48" id="48"/>
          <p:cNvGrpSpPr/>
          <p:nvPr/>
        </p:nvGrpSpPr>
        <p:grpSpPr>
          <a:xfrm rot="0">
            <a:off x="8751575" y="5081985"/>
            <a:ext cx="1245026" cy="1245026"/>
            <a:chOff x="0" y="0"/>
            <a:chExt cx="1660034" cy="1660034"/>
          </a:xfrm>
        </p:grpSpPr>
        <p:grpSp>
          <p:nvGrpSpPr>
            <p:cNvPr name="Group 49" id="49"/>
            <p:cNvGrpSpPr/>
            <p:nvPr/>
          </p:nvGrpSpPr>
          <p:grpSpPr>
            <a:xfrm rot="0">
              <a:off x="0" y="0"/>
              <a:ext cx="1660034" cy="1660034"/>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5849"/>
              </a:solidFill>
              <a:ln w="123825" cap="sq">
                <a:solidFill>
                  <a:srgbClr val="B5B8B1"/>
                </a:solidFill>
                <a:prstDash val="solid"/>
                <a:miter/>
              </a:ln>
            </p:spPr>
          </p:sp>
          <p:sp>
            <p:nvSpPr>
              <p:cNvPr name="TextBox 51" id="51"/>
              <p:cNvSpPr txBox="true"/>
              <p:nvPr/>
            </p:nvSpPr>
            <p:spPr>
              <a:xfrm>
                <a:off x="76200" y="28575"/>
                <a:ext cx="660400" cy="708025"/>
              </a:xfrm>
              <a:prstGeom prst="rect">
                <a:avLst/>
              </a:prstGeom>
            </p:spPr>
            <p:txBody>
              <a:bodyPr anchor="ctr" rtlCol="false" tIns="50800" lIns="50800" bIns="50800" rIns="50800"/>
              <a:lstStyle/>
              <a:p>
                <a:pPr algn="ctr">
                  <a:lnSpc>
                    <a:spcPts val="3467"/>
                  </a:lnSpc>
                </a:pPr>
              </a:p>
            </p:txBody>
          </p:sp>
        </p:grpSp>
        <p:sp>
          <p:nvSpPr>
            <p:cNvPr name="Freeform 52" id="52"/>
            <p:cNvSpPr/>
            <p:nvPr/>
          </p:nvSpPr>
          <p:spPr>
            <a:xfrm flipH="false" flipV="false" rot="0">
              <a:off x="449726" y="418515"/>
              <a:ext cx="760581" cy="861710"/>
            </a:xfrm>
            <a:custGeom>
              <a:avLst/>
              <a:gdLst/>
              <a:ahLst/>
              <a:cxnLst/>
              <a:rect r="r" b="b" t="t" l="l"/>
              <a:pathLst>
                <a:path h="861710" w="760581">
                  <a:moveTo>
                    <a:pt x="0" y="0"/>
                  </a:moveTo>
                  <a:lnTo>
                    <a:pt x="760582" y="0"/>
                  </a:lnTo>
                  <a:lnTo>
                    <a:pt x="760582" y="861710"/>
                  </a:lnTo>
                  <a:lnTo>
                    <a:pt x="0" y="8617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3" id="53"/>
          <p:cNvGrpSpPr/>
          <p:nvPr/>
        </p:nvGrpSpPr>
        <p:grpSpPr>
          <a:xfrm rot="0">
            <a:off x="11882619" y="5081985"/>
            <a:ext cx="1245026" cy="1245026"/>
            <a:chOff x="0" y="0"/>
            <a:chExt cx="1660034" cy="1660034"/>
          </a:xfrm>
        </p:grpSpPr>
        <p:grpSp>
          <p:nvGrpSpPr>
            <p:cNvPr name="Group 54" id="54"/>
            <p:cNvGrpSpPr/>
            <p:nvPr/>
          </p:nvGrpSpPr>
          <p:grpSpPr>
            <a:xfrm rot="0">
              <a:off x="0" y="0"/>
              <a:ext cx="1660034" cy="1660034"/>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5849"/>
              </a:solidFill>
              <a:ln w="123825" cap="sq">
                <a:solidFill>
                  <a:srgbClr val="B5B8B1"/>
                </a:solidFill>
                <a:prstDash val="solid"/>
                <a:miter/>
              </a:ln>
            </p:spPr>
          </p:sp>
          <p:sp>
            <p:nvSpPr>
              <p:cNvPr name="TextBox 56" id="56"/>
              <p:cNvSpPr txBox="true"/>
              <p:nvPr/>
            </p:nvSpPr>
            <p:spPr>
              <a:xfrm>
                <a:off x="76200" y="28575"/>
                <a:ext cx="660400" cy="708025"/>
              </a:xfrm>
              <a:prstGeom prst="rect">
                <a:avLst/>
              </a:prstGeom>
            </p:spPr>
            <p:txBody>
              <a:bodyPr anchor="ctr" rtlCol="false" tIns="50800" lIns="50800" bIns="50800" rIns="50800"/>
              <a:lstStyle/>
              <a:p>
                <a:pPr algn="ctr">
                  <a:lnSpc>
                    <a:spcPts val="3467"/>
                  </a:lnSpc>
                </a:pPr>
              </a:p>
            </p:txBody>
          </p:sp>
        </p:grpSp>
        <p:sp>
          <p:nvSpPr>
            <p:cNvPr name="Freeform 57" id="57"/>
            <p:cNvSpPr/>
            <p:nvPr/>
          </p:nvSpPr>
          <p:spPr>
            <a:xfrm flipH="false" flipV="false" rot="0">
              <a:off x="513478" y="504430"/>
              <a:ext cx="716543" cy="716543"/>
            </a:xfrm>
            <a:custGeom>
              <a:avLst/>
              <a:gdLst/>
              <a:ahLst/>
              <a:cxnLst/>
              <a:rect r="r" b="b" t="t" l="l"/>
              <a:pathLst>
                <a:path h="716543" w="716543">
                  <a:moveTo>
                    <a:pt x="0" y="0"/>
                  </a:moveTo>
                  <a:lnTo>
                    <a:pt x="716543" y="0"/>
                  </a:lnTo>
                  <a:lnTo>
                    <a:pt x="716543" y="716543"/>
                  </a:lnTo>
                  <a:lnTo>
                    <a:pt x="0" y="7165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58" id="58"/>
          <p:cNvGrpSpPr/>
          <p:nvPr/>
        </p:nvGrpSpPr>
        <p:grpSpPr>
          <a:xfrm rot="0">
            <a:off x="14812568" y="5081985"/>
            <a:ext cx="1245026" cy="1245026"/>
            <a:chOff x="0" y="0"/>
            <a:chExt cx="1660034" cy="1660034"/>
          </a:xfrm>
        </p:grpSpPr>
        <p:grpSp>
          <p:nvGrpSpPr>
            <p:cNvPr name="Group 59" id="59"/>
            <p:cNvGrpSpPr/>
            <p:nvPr/>
          </p:nvGrpSpPr>
          <p:grpSpPr>
            <a:xfrm rot="0">
              <a:off x="0" y="0"/>
              <a:ext cx="1660034" cy="1660034"/>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5849"/>
              </a:solidFill>
              <a:ln w="123825" cap="sq">
                <a:solidFill>
                  <a:srgbClr val="B5B8B1"/>
                </a:solidFill>
                <a:prstDash val="solid"/>
                <a:miter/>
              </a:ln>
            </p:spPr>
          </p:sp>
          <p:sp>
            <p:nvSpPr>
              <p:cNvPr name="TextBox 61" id="61"/>
              <p:cNvSpPr txBox="true"/>
              <p:nvPr/>
            </p:nvSpPr>
            <p:spPr>
              <a:xfrm>
                <a:off x="76200" y="28575"/>
                <a:ext cx="660400" cy="708025"/>
              </a:xfrm>
              <a:prstGeom prst="rect">
                <a:avLst/>
              </a:prstGeom>
            </p:spPr>
            <p:txBody>
              <a:bodyPr anchor="ctr" rtlCol="false" tIns="50800" lIns="50800" bIns="50800" rIns="50800"/>
              <a:lstStyle/>
              <a:p>
                <a:pPr algn="ctr">
                  <a:lnSpc>
                    <a:spcPts val="3467"/>
                  </a:lnSpc>
                </a:pPr>
              </a:p>
            </p:txBody>
          </p:sp>
        </p:grpSp>
        <p:sp>
          <p:nvSpPr>
            <p:cNvPr name="Freeform 62" id="62"/>
            <p:cNvSpPr/>
            <p:nvPr/>
          </p:nvSpPr>
          <p:spPr>
            <a:xfrm flipH="false" flipV="false" rot="0">
              <a:off x="522163" y="476419"/>
              <a:ext cx="615708" cy="745902"/>
            </a:xfrm>
            <a:custGeom>
              <a:avLst/>
              <a:gdLst/>
              <a:ahLst/>
              <a:cxnLst/>
              <a:rect r="r" b="b" t="t" l="l"/>
              <a:pathLst>
                <a:path h="745902" w="615708">
                  <a:moveTo>
                    <a:pt x="0" y="0"/>
                  </a:moveTo>
                  <a:lnTo>
                    <a:pt x="615708" y="0"/>
                  </a:lnTo>
                  <a:lnTo>
                    <a:pt x="615708" y="745902"/>
                  </a:lnTo>
                  <a:lnTo>
                    <a:pt x="0" y="74590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
        <p:nvSpPr>
          <p:cNvPr name="TextBox 63" id="63"/>
          <p:cNvSpPr txBox="true"/>
          <p:nvPr/>
        </p:nvSpPr>
        <p:spPr>
          <a:xfrm rot="0">
            <a:off x="5708300" y="1112093"/>
            <a:ext cx="6871400" cy="1111250"/>
          </a:xfrm>
          <a:prstGeom prst="rect">
            <a:avLst/>
          </a:prstGeom>
        </p:spPr>
        <p:txBody>
          <a:bodyPr anchor="t" rtlCol="false" tIns="0" lIns="0" bIns="0" rIns="0">
            <a:spAutoFit/>
          </a:bodyPr>
          <a:lstStyle/>
          <a:p>
            <a:pPr algn="ctr">
              <a:lnSpc>
                <a:spcPts val="9100"/>
              </a:lnSpc>
            </a:pPr>
            <a:r>
              <a:rPr lang="en-US" sz="6500">
                <a:solidFill>
                  <a:srgbClr val="3E4047"/>
                </a:solidFill>
                <a:latin typeface="Tlab 레트로라이프"/>
                <a:ea typeface="Tlab 레트로라이프"/>
                <a:cs typeface="Tlab 레트로라이프"/>
                <a:sym typeface="Tlab 레트로라이프"/>
              </a:rPr>
              <a:t>프로젝트 계획</a:t>
            </a:r>
          </a:p>
        </p:txBody>
      </p:sp>
      <p:sp>
        <p:nvSpPr>
          <p:cNvPr name="TextBox 64" id="64"/>
          <p:cNvSpPr txBox="true"/>
          <p:nvPr/>
        </p:nvSpPr>
        <p:spPr>
          <a:xfrm rot="0">
            <a:off x="1899672" y="800238"/>
            <a:ext cx="1925141" cy="1677808"/>
          </a:xfrm>
          <a:prstGeom prst="rect">
            <a:avLst/>
          </a:prstGeom>
        </p:spPr>
        <p:txBody>
          <a:bodyPr anchor="t" rtlCol="false" tIns="0" lIns="0" bIns="0" rIns="0">
            <a:spAutoFit/>
          </a:bodyPr>
          <a:lstStyle/>
          <a:p>
            <a:pPr algn="ctr">
              <a:lnSpc>
                <a:spcPts val="13784"/>
              </a:lnSpc>
            </a:pPr>
            <a:r>
              <a:rPr lang="en-US" sz="9846" b="true">
                <a:solidFill>
                  <a:srgbClr val="CFCFCF"/>
                </a:solidFill>
                <a:latin typeface="Tlab 레트로라이프 Bold"/>
                <a:ea typeface="Tlab 레트로라이프 Bold"/>
                <a:cs typeface="Tlab 레트로라이프 Bold"/>
                <a:sym typeface="Tlab 레트로라이프 Bold"/>
              </a:rPr>
              <a:t>05</a:t>
            </a:r>
          </a:p>
        </p:txBody>
      </p:sp>
      <p:sp>
        <p:nvSpPr>
          <p:cNvPr name="TextBox 65" id="65"/>
          <p:cNvSpPr txBox="true"/>
          <p:nvPr/>
        </p:nvSpPr>
        <p:spPr>
          <a:xfrm rot="0">
            <a:off x="2690028" y="3910495"/>
            <a:ext cx="1049734" cy="339725"/>
          </a:xfrm>
          <a:prstGeom prst="rect">
            <a:avLst/>
          </a:prstGeom>
        </p:spPr>
        <p:txBody>
          <a:bodyPr anchor="t" rtlCol="false" tIns="0" lIns="0" bIns="0" rIns="0">
            <a:spAutoFit/>
          </a:bodyPr>
          <a:lstStyle/>
          <a:p>
            <a:pPr algn="ctr">
              <a:lnSpc>
                <a:spcPts val="2800"/>
              </a:lnSpc>
            </a:pPr>
            <a:r>
              <a:rPr lang="en-US" b="true" sz="2000">
                <a:solidFill>
                  <a:srgbClr val="3E4047"/>
                </a:solidFill>
                <a:latin typeface="Noto Sans Kr Bold"/>
                <a:ea typeface="Noto Sans Kr Bold"/>
                <a:cs typeface="Noto Sans Kr Bold"/>
                <a:sym typeface="Noto Sans Kr Bold"/>
              </a:rPr>
              <a:t>1단계</a:t>
            </a:r>
          </a:p>
        </p:txBody>
      </p:sp>
      <p:sp>
        <p:nvSpPr>
          <p:cNvPr name="TextBox 66" id="66"/>
          <p:cNvSpPr txBox="true"/>
          <p:nvPr/>
        </p:nvSpPr>
        <p:spPr>
          <a:xfrm rot="0">
            <a:off x="1823935" y="6808826"/>
            <a:ext cx="3029665" cy="692150"/>
          </a:xfrm>
          <a:prstGeom prst="rect">
            <a:avLst/>
          </a:prstGeom>
        </p:spPr>
        <p:txBody>
          <a:bodyPr anchor="t" rtlCol="false" tIns="0" lIns="0" bIns="0" rIns="0">
            <a:spAutoFit/>
          </a:bodyPr>
          <a:lstStyle/>
          <a:p>
            <a:pPr algn="ctr">
              <a:lnSpc>
                <a:spcPts val="2800"/>
              </a:lnSpc>
            </a:pPr>
            <a:r>
              <a:rPr lang="en-US" b="true" sz="2000">
                <a:solidFill>
                  <a:srgbClr val="484344"/>
                </a:solidFill>
                <a:latin typeface="Noto Sans Kr Bold"/>
                <a:ea typeface="Noto Sans Kr Bold"/>
                <a:cs typeface="Noto Sans Kr Bold"/>
                <a:sym typeface="Noto Sans Kr Bold"/>
              </a:rPr>
              <a:t>요구사항 분석 및 계획 수립</a:t>
            </a:r>
          </a:p>
          <a:p>
            <a:pPr algn="ctr">
              <a:lnSpc>
                <a:spcPts val="2800"/>
              </a:lnSpc>
            </a:pPr>
            <a:r>
              <a:rPr lang="en-US" sz="2000" b="true">
                <a:solidFill>
                  <a:srgbClr val="909685"/>
                </a:solidFill>
                <a:latin typeface="Noto Sans Kr Bold"/>
                <a:ea typeface="Noto Sans Kr Bold"/>
                <a:cs typeface="Noto Sans Kr Bold"/>
                <a:sym typeface="Noto Sans Kr Bold"/>
              </a:rPr>
              <a:t>(2주)</a:t>
            </a:r>
          </a:p>
        </p:txBody>
      </p:sp>
      <p:sp>
        <p:nvSpPr>
          <p:cNvPr name="TextBox 67" id="67"/>
          <p:cNvSpPr txBox="true"/>
          <p:nvPr/>
        </p:nvSpPr>
        <p:spPr>
          <a:xfrm rot="0">
            <a:off x="5803992" y="3964965"/>
            <a:ext cx="1049734" cy="339725"/>
          </a:xfrm>
          <a:prstGeom prst="rect">
            <a:avLst/>
          </a:prstGeom>
        </p:spPr>
        <p:txBody>
          <a:bodyPr anchor="t" rtlCol="false" tIns="0" lIns="0" bIns="0" rIns="0">
            <a:spAutoFit/>
          </a:bodyPr>
          <a:lstStyle/>
          <a:p>
            <a:pPr algn="ctr">
              <a:lnSpc>
                <a:spcPts val="2800"/>
              </a:lnSpc>
            </a:pPr>
            <a:r>
              <a:rPr lang="en-US" b="true" sz="2000">
                <a:solidFill>
                  <a:srgbClr val="3E4047"/>
                </a:solidFill>
                <a:latin typeface="Noto Sans Kr Bold"/>
                <a:ea typeface="Noto Sans Kr Bold"/>
                <a:cs typeface="Noto Sans Kr Bold"/>
                <a:sym typeface="Noto Sans Kr Bold"/>
              </a:rPr>
              <a:t>2단계</a:t>
            </a:r>
          </a:p>
        </p:txBody>
      </p:sp>
      <p:sp>
        <p:nvSpPr>
          <p:cNvPr name="TextBox 68" id="68"/>
          <p:cNvSpPr txBox="true"/>
          <p:nvPr/>
        </p:nvSpPr>
        <p:spPr>
          <a:xfrm rot="0">
            <a:off x="8831608" y="3964965"/>
            <a:ext cx="1049734" cy="339725"/>
          </a:xfrm>
          <a:prstGeom prst="rect">
            <a:avLst/>
          </a:prstGeom>
        </p:spPr>
        <p:txBody>
          <a:bodyPr anchor="t" rtlCol="false" tIns="0" lIns="0" bIns="0" rIns="0">
            <a:spAutoFit/>
          </a:bodyPr>
          <a:lstStyle/>
          <a:p>
            <a:pPr algn="ctr">
              <a:lnSpc>
                <a:spcPts val="2800"/>
              </a:lnSpc>
            </a:pPr>
            <a:r>
              <a:rPr lang="en-US" b="true" sz="2000">
                <a:solidFill>
                  <a:srgbClr val="3E4047"/>
                </a:solidFill>
                <a:latin typeface="Noto Sans Kr Bold"/>
                <a:ea typeface="Noto Sans Kr Bold"/>
                <a:cs typeface="Noto Sans Kr Bold"/>
                <a:sym typeface="Noto Sans Kr Bold"/>
              </a:rPr>
              <a:t>3단계</a:t>
            </a:r>
          </a:p>
        </p:txBody>
      </p:sp>
      <p:sp>
        <p:nvSpPr>
          <p:cNvPr name="TextBox 69" id="69"/>
          <p:cNvSpPr txBox="true"/>
          <p:nvPr/>
        </p:nvSpPr>
        <p:spPr>
          <a:xfrm rot="0">
            <a:off x="11882619" y="3937392"/>
            <a:ext cx="1049734" cy="339725"/>
          </a:xfrm>
          <a:prstGeom prst="rect">
            <a:avLst/>
          </a:prstGeom>
        </p:spPr>
        <p:txBody>
          <a:bodyPr anchor="t" rtlCol="false" tIns="0" lIns="0" bIns="0" rIns="0">
            <a:spAutoFit/>
          </a:bodyPr>
          <a:lstStyle/>
          <a:p>
            <a:pPr algn="ctr">
              <a:lnSpc>
                <a:spcPts val="2800"/>
              </a:lnSpc>
            </a:pPr>
            <a:r>
              <a:rPr lang="en-US" b="true" sz="2000">
                <a:solidFill>
                  <a:srgbClr val="3E4047"/>
                </a:solidFill>
                <a:latin typeface="Noto Sans Kr Bold"/>
                <a:ea typeface="Noto Sans Kr Bold"/>
                <a:cs typeface="Noto Sans Kr Bold"/>
                <a:sym typeface="Noto Sans Kr Bold"/>
              </a:rPr>
              <a:t>4단계</a:t>
            </a:r>
          </a:p>
        </p:txBody>
      </p:sp>
      <p:sp>
        <p:nvSpPr>
          <p:cNvPr name="TextBox 70" id="70"/>
          <p:cNvSpPr txBox="true"/>
          <p:nvPr/>
        </p:nvSpPr>
        <p:spPr>
          <a:xfrm rot="0">
            <a:off x="14884563" y="3964289"/>
            <a:ext cx="1049734" cy="339725"/>
          </a:xfrm>
          <a:prstGeom prst="rect">
            <a:avLst/>
          </a:prstGeom>
        </p:spPr>
        <p:txBody>
          <a:bodyPr anchor="t" rtlCol="false" tIns="0" lIns="0" bIns="0" rIns="0">
            <a:spAutoFit/>
          </a:bodyPr>
          <a:lstStyle/>
          <a:p>
            <a:pPr algn="ctr">
              <a:lnSpc>
                <a:spcPts val="2800"/>
              </a:lnSpc>
            </a:pPr>
            <a:r>
              <a:rPr lang="en-US" b="true" sz="2000">
                <a:solidFill>
                  <a:srgbClr val="3E4047"/>
                </a:solidFill>
                <a:latin typeface="Noto Sans Kr Bold"/>
                <a:ea typeface="Noto Sans Kr Bold"/>
                <a:cs typeface="Noto Sans Kr Bold"/>
                <a:sym typeface="Noto Sans Kr Bold"/>
              </a:rPr>
              <a:t>5단계</a:t>
            </a:r>
          </a:p>
        </p:txBody>
      </p:sp>
      <p:sp>
        <p:nvSpPr>
          <p:cNvPr name="TextBox 71" id="71"/>
          <p:cNvSpPr txBox="true"/>
          <p:nvPr/>
        </p:nvSpPr>
        <p:spPr>
          <a:xfrm rot="0">
            <a:off x="5073660" y="6808826"/>
            <a:ext cx="2617226" cy="692150"/>
          </a:xfrm>
          <a:prstGeom prst="rect">
            <a:avLst/>
          </a:prstGeom>
        </p:spPr>
        <p:txBody>
          <a:bodyPr anchor="t" rtlCol="false" tIns="0" lIns="0" bIns="0" rIns="0">
            <a:spAutoFit/>
          </a:bodyPr>
          <a:lstStyle/>
          <a:p>
            <a:pPr algn="ctr">
              <a:lnSpc>
                <a:spcPts val="2800"/>
              </a:lnSpc>
            </a:pPr>
            <a:r>
              <a:rPr lang="en-US" sz="2000" b="true">
                <a:solidFill>
                  <a:srgbClr val="484344"/>
                </a:solidFill>
                <a:latin typeface="Noto Sans Kr Bold"/>
                <a:ea typeface="Noto Sans Kr Bold"/>
                <a:cs typeface="Noto Sans Kr Bold"/>
                <a:sym typeface="Noto Sans Kr Bold"/>
              </a:rPr>
              <a:t>시스템</a:t>
            </a:r>
            <a:r>
              <a:rPr lang="en-US" b="true" sz="2000">
                <a:solidFill>
                  <a:srgbClr val="484344"/>
                </a:solidFill>
                <a:latin typeface="Noto Sans Kr Bold"/>
                <a:ea typeface="Noto Sans Kr Bold"/>
                <a:cs typeface="Noto Sans Kr Bold"/>
                <a:sym typeface="Noto Sans Kr Bold"/>
              </a:rPr>
              <a:t> 설계 및 개발</a:t>
            </a:r>
          </a:p>
          <a:p>
            <a:pPr algn="ctr">
              <a:lnSpc>
                <a:spcPts val="2800"/>
              </a:lnSpc>
            </a:pPr>
            <a:r>
              <a:rPr lang="en-US" sz="2000" b="true">
                <a:solidFill>
                  <a:srgbClr val="909685"/>
                </a:solidFill>
                <a:latin typeface="Noto Sans Kr Bold"/>
                <a:ea typeface="Noto Sans Kr Bold"/>
                <a:cs typeface="Noto Sans Kr Bold"/>
                <a:sym typeface="Noto Sans Kr Bold"/>
              </a:rPr>
              <a:t>(8주)</a:t>
            </a:r>
          </a:p>
        </p:txBody>
      </p:sp>
      <p:sp>
        <p:nvSpPr>
          <p:cNvPr name="TextBox 72" id="72"/>
          <p:cNvSpPr txBox="true"/>
          <p:nvPr/>
        </p:nvSpPr>
        <p:spPr>
          <a:xfrm rot="0">
            <a:off x="8103325" y="6808826"/>
            <a:ext cx="2617226" cy="692150"/>
          </a:xfrm>
          <a:prstGeom prst="rect">
            <a:avLst/>
          </a:prstGeom>
        </p:spPr>
        <p:txBody>
          <a:bodyPr anchor="t" rtlCol="false" tIns="0" lIns="0" bIns="0" rIns="0">
            <a:spAutoFit/>
          </a:bodyPr>
          <a:lstStyle/>
          <a:p>
            <a:pPr algn="ctr">
              <a:lnSpc>
                <a:spcPts val="2800"/>
              </a:lnSpc>
            </a:pPr>
            <a:r>
              <a:rPr lang="en-US" sz="2000" b="true">
                <a:solidFill>
                  <a:srgbClr val="484344"/>
                </a:solidFill>
                <a:latin typeface="Noto Sans Kr Bold"/>
                <a:ea typeface="Noto Sans Kr Bold"/>
                <a:cs typeface="Noto Sans Kr Bold"/>
                <a:sym typeface="Noto Sans Kr Bold"/>
              </a:rPr>
              <a:t>테스트</a:t>
            </a:r>
            <a:r>
              <a:rPr lang="en-US" b="true" sz="2000">
                <a:solidFill>
                  <a:srgbClr val="484344"/>
                </a:solidFill>
                <a:latin typeface="Noto Sans Kr Bold"/>
                <a:ea typeface="Noto Sans Kr Bold"/>
                <a:cs typeface="Noto Sans Kr Bold"/>
                <a:sym typeface="Noto Sans Kr Bold"/>
              </a:rPr>
              <a:t> 및 최적화</a:t>
            </a:r>
          </a:p>
          <a:p>
            <a:pPr algn="ctr">
              <a:lnSpc>
                <a:spcPts val="2800"/>
              </a:lnSpc>
            </a:pPr>
            <a:r>
              <a:rPr lang="en-US" sz="2000" b="true">
                <a:solidFill>
                  <a:srgbClr val="909685"/>
                </a:solidFill>
                <a:latin typeface="Noto Sans Kr Bold"/>
                <a:ea typeface="Noto Sans Kr Bold"/>
                <a:cs typeface="Noto Sans Kr Bold"/>
                <a:sym typeface="Noto Sans Kr Bold"/>
              </a:rPr>
              <a:t> (4주)</a:t>
            </a:r>
          </a:p>
        </p:txBody>
      </p:sp>
      <p:sp>
        <p:nvSpPr>
          <p:cNvPr name="TextBox 73" id="73"/>
          <p:cNvSpPr txBox="true"/>
          <p:nvPr/>
        </p:nvSpPr>
        <p:spPr>
          <a:xfrm rot="0">
            <a:off x="11132990" y="6808826"/>
            <a:ext cx="2617226" cy="692150"/>
          </a:xfrm>
          <a:prstGeom prst="rect">
            <a:avLst/>
          </a:prstGeom>
        </p:spPr>
        <p:txBody>
          <a:bodyPr anchor="t" rtlCol="false" tIns="0" lIns="0" bIns="0" rIns="0">
            <a:spAutoFit/>
          </a:bodyPr>
          <a:lstStyle/>
          <a:p>
            <a:pPr algn="ctr">
              <a:lnSpc>
                <a:spcPts val="2800"/>
              </a:lnSpc>
            </a:pPr>
            <a:r>
              <a:rPr lang="en-US" b="true" sz="2000">
                <a:solidFill>
                  <a:srgbClr val="484344"/>
                </a:solidFill>
                <a:latin typeface="Noto Sans Kr Bold"/>
                <a:ea typeface="Noto Sans Kr Bold"/>
                <a:cs typeface="Noto Sans Kr Bold"/>
                <a:sym typeface="Noto Sans Kr Bold"/>
              </a:rPr>
              <a:t>구현 및 배포</a:t>
            </a:r>
          </a:p>
          <a:p>
            <a:pPr algn="ctr">
              <a:lnSpc>
                <a:spcPts val="2800"/>
              </a:lnSpc>
            </a:pPr>
            <a:r>
              <a:rPr lang="en-US" sz="2000" b="true">
                <a:solidFill>
                  <a:srgbClr val="909685"/>
                </a:solidFill>
                <a:latin typeface="Noto Sans Kr Bold"/>
                <a:ea typeface="Noto Sans Kr Bold"/>
                <a:cs typeface="Noto Sans Kr Bold"/>
                <a:sym typeface="Noto Sans Kr Bold"/>
              </a:rPr>
              <a:t> (2주)</a:t>
            </a:r>
          </a:p>
        </p:txBody>
      </p:sp>
      <p:sp>
        <p:nvSpPr>
          <p:cNvPr name="TextBox 74" id="74"/>
          <p:cNvSpPr txBox="true"/>
          <p:nvPr/>
        </p:nvSpPr>
        <p:spPr>
          <a:xfrm rot="0">
            <a:off x="14162655" y="6808826"/>
            <a:ext cx="2617226" cy="692150"/>
          </a:xfrm>
          <a:prstGeom prst="rect">
            <a:avLst/>
          </a:prstGeom>
        </p:spPr>
        <p:txBody>
          <a:bodyPr anchor="t" rtlCol="false" tIns="0" lIns="0" bIns="0" rIns="0">
            <a:spAutoFit/>
          </a:bodyPr>
          <a:lstStyle/>
          <a:p>
            <a:pPr algn="ctr">
              <a:lnSpc>
                <a:spcPts val="2800"/>
              </a:lnSpc>
            </a:pPr>
            <a:r>
              <a:rPr lang="en-US" sz="2000" b="true">
                <a:solidFill>
                  <a:srgbClr val="484344"/>
                </a:solidFill>
                <a:latin typeface="Noto Sans Kr Bold"/>
                <a:ea typeface="Noto Sans Kr Bold"/>
                <a:cs typeface="Noto Sans Kr Bold"/>
                <a:sym typeface="Noto Sans Kr Bold"/>
              </a:rPr>
              <a:t>유지보수</a:t>
            </a:r>
            <a:r>
              <a:rPr lang="en-US" b="true" sz="2000">
                <a:solidFill>
                  <a:srgbClr val="484344"/>
                </a:solidFill>
                <a:latin typeface="Noto Sans Kr Bold"/>
                <a:ea typeface="Noto Sans Kr Bold"/>
                <a:cs typeface="Noto Sans Kr Bold"/>
                <a:sym typeface="Noto Sans Kr Bold"/>
              </a:rPr>
              <a:t> 및 지원</a:t>
            </a:r>
          </a:p>
          <a:p>
            <a:pPr algn="ctr">
              <a:lnSpc>
                <a:spcPts val="2800"/>
              </a:lnSpc>
            </a:pPr>
            <a:r>
              <a:rPr lang="en-US" sz="2000" b="true">
                <a:solidFill>
                  <a:srgbClr val="909685"/>
                </a:solidFill>
                <a:latin typeface="Noto Sans Kr Bold"/>
                <a:ea typeface="Noto Sans Kr Bold"/>
                <a:cs typeface="Noto Sans Kr Bold"/>
                <a:sym typeface="Noto Sans Kr Bold"/>
              </a:rPr>
              <a:t> (지속)</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AutoShape 17" id="17"/>
          <p:cNvSpPr/>
          <p:nvPr/>
        </p:nvSpPr>
        <p:spPr>
          <a:xfrm flipV="true">
            <a:off x="1899672" y="2487572"/>
            <a:ext cx="14376297" cy="0"/>
          </a:xfrm>
          <a:prstGeom prst="line">
            <a:avLst/>
          </a:prstGeom>
          <a:ln cap="flat" w="19050">
            <a:solidFill>
              <a:srgbClr val="231F20"/>
            </a:solidFill>
            <a:prstDash val="solid"/>
            <a:headEnd type="none" len="sm" w="sm"/>
            <a:tailEnd type="none" len="sm" w="sm"/>
          </a:ln>
        </p:spPr>
      </p:sp>
      <p:sp>
        <p:nvSpPr>
          <p:cNvPr name="TextBox 18" id="18"/>
          <p:cNvSpPr txBox="true"/>
          <p:nvPr/>
        </p:nvSpPr>
        <p:spPr>
          <a:xfrm rot="0">
            <a:off x="5708300" y="1112093"/>
            <a:ext cx="6871400" cy="1111250"/>
          </a:xfrm>
          <a:prstGeom prst="rect">
            <a:avLst/>
          </a:prstGeom>
        </p:spPr>
        <p:txBody>
          <a:bodyPr anchor="t" rtlCol="false" tIns="0" lIns="0" bIns="0" rIns="0">
            <a:spAutoFit/>
          </a:bodyPr>
          <a:lstStyle/>
          <a:p>
            <a:pPr algn="ctr">
              <a:lnSpc>
                <a:spcPts val="9100"/>
              </a:lnSpc>
            </a:pPr>
            <a:r>
              <a:rPr lang="en-US" sz="6500">
                <a:solidFill>
                  <a:srgbClr val="3E4047"/>
                </a:solidFill>
                <a:latin typeface="Tlab 레트로라이프"/>
                <a:ea typeface="Tlab 레트로라이프"/>
                <a:cs typeface="Tlab 레트로라이프"/>
                <a:sym typeface="Tlab 레트로라이프"/>
              </a:rPr>
              <a:t>예산</a:t>
            </a:r>
          </a:p>
        </p:txBody>
      </p:sp>
      <p:sp>
        <p:nvSpPr>
          <p:cNvPr name="TextBox 19" id="19"/>
          <p:cNvSpPr txBox="true"/>
          <p:nvPr/>
        </p:nvSpPr>
        <p:spPr>
          <a:xfrm rot="0">
            <a:off x="1899672" y="800238"/>
            <a:ext cx="1925141" cy="1677808"/>
          </a:xfrm>
          <a:prstGeom prst="rect">
            <a:avLst/>
          </a:prstGeom>
        </p:spPr>
        <p:txBody>
          <a:bodyPr anchor="t" rtlCol="false" tIns="0" lIns="0" bIns="0" rIns="0">
            <a:spAutoFit/>
          </a:bodyPr>
          <a:lstStyle/>
          <a:p>
            <a:pPr algn="ctr">
              <a:lnSpc>
                <a:spcPts val="13784"/>
              </a:lnSpc>
            </a:pPr>
            <a:r>
              <a:rPr lang="en-US" sz="9846" b="true">
                <a:solidFill>
                  <a:srgbClr val="CFCFCF"/>
                </a:solidFill>
                <a:latin typeface="Tlab 레트로라이프 Bold"/>
                <a:ea typeface="Tlab 레트로라이프 Bold"/>
                <a:cs typeface="Tlab 레트로라이프 Bold"/>
                <a:sym typeface="Tlab 레트로라이프 Bold"/>
              </a:rPr>
              <a:t>06</a:t>
            </a:r>
          </a:p>
        </p:txBody>
      </p:sp>
      <p:graphicFrame>
        <p:nvGraphicFramePr>
          <p:cNvPr name="Table 20" id="20"/>
          <p:cNvGraphicFramePr>
            <a:graphicFrameLocks noGrp="true"/>
          </p:cNvGraphicFramePr>
          <p:nvPr/>
        </p:nvGraphicFramePr>
        <p:xfrm>
          <a:off x="2203842" y="3118088"/>
          <a:ext cx="13880316" cy="5619750"/>
        </p:xfrm>
        <a:graphic>
          <a:graphicData uri="http://schemas.openxmlformats.org/drawingml/2006/table">
            <a:tbl>
              <a:tblPr/>
              <a:tblGrid>
                <a:gridCol w="2874841"/>
                <a:gridCol w="6012752"/>
                <a:gridCol w="2574232"/>
                <a:gridCol w="2418492"/>
              </a:tblGrid>
              <a:tr h="849164">
                <a:tc>
                  <a:txBody>
                    <a:bodyPr anchor="t" rtlCol="false"/>
                    <a:lstStyle/>
                    <a:p>
                      <a:pPr algn="ctr">
                        <a:lnSpc>
                          <a:spcPts val="2940"/>
                        </a:lnSpc>
                        <a:defRPr/>
                      </a:pPr>
                      <a:r>
                        <a:rPr lang="en-US" sz="2100" b="true">
                          <a:solidFill>
                            <a:srgbClr val="FFFFFF"/>
                          </a:solidFill>
                          <a:latin typeface="Noto Sans Kr Bold"/>
                          <a:ea typeface="Noto Sans Kr Bold"/>
                          <a:cs typeface="Noto Sans Kr Bold"/>
                          <a:sym typeface="Noto Sans Kr Bold"/>
                        </a:rPr>
                        <a:t>항목</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C7CAC1"/>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47625">
                      <a:solidFill>
                        <a:srgbClr val="2C3124"/>
                      </a:solidFill>
                      <a:prstDash val="solid"/>
                      <a:round/>
                      <a:headEnd type="none" w="med" len="med"/>
                      <a:tailEnd type="none" w="med" len="med"/>
                    </a:lnB>
                    <a:solidFill>
                      <a:srgbClr val="8B9385"/>
                    </a:solidFill>
                  </a:tcPr>
                </a:tc>
                <a:tc>
                  <a:txBody>
                    <a:bodyPr anchor="t" rtlCol="false"/>
                    <a:lstStyle/>
                    <a:p>
                      <a:pPr algn="ctr">
                        <a:lnSpc>
                          <a:spcPts val="2940"/>
                        </a:lnSpc>
                        <a:defRPr/>
                      </a:pPr>
                      <a:r>
                        <a:rPr lang="en-US" sz="2100" b="true">
                          <a:solidFill>
                            <a:srgbClr val="FFFFFF"/>
                          </a:solidFill>
                          <a:latin typeface="Noto Sans Kr Bold"/>
                          <a:ea typeface="Noto Sans Kr Bold"/>
                          <a:cs typeface="Noto Sans Kr Bold"/>
                          <a:sym typeface="Noto Sans Kr Bold"/>
                        </a:rPr>
                        <a:t>세부 내역 </a:t>
                      </a:r>
                      <a:endParaRPr lang="en-US" sz="1100"/>
                    </a:p>
                  </a:txBody>
                  <a:tcPr marL="0" marR="0" marT="0" marB="0" anchor="ctr">
                    <a:lnL cmpd="sng" algn="ctr" cap="flat" w="9525">
                      <a:solidFill>
                        <a:srgbClr val="C7CAC1"/>
                      </a:solidFill>
                      <a:prstDash val="solid"/>
                      <a:round/>
                      <a:headEnd type="none" w="med" len="med"/>
                      <a:tailEnd type="none" w="med" len="med"/>
                    </a:lnL>
                    <a:lnR cmpd="sng" algn="ctr" cap="flat" w="9525">
                      <a:solidFill>
                        <a:srgbClr val="C7CAC1"/>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47625">
                      <a:solidFill>
                        <a:srgbClr val="2C3124"/>
                      </a:solidFill>
                      <a:prstDash val="solid"/>
                      <a:round/>
                      <a:headEnd type="none" w="med" len="med"/>
                      <a:tailEnd type="none" w="med" len="med"/>
                    </a:lnB>
                    <a:solidFill>
                      <a:srgbClr val="8B9385"/>
                    </a:solidFill>
                  </a:tcPr>
                </a:tc>
                <a:tc>
                  <a:txBody>
                    <a:bodyPr anchor="t" rtlCol="false"/>
                    <a:lstStyle/>
                    <a:p>
                      <a:pPr algn="ctr">
                        <a:lnSpc>
                          <a:spcPts val="2940"/>
                        </a:lnSpc>
                        <a:defRPr/>
                      </a:pPr>
                      <a:r>
                        <a:rPr lang="en-US" sz="2100" b="true">
                          <a:solidFill>
                            <a:srgbClr val="FFFFFF"/>
                          </a:solidFill>
                          <a:latin typeface="Noto Sans Kr Bold"/>
                          <a:ea typeface="Noto Sans Kr Bold"/>
                          <a:cs typeface="Noto Sans Kr Bold"/>
                          <a:sym typeface="Noto Sans Kr Bold"/>
                        </a:rPr>
                        <a:t>금액 (만원)</a:t>
                      </a:r>
                      <a:endParaRPr lang="en-US" sz="1100"/>
                    </a:p>
                  </a:txBody>
                  <a:tcPr marL="0" marR="0" marT="0" marB="0" anchor="ctr">
                    <a:lnL cmpd="sng" algn="ctr" cap="flat" w="9525">
                      <a:solidFill>
                        <a:srgbClr val="C7CAC1"/>
                      </a:solidFill>
                      <a:prstDash val="solid"/>
                      <a:round/>
                      <a:headEnd type="none" w="med" len="med"/>
                      <a:tailEnd type="none" w="med" len="med"/>
                    </a:lnL>
                    <a:lnR cmpd="sng" algn="ctr" cap="flat" w="9525">
                      <a:solidFill>
                        <a:srgbClr val="C7CAC1"/>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47625">
                      <a:solidFill>
                        <a:srgbClr val="2C3124"/>
                      </a:solidFill>
                      <a:prstDash val="solid"/>
                      <a:round/>
                      <a:headEnd type="none" w="med" len="med"/>
                      <a:tailEnd type="none" w="med" len="med"/>
                    </a:lnB>
                    <a:solidFill>
                      <a:srgbClr val="8B9385"/>
                    </a:solidFill>
                  </a:tcPr>
                </a:tc>
                <a:tc>
                  <a:txBody>
                    <a:bodyPr anchor="t" rtlCol="false"/>
                    <a:lstStyle/>
                    <a:p>
                      <a:pPr algn="ctr">
                        <a:lnSpc>
                          <a:spcPts val="2940"/>
                        </a:lnSpc>
                        <a:defRPr/>
                      </a:pPr>
                      <a:r>
                        <a:rPr lang="en-US" sz="2100" b="true">
                          <a:solidFill>
                            <a:srgbClr val="FFFFFF"/>
                          </a:solidFill>
                          <a:latin typeface="Noto Sans Kr Bold"/>
                          <a:ea typeface="Noto Sans Kr Bold"/>
                          <a:cs typeface="Noto Sans Kr Bold"/>
                          <a:sym typeface="Noto Sans Kr Bold"/>
                        </a:rPr>
                        <a:t>비율 (%) </a:t>
                      </a:r>
                      <a:endParaRPr lang="en-US" sz="1100"/>
                    </a:p>
                  </a:txBody>
                  <a:tcPr marL="0" marR="0" marT="0" marB="0" anchor="ctr">
                    <a:lnL cmpd="sng" algn="ctr" cap="flat" w="9525">
                      <a:solidFill>
                        <a:srgbClr val="C7CAC1"/>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47625">
                      <a:solidFill>
                        <a:srgbClr val="2C3124"/>
                      </a:solidFill>
                      <a:prstDash val="solid"/>
                      <a:round/>
                      <a:headEnd type="none" w="med" len="med"/>
                      <a:tailEnd type="none" w="med" len="med"/>
                    </a:lnB>
                    <a:solidFill>
                      <a:srgbClr val="8B9385"/>
                    </a:solidFill>
                  </a:tcPr>
                </a:tc>
              </a:tr>
              <a:tr h="811000">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인건비</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476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개발자, 디자이너, PM 등 인력 비용</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476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8,500</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476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42.5</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476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r>
              <a:tr h="791917">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시스템 개발비 </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소프트웨어 개발 및 커스터마이징</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6,200</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30.0</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r>
              <a:tr h="791917">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인프라 구축비 </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클라우드서버, 네트워크 등 인프라 비용</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2,800</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14.0</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r>
              <a:tr h="791917">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테스트 </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품질 보증 및 테스트 비용 </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1,500</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7.5</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r>
              <a:tr h="791917">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기타 경비 </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교육, 출장, 관리 비용</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1,000</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5.0</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FFFFF"/>
                    </a:solidFill>
                  </a:tcPr>
                </a:tc>
              </a:tr>
              <a:tr h="791917">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총계</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c>
                  <a:txBody>
                    <a:bodyPr anchor="t" rtlCol="false"/>
                    <a:lstStyle/>
                    <a:p>
                      <a:pPr algn="ctr">
                        <a:lnSpc>
                          <a:spcPts val="2800"/>
                        </a:lnSpc>
                        <a:defRPr/>
                      </a:pP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20,000</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2C3124"/>
                          </a:solidFill>
                          <a:latin typeface="Noto Sans Kr"/>
                          <a:ea typeface="Noto Sans Kr"/>
                          <a:cs typeface="Noto Sans Kr"/>
                          <a:sym typeface="Noto Sans Kr"/>
                        </a:rPr>
                        <a:t>100</a:t>
                      </a:r>
                      <a:endParaRPr lang="en-US" sz="1100"/>
                    </a:p>
                  </a:txBody>
                  <a:tcPr marL="0" marR="0" marT="0" marB="0" anchor="ctr">
                    <a:lnL cmpd="sng" algn="ctr" cap="flat" w="9525">
                      <a:solidFill>
                        <a:srgbClr val="2C3124"/>
                      </a:solidFill>
                      <a:prstDash val="solid"/>
                      <a:round/>
                      <a:headEnd type="none" w="med" len="med"/>
                      <a:tailEnd type="none" w="med" len="med"/>
                    </a:lnL>
                    <a:lnR cmpd="sng" algn="ctr" cap="flat" w="9525">
                      <a:solidFill>
                        <a:srgbClr val="2C3124"/>
                      </a:solidFill>
                      <a:prstDash val="solid"/>
                      <a:round/>
                      <a:headEnd type="none" w="med" len="med"/>
                      <a:tailEnd type="none" w="med" len="med"/>
                    </a:lnR>
                    <a:lnT cmpd="sng" algn="ctr" cap="flat" w="9525">
                      <a:solidFill>
                        <a:srgbClr val="2C3124"/>
                      </a:solidFill>
                      <a:prstDash val="solid"/>
                      <a:round/>
                      <a:headEnd type="none" w="med" len="med"/>
                      <a:tailEnd type="none" w="med" len="med"/>
                    </a:lnT>
                    <a:lnB cmpd="sng" algn="ctr" cap="flat" w="9525">
                      <a:solidFill>
                        <a:srgbClr val="2C3124"/>
                      </a:solidFill>
                      <a:prstDash val="solid"/>
                      <a:round/>
                      <a:headEnd type="none" w="med" len="med"/>
                      <a:tailEnd type="none" w="med" len="med"/>
                    </a:lnB>
                    <a:solidFill>
                      <a:srgbClr val="F4F4F4"/>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AutoShape 17" id="17"/>
          <p:cNvSpPr/>
          <p:nvPr/>
        </p:nvSpPr>
        <p:spPr>
          <a:xfrm flipV="true">
            <a:off x="1899672" y="2487572"/>
            <a:ext cx="14376297" cy="0"/>
          </a:xfrm>
          <a:prstGeom prst="line">
            <a:avLst/>
          </a:prstGeom>
          <a:ln cap="flat" w="19050">
            <a:solidFill>
              <a:srgbClr val="231F20"/>
            </a:solidFill>
            <a:prstDash val="solid"/>
            <a:headEnd type="none" len="sm" w="sm"/>
            <a:tailEnd type="none" len="sm" w="sm"/>
          </a:ln>
        </p:spPr>
      </p:sp>
      <p:sp>
        <p:nvSpPr>
          <p:cNvPr name="TextBox 18" id="18"/>
          <p:cNvSpPr txBox="true"/>
          <p:nvPr/>
        </p:nvSpPr>
        <p:spPr>
          <a:xfrm rot="0">
            <a:off x="5708300" y="1112093"/>
            <a:ext cx="6871400" cy="1111250"/>
          </a:xfrm>
          <a:prstGeom prst="rect">
            <a:avLst/>
          </a:prstGeom>
        </p:spPr>
        <p:txBody>
          <a:bodyPr anchor="t" rtlCol="false" tIns="0" lIns="0" bIns="0" rIns="0">
            <a:spAutoFit/>
          </a:bodyPr>
          <a:lstStyle/>
          <a:p>
            <a:pPr algn="ctr">
              <a:lnSpc>
                <a:spcPts val="9100"/>
              </a:lnSpc>
            </a:pPr>
            <a:r>
              <a:rPr lang="en-US" sz="6500">
                <a:solidFill>
                  <a:srgbClr val="3E4047"/>
                </a:solidFill>
                <a:latin typeface="Tlab 레트로라이프"/>
                <a:ea typeface="Tlab 레트로라이프"/>
                <a:cs typeface="Tlab 레트로라이프"/>
                <a:sym typeface="Tlab 레트로라이프"/>
              </a:rPr>
              <a:t>기대 효과</a:t>
            </a:r>
          </a:p>
        </p:txBody>
      </p:sp>
      <p:sp>
        <p:nvSpPr>
          <p:cNvPr name="TextBox 19" id="19"/>
          <p:cNvSpPr txBox="true"/>
          <p:nvPr/>
        </p:nvSpPr>
        <p:spPr>
          <a:xfrm rot="0">
            <a:off x="1899672" y="800238"/>
            <a:ext cx="1925141" cy="1677808"/>
          </a:xfrm>
          <a:prstGeom prst="rect">
            <a:avLst/>
          </a:prstGeom>
        </p:spPr>
        <p:txBody>
          <a:bodyPr anchor="t" rtlCol="false" tIns="0" lIns="0" bIns="0" rIns="0">
            <a:spAutoFit/>
          </a:bodyPr>
          <a:lstStyle/>
          <a:p>
            <a:pPr algn="ctr">
              <a:lnSpc>
                <a:spcPts val="13784"/>
              </a:lnSpc>
            </a:pPr>
            <a:r>
              <a:rPr lang="en-US" sz="9846" b="true">
                <a:solidFill>
                  <a:srgbClr val="CFCFCF"/>
                </a:solidFill>
                <a:latin typeface="Tlab 레트로라이프 Bold"/>
                <a:ea typeface="Tlab 레트로라이프 Bold"/>
                <a:cs typeface="Tlab 레트로라이프 Bold"/>
                <a:sym typeface="Tlab 레트로라이프 Bold"/>
              </a:rPr>
              <a:t>07</a:t>
            </a:r>
          </a:p>
        </p:txBody>
      </p:sp>
      <p:sp>
        <p:nvSpPr>
          <p:cNvPr name="TextBox 20" id="20"/>
          <p:cNvSpPr txBox="true"/>
          <p:nvPr/>
        </p:nvSpPr>
        <p:spPr>
          <a:xfrm rot="0">
            <a:off x="1885874" y="6143564"/>
            <a:ext cx="3239389" cy="1517247"/>
          </a:xfrm>
          <a:prstGeom prst="rect">
            <a:avLst/>
          </a:prstGeom>
        </p:spPr>
        <p:txBody>
          <a:bodyPr anchor="t" rtlCol="false" tIns="0" lIns="0" bIns="0" rIns="0">
            <a:spAutoFit/>
          </a:bodyPr>
          <a:lstStyle/>
          <a:p>
            <a:pPr algn="ctr">
              <a:lnSpc>
                <a:spcPts val="12447"/>
              </a:lnSpc>
            </a:pPr>
            <a:r>
              <a:rPr lang="en-US" sz="8890">
                <a:solidFill>
                  <a:srgbClr val="484344"/>
                </a:solidFill>
                <a:latin typeface="Black Mango"/>
                <a:ea typeface="Black Mango"/>
                <a:cs typeface="Black Mango"/>
                <a:sym typeface="Black Mango"/>
              </a:rPr>
              <a:t>65%</a:t>
            </a:r>
          </a:p>
        </p:txBody>
      </p:sp>
      <p:sp>
        <p:nvSpPr>
          <p:cNvPr name="TextBox 21" id="21"/>
          <p:cNvSpPr txBox="true"/>
          <p:nvPr/>
        </p:nvSpPr>
        <p:spPr>
          <a:xfrm rot="0">
            <a:off x="5904611" y="6143564"/>
            <a:ext cx="3239389" cy="1517247"/>
          </a:xfrm>
          <a:prstGeom prst="rect">
            <a:avLst/>
          </a:prstGeom>
        </p:spPr>
        <p:txBody>
          <a:bodyPr anchor="t" rtlCol="false" tIns="0" lIns="0" bIns="0" rIns="0">
            <a:spAutoFit/>
          </a:bodyPr>
          <a:lstStyle/>
          <a:p>
            <a:pPr algn="ctr">
              <a:lnSpc>
                <a:spcPts val="12447"/>
              </a:lnSpc>
            </a:pPr>
            <a:r>
              <a:rPr lang="en-US" sz="8890">
                <a:solidFill>
                  <a:srgbClr val="484344"/>
                </a:solidFill>
                <a:latin typeface="Black Mango"/>
                <a:ea typeface="Black Mango"/>
                <a:cs typeface="Black Mango"/>
                <a:sym typeface="Black Mango"/>
              </a:rPr>
              <a:t>30%</a:t>
            </a:r>
          </a:p>
        </p:txBody>
      </p:sp>
      <p:pic>
        <p:nvPicPr>
          <p:cNvPr name="Picture 22" id="22"/>
          <p:cNvPicPr>
            <a:picLocks noChangeAspect="true"/>
          </p:cNvPicPr>
          <p:nvPr/>
        </p:nvPicPr>
        <p:blipFill>
          <a:blip r:embed="rId2"/>
          <a:stretch>
            <a:fillRect/>
          </a:stretch>
        </p:blipFill>
        <p:spPr>
          <a:xfrm rot="0">
            <a:off x="1446145" y="3593491"/>
            <a:ext cx="3922536" cy="2288146"/>
          </a:xfrm>
          <a:prstGeom prst="rect">
            <a:avLst/>
          </a:prstGeom>
        </p:spPr>
      </p:pic>
      <p:pic>
        <p:nvPicPr>
          <p:cNvPr name="Picture 23" id="23"/>
          <p:cNvPicPr>
            <a:picLocks noChangeAspect="true"/>
          </p:cNvPicPr>
          <p:nvPr/>
        </p:nvPicPr>
        <p:blipFill>
          <a:blip r:embed="rId3"/>
          <a:stretch>
            <a:fillRect/>
          </a:stretch>
        </p:blipFill>
        <p:spPr>
          <a:xfrm rot="0">
            <a:off x="5472000" y="3593491"/>
            <a:ext cx="3922536" cy="2288146"/>
          </a:xfrm>
          <a:prstGeom prst="rect">
            <a:avLst/>
          </a:prstGeom>
        </p:spPr>
      </p:pic>
      <p:pic>
        <p:nvPicPr>
          <p:cNvPr name="Picture 24" id="24"/>
          <p:cNvPicPr>
            <a:picLocks noChangeAspect="true"/>
          </p:cNvPicPr>
          <p:nvPr/>
        </p:nvPicPr>
        <p:blipFill>
          <a:blip r:embed="rId4"/>
          <a:stretch>
            <a:fillRect/>
          </a:stretch>
        </p:blipFill>
        <p:spPr>
          <a:xfrm rot="0">
            <a:off x="9842396" y="2622514"/>
            <a:ext cx="7018444" cy="6555438"/>
          </a:xfrm>
          <a:prstGeom prst="rect">
            <a:avLst/>
          </a:prstGeom>
        </p:spPr>
      </p:pic>
      <p:sp>
        <p:nvSpPr>
          <p:cNvPr name="TextBox 25" id="25"/>
          <p:cNvSpPr txBox="true"/>
          <p:nvPr/>
        </p:nvSpPr>
        <p:spPr>
          <a:xfrm rot="0">
            <a:off x="1863497" y="8070542"/>
            <a:ext cx="3261765" cy="355335"/>
          </a:xfrm>
          <a:prstGeom prst="rect">
            <a:avLst/>
          </a:prstGeom>
        </p:spPr>
        <p:txBody>
          <a:bodyPr anchor="t" rtlCol="false" tIns="0" lIns="0" bIns="0" rIns="0">
            <a:spAutoFit/>
          </a:bodyPr>
          <a:lstStyle/>
          <a:p>
            <a:pPr algn="ctr">
              <a:lnSpc>
                <a:spcPts val="2856"/>
              </a:lnSpc>
            </a:pPr>
            <a:r>
              <a:rPr lang="en-US" sz="2040">
                <a:solidFill>
                  <a:srgbClr val="485849"/>
                </a:solidFill>
                <a:latin typeface="Noto Sans Kr"/>
                <a:ea typeface="Noto Sans Kr"/>
                <a:cs typeface="Noto Sans Kr"/>
                <a:sym typeface="Noto Sans Kr"/>
              </a:rPr>
              <a:t>업무 효율성 증가</a:t>
            </a:r>
          </a:p>
        </p:txBody>
      </p:sp>
      <p:sp>
        <p:nvSpPr>
          <p:cNvPr name="TextBox 26" id="26"/>
          <p:cNvSpPr txBox="true"/>
          <p:nvPr/>
        </p:nvSpPr>
        <p:spPr>
          <a:xfrm rot="0">
            <a:off x="5798878" y="8070542"/>
            <a:ext cx="3261765" cy="355335"/>
          </a:xfrm>
          <a:prstGeom prst="rect">
            <a:avLst/>
          </a:prstGeom>
        </p:spPr>
        <p:txBody>
          <a:bodyPr anchor="t" rtlCol="false" tIns="0" lIns="0" bIns="0" rIns="0">
            <a:spAutoFit/>
          </a:bodyPr>
          <a:lstStyle/>
          <a:p>
            <a:pPr algn="ctr">
              <a:lnSpc>
                <a:spcPts val="2856"/>
              </a:lnSpc>
            </a:pPr>
            <a:r>
              <a:rPr lang="en-US" sz="2040">
                <a:solidFill>
                  <a:srgbClr val="485849"/>
                </a:solidFill>
                <a:latin typeface="Noto Sans Kr"/>
                <a:ea typeface="Noto Sans Kr"/>
                <a:cs typeface="Noto Sans Kr"/>
                <a:sym typeface="Noto Sans Kr"/>
              </a:rPr>
              <a:t>고객 만족도 향상</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75250"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AutoShape 17" id="17"/>
          <p:cNvSpPr/>
          <p:nvPr/>
        </p:nvSpPr>
        <p:spPr>
          <a:xfrm flipV="true">
            <a:off x="1899672" y="2487572"/>
            <a:ext cx="14376297" cy="0"/>
          </a:xfrm>
          <a:prstGeom prst="line">
            <a:avLst/>
          </a:prstGeom>
          <a:ln cap="flat" w="19050">
            <a:solidFill>
              <a:srgbClr val="231F20"/>
            </a:solidFill>
            <a:prstDash val="solid"/>
            <a:headEnd type="none" len="sm" w="sm"/>
            <a:tailEnd type="none" len="sm" w="sm"/>
          </a:ln>
        </p:spPr>
      </p:sp>
      <p:sp>
        <p:nvSpPr>
          <p:cNvPr name="TextBox 18" id="18"/>
          <p:cNvSpPr txBox="true"/>
          <p:nvPr/>
        </p:nvSpPr>
        <p:spPr>
          <a:xfrm rot="0">
            <a:off x="2057715" y="8041577"/>
            <a:ext cx="3161408" cy="336342"/>
          </a:xfrm>
          <a:prstGeom prst="rect">
            <a:avLst/>
          </a:prstGeom>
        </p:spPr>
        <p:txBody>
          <a:bodyPr anchor="t" rtlCol="false" tIns="0" lIns="0" bIns="0" rIns="0">
            <a:spAutoFit/>
          </a:bodyPr>
          <a:lstStyle/>
          <a:p>
            <a:pPr algn="ctr">
              <a:lnSpc>
                <a:spcPts val="2768"/>
              </a:lnSpc>
            </a:pPr>
            <a:r>
              <a:rPr lang="en-US" sz="1977">
                <a:solidFill>
                  <a:srgbClr val="485849"/>
                </a:solidFill>
                <a:latin typeface="Noto Sans Kr"/>
                <a:ea typeface="Noto Sans Kr"/>
                <a:cs typeface="Noto Sans Kr"/>
                <a:sym typeface="Noto Sans Kr"/>
              </a:rPr>
              <a:t>업무 효율성 증가</a:t>
            </a:r>
          </a:p>
        </p:txBody>
      </p:sp>
      <p:sp>
        <p:nvSpPr>
          <p:cNvPr name="TextBox 19" id="19"/>
          <p:cNvSpPr txBox="true"/>
          <p:nvPr/>
        </p:nvSpPr>
        <p:spPr>
          <a:xfrm rot="0">
            <a:off x="5872013" y="8041577"/>
            <a:ext cx="3161408" cy="336342"/>
          </a:xfrm>
          <a:prstGeom prst="rect">
            <a:avLst/>
          </a:prstGeom>
        </p:spPr>
        <p:txBody>
          <a:bodyPr anchor="t" rtlCol="false" tIns="0" lIns="0" bIns="0" rIns="0">
            <a:spAutoFit/>
          </a:bodyPr>
          <a:lstStyle/>
          <a:p>
            <a:pPr algn="ctr">
              <a:lnSpc>
                <a:spcPts val="2768"/>
              </a:lnSpc>
            </a:pPr>
            <a:r>
              <a:rPr lang="en-US" sz="1977">
                <a:solidFill>
                  <a:srgbClr val="485849"/>
                </a:solidFill>
                <a:latin typeface="Noto Sans Kr"/>
                <a:ea typeface="Noto Sans Kr"/>
                <a:cs typeface="Noto Sans Kr"/>
                <a:sym typeface="Noto Sans Kr"/>
              </a:rPr>
              <a:t>고객 만족도 향상</a:t>
            </a:r>
          </a:p>
        </p:txBody>
      </p:sp>
      <p:grpSp>
        <p:nvGrpSpPr>
          <p:cNvPr name="Group 20" id="20"/>
          <p:cNvGrpSpPr/>
          <p:nvPr/>
        </p:nvGrpSpPr>
        <p:grpSpPr>
          <a:xfrm rot="0">
            <a:off x="2529733" y="3383720"/>
            <a:ext cx="6054070" cy="2285749"/>
            <a:chOff x="0" y="0"/>
            <a:chExt cx="1153449" cy="435491"/>
          </a:xfrm>
        </p:grpSpPr>
        <p:sp>
          <p:nvSpPr>
            <p:cNvPr name="Freeform 21" id="21"/>
            <p:cNvSpPr/>
            <p:nvPr/>
          </p:nvSpPr>
          <p:spPr>
            <a:xfrm flipH="false" flipV="false" rot="0">
              <a:off x="0" y="0"/>
              <a:ext cx="1153449" cy="435491"/>
            </a:xfrm>
            <a:custGeom>
              <a:avLst/>
              <a:gdLst/>
              <a:ahLst/>
              <a:cxnLst/>
              <a:rect r="r" b="b" t="t" l="l"/>
              <a:pathLst>
                <a:path h="435491" w="1153449">
                  <a:moveTo>
                    <a:pt x="0" y="0"/>
                  </a:moveTo>
                  <a:lnTo>
                    <a:pt x="1153449" y="0"/>
                  </a:lnTo>
                  <a:lnTo>
                    <a:pt x="1153449" y="435491"/>
                  </a:lnTo>
                  <a:lnTo>
                    <a:pt x="0" y="435491"/>
                  </a:lnTo>
                  <a:close/>
                </a:path>
              </a:pathLst>
            </a:custGeom>
            <a:solidFill>
              <a:srgbClr val="F6F6F6"/>
            </a:solidFill>
          </p:spPr>
        </p:sp>
        <p:sp>
          <p:nvSpPr>
            <p:cNvPr name="TextBox 22" id="22"/>
            <p:cNvSpPr txBox="true"/>
            <p:nvPr/>
          </p:nvSpPr>
          <p:spPr>
            <a:xfrm>
              <a:off x="0" y="-47625"/>
              <a:ext cx="1153449" cy="483116"/>
            </a:xfrm>
            <a:prstGeom prst="rect">
              <a:avLst/>
            </a:prstGeom>
          </p:spPr>
          <p:txBody>
            <a:bodyPr anchor="ctr" rtlCol="false" tIns="50800" lIns="50800" bIns="50800" rIns="50800"/>
            <a:lstStyle/>
            <a:p>
              <a:pPr algn="ctr">
                <a:lnSpc>
                  <a:spcPts val="3640"/>
                </a:lnSpc>
              </a:pPr>
            </a:p>
          </p:txBody>
        </p:sp>
      </p:grpSp>
      <p:grpSp>
        <p:nvGrpSpPr>
          <p:cNvPr name="Group 23" id="23"/>
          <p:cNvGrpSpPr/>
          <p:nvPr/>
        </p:nvGrpSpPr>
        <p:grpSpPr>
          <a:xfrm rot="0">
            <a:off x="2529733" y="3086322"/>
            <a:ext cx="2872443" cy="660600"/>
            <a:chOff x="0" y="0"/>
            <a:chExt cx="3829924" cy="880800"/>
          </a:xfrm>
        </p:grpSpPr>
        <p:grpSp>
          <p:nvGrpSpPr>
            <p:cNvPr name="Group 24" id="24"/>
            <p:cNvGrpSpPr/>
            <p:nvPr/>
          </p:nvGrpSpPr>
          <p:grpSpPr>
            <a:xfrm rot="0">
              <a:off x="88675" y="133112"/>
              <a:ext cx="3741248" cy="747688"/>
              <a:chOff x="0" y="0"/>
              <a:chExt cx="762472" cy="152380"/>
            </a:xfrm>
          </p:grpSpPr>
          <p:sp>
            <p:nvSpPr>
              <p:cNvPr name="Freeform 25" id="25"/>
              <p:cNvSpPr/>
              <p:nvPr/>
            </p:nvSpPr>
            <p:spPr>
              <a:xfrm flipH="false" flipV="false" rot="0">
                <a:off x="0" y="0"/>
                <a:ext cx="762472" cy="152380"/>
              </a:xfrm>
              <a:custGeom>
                <a:avLst/>
                <a:gdLst/>
                <a:ahLst/>
                <a:cxnLst/>
                <a:rect r="r" b="b" t="t" l="l"/>
                <a:pathLst>
                  <a:path h="152380" w="762472">
                    <a:moveTo>
                      <a:pt x="0" y="0"/>
                    </a:moveTo>
                    <a:lnTo>
                      <a:pt x="762472" y="0"/>
                    </a:lnTo>
                    <a:lnTo>
                      <a:pt x="762472" y="152380"/>
                    </a:lnTo>
                    <a:lnTo>
                      <a:pt x="0" y="152380"/>
                    </a:lnTo>
                    <a:close/>
                  </a:path>
                </a:pathLst>
              </a:custGeom>
              <a:solidFill>
                <a:srgbClr val="50504E"/>
              </a:solidFill>
            </p:spPr>
          </p:sp>
          <p:sp>
            <p:nvSpPr>
              <p:cNvPr name="TextBox 26" id="26"/>
              <p:cNvSpPr txBox="true"/>
              <p:nvPr/>
            </p:nvSpPr>
            <p:spPr>
              <a:xfrm>
                <a:off x="0" y="-38100"/>
                <a:ext cx="762472" cy="190480"/>
              </a:xfrm>
              <a:prstGeom prst="rect">
                <a:avLst/>
              </a:prstGeom>
            </p:spPr>
            <p:txBody>
              <a:bodyPr anchor="ctr" rtlCol="false" tIns="49237" lIns="49237" bIns="49237" rIns="49237"/>
              <a:lstStyle/>
              <a:p>
                <a:pPr algn="ctr">
                  <a:lnSpc>
                    <a:spcPts val="2799"/>
                  </a:lnSpc>
                </a:pPr>
              </a:p>
            </p:txBody>
          </p:sp>
        </p:grpSp>
        <p:grpSp>
          <p:nvGrpSpPr>
            <p:cNvPr name="Group 27" id="27"/>
            <p:cNvGrpSpPr/>
            <p:nvPr/>
          </p:nvGrpSpPr>
          <p:grpSpPr>
            <a:xfrm rot="0">
              <a:off x="0" y="0"/>
              <a:ext cx="3741248" cy="793060"/>
              <a:chOff x="0" y="0"/>
              <a:chExt cx="762472" cy="161627"/>
            </a:xfrm>
          </p:grpSpPr>
          <p:sp>
            <p:nvSpPr>
              <p:cNvPr name="Freeform 28" id="28"/>
              <p:cNvSpPr/>
              <p:nvPr/>
            </p:nvSpPr>
            <p:spPr>
              <a:xfrm flipH="false" flipV="false" rot="0">
                <a:off x="0" y="0"/>
                <a:ext cx="762472" cy="161627"/>
              </a:xfrm>
              <a:custGeom>
                <a:avLst/>
                <a:gdLst/>
                <a:ahLst/>
                <a:cxnLst/>
                <a:rect r="r" b="b" t="t" l="l"/>
                <a:pathLst>
                  <a:path h="161627" w="762472">
                    <a:moveTo>
                      <a:pt x="0" y="0"/>
                    </a:moveTo>
                    <a:lnTo>
                      <a:pt x="762472" y="0"/>
                    </a:lnTo>
                    <a:lnTo>
                      <a:pt x="762472" y="161627"/>
                    </a:lnTo>
                    <a:lnTo>
                      <a:pt x="0" y="161627"/>
                    </a:lnTo>
                    <a:close/>
                  </a:path>
                </a:pathLst>
              </a:custGeom>
              <a:solidFill>
                <a:srgbClr val="79816B"/>
              </a:solidFill>
            </p:spPr>
          </p:sp>
          <p:sp>
            <p:nvSpPr>
              <p:cNvPr name="TextBox 29" id="29"/>
              <p:cNvSpPr txBox="true"/>
              <p:nvPr/>
            </p:nvSpPr>
            <p:spPr>
              <a:xfrm>
                <a:off x="0" y="-38100"/>
                <a:ext cx="762472" cy="199727"/>
              </a:xfrm>
              <a:prstGeom prst="rect">
                <a:avLst/>
              </a:prstGeom>
            </p:spPr>
            <p:txBody>
              <a:bodyPr anchor="ctr" rtlCol="false" tIns="49237" lIns="49237" bIns="49237" rIns="49237"/>
              <a:lstStyle/>
              <a:p>
                <a:pPr algn="ctr">
                  <a:lnSpc>
                    <a:spcPts val="2799"/>
                  </a:lnSpc>
                </a:pPr>
              </a:p>
            </p:txBody>
          </p:sp>
        </p:grpSp>
      </p:grpSp>
      <p:grpSp>
        <p:nvGrpSpPr>
          <p:cNvPr name="Group 30" id="30"/>
          <p:cNvGrpSpPr/>
          <p:nvPr/>
        </p:nvGrpSpPr>
        <p:grpSpPr>
          <a:xfrm rot="0">
            <a:off x="9644623" y="3383720"/>
            <a:ext cx="6054070" cy="2285749"/>
            <a:chOff x="0" y="0"/>
            <a:chExt cx="1153449" cy="435491"/>
          </a:xfrm>
        </p:grpSpPr>
        <p:sp>
          <p:nvSpPr>
            <p:cNvPr name="Freeform 31" id="31"/>
            <p:cNvSpPr/>
            <p:nvPr/>
          </p:nvSpPr>
          <p:spPr>
            <a:xfrm flipH="false" flipV="false" rot="0">
              <a:off x="0" y="0"/>
              <a:ext cx="1153449" cy="435491"/>
            </a:xfrm>
            <a:custGeom>
              <a:avLst/>
              <a:gdLst/>
              <a:ahLst/>
              <a:cxnLst/>
              <a:rect r="r" b="b" t="t" l="l"/>
              <a:pathLst>
                <a:path h="435491" w="1153449">
                  <a:moveTo>
                    <a:pt x="0" y="0"/>
                  </a:moveTo>
                  <a:lnTo>
                    <a:pt x="1153449" y="0"/>
                  </a:lnTo>
                  <a:lnTo>
                    <a:pt x="1153449" y="435491"/>
                  </a:lnTo>
                  <a:lnTo>
                    <a:pt x="0" y="435491"/>
                  </a:lnTo>
                  <a:close/>
                </a:path>
              </a:pathLst>
            </a:custGeom>
            <a:solidFill>
              <a:srgbClr val="F6F6F6"/>
            </a:solidFill>
          </p:spPr>
        </p:sp>
        <p:sp>
          <p:nvSpPr>
            <p:cNvPr name="TextBox 32" id="32"/>
            <p:cNvSpPr txBox="true"/>
            <p:nvPr/>
          </p:nvSpPr>
          <p:spPr>
            <a:xfrm>
              <a:off x="0" y="-47625"/>
              <a:ext cx="1153449" cy="483116"/>
            </a:xfrm>
            <a:prstGeom prst="rect">
              <a:avLst/>
            </a:prstGeom>
          </p:spPr>
          <p:txBody>
            <a:bodyPr anchor="ctr" rtlCol="false" tIns="50800" lIns="50800" bIns="50800" rIns="50800"/>
            <a:lstStyle/>
            <a:p>
              <a:pPr algn="ctr">
                <a:lnSpc>
                  <a:spcPts val="3640"/>
                </a:lnSpc>
              </a:pPr>
            </a:p>
          </p:txBody>
        </p:sp>
      </p:grpSp>
      <p:grpSp>
        <p:nvGrpSpPr>
          <p:cNvPr name="Group 33" id="33"/>
          <p:cNvGrpSpPr/>
          <p:nvPr/>
        </p:nvGrpSpPr>
        <p:grpSpPr>
          <a:xfrm rot="0">
            <a:off x="12846755" y="3086322"/>
            <a:ext cx="2851938" cy="660600"/>
            <a:chOff x="0" y="0"/>
            <a:chExt cx="3802583" cy="880800"/>
          </a:xfrm>
        </p:grpSpPr>
        <p:grpSp>
          <p:nvGrpSpPr>
            <p:cNvPr name="Group 34" id="34"/>
            <p:cNvGrpSpPr/>
            <p:nvPr/>
          </p:nvGrpSpPr>
          <p:grpSpPr>
            <a:xfrm rot="0">
              <a:off x="0" y="133112"/>
              <a:ext cx="3741248" cy="747688"/>
              <a:chOff x="0" y="0"/>
              <a:chExt cx="762472" cy="152380"/>
            </a:xfrm>
          </p:grpSpPr>
          <p:sp>
            <p:nvSpPr>
              <p:cNvPr name="Freeform 35" id="35"/>
              <p:cNvSpPr/>
              <p:nvPr/>
            </p:nvSpPr>
            <p:spPr>
              <a:xfrm flipH="false" flipV="false" rot="0">
                <a:off x="0" y="0"/>
                <a:ext cx="762472" cy="152380"/>
              </a:xfrm>
              <a:custGeom>
                <a:avLst/>
                <a:gdLst/>
                <a:ahLst/>
                <a:cxnLst/>
                <a:rect r="r" b="b" t="t" l="l"/>
                <a:pathLst>
                  <a:path h="152380" w="762472">
                    <a:moveTo>
                      <a:pt x="0" y="0"/>
                    </a:moveTo>
                    <a:lnTo>
                      <a:pt x="762472" y="0"/>
                    </a:lnTo>
                    <a:lnTo>
                      <a:pt x="762472" y="152380"/>
                    </a:lnTo>
                    <a:lnTo>
                      <a:pt x="0" y="152380"/>
                    </a:lnTo>
                    <a:close/>
                  </a:path>
                </a:pathLst>
              </a:custGeom>
              <a:solidFill>
                <a:srgbClr val="50504E"/>
              </a:solidFill>
            </p:spPr>
          </p:sp>
          <p:sp>
            <p:nvSpPr>
              <p:cNvPr name="TextBox 36" id="36"/>
              <p:cNvSpPr txBox="true"/>
              <p:nvPr/>
            </p:nvSpPr>
            <p:spPr>
              <a:xfrm>
                <a:off x="0" y="-38100"/>
                <a:ext cx="762472" cy="190480"/>
              </a:xfrm>
              <a:prstGeom prst="rect">
                <a:avLst/>
              </a:prstGeom>
            </p:spPr>
            <p:txBody>
              <a:bodyPr anchor="ctr" rtlCol="false" tIns="49237" lIns="49237" bIns="49237" rIns="49237"/>
              <a:lstStyle/>
              <a:p>
                <a:pPr algn="ctr">
                  <a:lnSpc>
                    <a:spcPts val="2799"/>
                  </a:lnSpc>
                </a:pPr>
              </a:p>
            </p:txBody>
          </p:sp>
        </p:grpSp>
        <p:grpSp>
          <p:nvGrpSpPr>
            <p:cNvPr name="Group 37" id="37"/>
            <p:cNvGrpSpPr/>
            <p:nvPr/>
          </p:nvGrpSpPr>
          <p:grpSpPr>
            <a:xfrm rot="0">
              <a:off x="61335" y="0"/>
              <a:ext cx="3741248" cy="793060"/>
              <a:chOff x="0" y="0"/>
              <a:chExt cx="762472" cy="161627"/>
            </a:xfrm>
          </p:grpSpPr>
          <p:sp>
            <p:nvSpPr>
              <p:cNvPr name="Freeform 38" id="38"/>
              <p:cNvSpPr/>
              <p:nvPr/>
            </p:nvSpPr>
            <p:spPr>
              <a:xfrm flipH="false" flipV="false" rot="0">
                <a:off x="0" y="0"/>
                <a:ext cx="762472" cy="161627"/>
              </a:xfrm>
              <a:custGeom>
                <a:avLst/>
                <a:gdLst/>
                <a:ahLst/>
                <a:cxnLst/>
                <a:rect r="r" b="b" t="t" l="l"/>
                <a:pathLst>
                  <a:path h="161627" w="762472">
                    <a:moveTo>
                      <a:pt x="0" y="0"/>
                    </a:moveTo>
                    <a:lnTo>
                      <a:pt x="762472" y="0"/>
                    </a:lnTo>
                    <a:lnTo>
                      <a:pt x="762472" y="161627"/>
                    </a:lnTo>
                    <a:lnTo>
                      <a:pt x="0" y="161627"/>
                    </a:lnTo>
                    <a:close/>
                  </a:path>
                </a:pathLst>
              </a:custGeom>
              <a:solidFill>
                <a:srgbClr val="79816B"/>
              </a:solidFill>
            </p:spPr>
          </p:sp>
          <p:sp>
            <p:nvSpPr>
              <p:cNvPr name="TextBox 39" id="39"/>
              <p:cNvSpPr txBox="true"/>
              <p:nvPr/>
            </p:nvSpPr>
            <p:spPr>
              <a:xfrm>
                <a:off x="0" y="-38100"/>
                <a:ext cx="762472" cy="199727"/>
              </a:xfrm>
              <a:prstGeom prst="rect">
                <a:avLst/>
              </a:prstGeom>
            </p:spPr>
            <p:txBody>
              <a:bodyPr anchor="ctr" rtlCol="false" tIns="49237" lIns="49237" bIns="49237" rIns="49237"/>
              <a:lstStyle/>
              <a:p>
                <a:pPr algn="ctr">
                  <a:lnSpc>
                    <a:spcPts val="2799"/>
                  </a:lnSpc>
                </a:pPr>
              </a:p>
            </p:txBody>
          </p:sp>
        </p:grpSp>
      </p:grpSp>
      <p:grpSp>
        <p:nvGrpSpPr>
          <p:cNvPr name="Group 40" id="40"/>
          <p:cNvGrpSpPr/>
          <p:nvPr/>
        </p:nvGrpSpPr>
        <p:grpSpPr>
          <a:xfrm rot="0">
            <a:off x="2529733" y="6479381"/>
            <a:ext cx="6054070" cy="2290223"/>
            <a:chOff x="0" y="0"/>
            <a:chExt cx="1153449" cy="436344"/>
          </a:xfrm>
        </p:grpSpPr>
        <p:sp>
          <p:nvSpPr>
            <p:cNvPr name="Freeform 41" id="41"/>
            <p:cNvSpPr/>
            <p:nvPr/>
          </p:nvSpPr>
          <p:spPr>
            <a:xfrm flipH="false" flipV="false" rot="0">
              <a:off x="0" y="0"/>
              <a:ext cx="1153449" cy="436344"/>
            </a:xfrm>
            <a:custGeom>
              <a:avLst/>
              <a:gdLst/>
              <a:ahLst/>
              <a:cxnLst/>
              <a:rect r="r" b="b" t="t" l="l"/>
              <a:pathLst>
                <a:path h="436344" w="1153449">
                  <a:moveTo>
                    <a:pt x="0" y="0"/>
                  </a:moveTo>
                  <a:lnTo>
                    <a:pt x="1153449" y="0"/>
                  </a:lnTo>
                  <a:lnTo>
                    <a:pt x="1153449" y="436344"/>
                  </a:lnTo>
                  <a:lnTo>
                    <a:pt x="0" y="436344"/>
                  </a:lnTo>
                  <a:close/>
                </a:path>
              </a:pathLst>
            </a:custGeom>
            <a:solidFill>
              <a:srgbClr val="F6F6F6"/>
            </a:solidFill>
          </p:spPr>
        </p:sp>
        <p:sp>
          <p:nvSpPr>
            <p:cNvPr name="TextBox 42" id="42"/>
            <p:cNvSpPr txBox="true"/>
            <p:nvPr/>
          </p:nvSpPr>
          <p:spPr>
            <a:xfrm>
              <a:off x="0" y="-47625"/>
              <a:ext cx="1153449" cy="483969"/>
            </a:xfrm>
            <a:prstGeom prst="rect">
              <a:avLst/>
            </a:prstGeom>
          </p:spPr>
          <p:txBody>
            <a:bodyPr anchor="ctr" rtlCol="false" tIns="50800" lIns="50800" bIns="50800" rIns="50800"/>
            <a:lstStyle/>
            <a:p>
              <a:pPr algn="ctr">
                <a:lnSpc>
                  <a:spcPts val="3640"/>
                </a:lnSpc>
              </a:pPr>
            </a:p>
          </p:txBody>
        </p:sp>
      </p:grpSp>
      <p:grpSp>
        <p:nvGrpSpPr>
          <p:cNvPr name="Group 43" id="43"/>
          <p:cNvGrpSpPr/>
          <p:nvPr/>
        </p:nvGrpSpPr>
        <p:grpSpPr>
          <a:xfrm rot="0">
            <a:off x="2529733" y="6181983"/>
            <a:ext cx="2872443" cy="660600"/>
            <a:chOff x="0" y="0"/>
            <a:chExt cx="3829924" cy="880800"/>
          </a:xfrm>
        </p:grpSpPr>
        <p:grpSp>
          <p:nvGrpSpPr>
            <p:cNvPr name="Group 44" id="44"/>
            <p:cNvGrpSpPr/>
            <p:nvPr/>
          </p:nvGrpSpPr>
          <p:grpSpPr>
            <a:xfrm rot="0">
              <a:off x="88675" y="133112"/>
              <a:ext cx="3741248" cy="747688"/>
              <a:chOff x="0" y="0"/>
              <a:chExt cx="762472" cy="152380"/>
            </a:xfrm>
          </p:grpSpPr>
          <p:sp>
            <p:nvSpPr>
              <p:cNvPr name="Freeform 45" id="45"/>
              <p:cNvSpPr/>
              <p:nvPr/>
            </p:nvSpPr>
            <p:spPr>
              <a:xfrm flipH="false" flipV="false" rot="0">
                <a:off x="0" y="0"/>
                <a:ext cx="762472" cy="152380"/>
              </a:xfrm>
              <a:custGeom>
                <a:avLst/>
                <a:gdLst/>
                <a:ahLst/>
                <a:cxnLst/>
                <a:rect r="r" b="b" t="t" l="l"/>
                <a:pathLst>
                  <a:path h="152380" w="762472">
                    <a:moveTo>
                      <a:pt x="0" y="0"/>
                    </a:moveTo>
                    <a:lnTo>
                      <a:pt x="762472" y="0"/>
                    </a:lnTo>
                    <a:lnTo>
                      <a:pt x="762472" y="152380"/>
                    </a:lnTo>
                    <a:lnTo>
                      <a:pt x="0" y="152380"/>
                    </a:lnTo>
                    <a:close/>
                  </a:path>
                </a:pathLst>
              </a:custGeom>
              <a:solidFill>
                <a:srgbClr val="50504E"/>
              </a:solidFill>
            </p:spPr>
          </p:sp>
          <p:sp>
            <p:nvSpPr>
              <p:cNvPr name="TextBox 46" id="46"/>
              <p:cNvSpPr txBox="true"/>
              <p:nvPr/>
            </p:nvSpPr>
            <p:spPr>
              <a:xfrm>
                <a:off x="0" y="-38100"/>
                <a:ext cx="762472" cy="190480"/>
              </a:xfrm>
              <a:prstGeom prst="rect">
                <a:avLst/>
              </a:prstGeom>
            </p:spPr>
            <p:txBody>
              <a:bodyPr anchor="ctr" rtlCol="false" tIns="49237" lIns="49237" bIns="49237" rIns="49237"/>
              <a:lstStyle/>
              <a:p>
                <a:pPr algn="ctr">
                  <a:lnSpc>
                    <a:spcPts val="2799"/>
                  </a:lnSpc>
                </a:pPr>
              </a:p>
            </p:txBody>
          </p:sp>
        </p:grpSp>
        <p:grpSp>
          <p:nvGrpSpPr>
            <p:cNvPr name="Group 47" id="47"/>
            <p:cNvGrpSpPr/>
            <p:nvPr/>
          </p:nvGrpSpPr>
          <p:grpSpPr>
            <a:xfrm rot="0">
              <a:off x="0" y="0"/>
              <a:ext cx="3741248" cy="793060"/>
              <a:chOff x="0" y="0"/>
              <a:chExt cx="762472" cy="161627"/>
            </a:xfrm>
          </p:grpSpPr>
          <p:sp>
            <p:nvSpPr>
              <p:cNvPr name="Freeform 48" id="48"/>
              <p:cNvSpPr/>
              <p:nvPr/>
            </p:nvSpPr>
            <p:spPr>
              <a:xfrm flipH="false" flipV="false" rot="0">
                <a:off x="0" y="0"/>
                <a:ext cx="762472" cy="161627"/>
              </a:xfrm>
              <a:custGeom>
                <a:avLst/>
                <a:gdLst/>
                <a:ahLst/>
                <a:cxnLst/>
                <a:rect r="r" b="b" t="t" l="l"/>
                <a:pathLst>
                  <a:path h="161627" w="762472">
                    <a:moveTo>
                      <a:pt x="0" y="0"/>
                    </a:moveTo>
                    <a:lnTo>
                      <a:pt x="762472" y="0"/>
                    </a:lnTo>
                    <a:lnTo>
                      <a:pt x="762472" y="161627"/>
                    </a:lnTo>
                    <a:lnTo>
                      <a:pt x="0" y="161627"/>
                    </a:lnTo>
                    <a:close/>
                  </a:path>
                </a:pathLst>
              </a:custGeom>
              <a:solidFill>
                <a:srgbClr val="79816B"/>
              </a:solidFill>
            </p:spPr>
          </p:sp>
          <p:sp>
            <p:nvSpPr>
              <p:cNvPr name="TextBox 49" id="49"/>
              <p:cNvSpPr txBox="true"/>
              <p:nvPr/>
            </p:nvSpPr>
            <p:spPr>
              <a:xfrm>
                <a:off x="0" y="-38100"/>
                <a:ext cx="762472" cy="199727"/>
              </a:xfrm>
              <a:prstGeom prst="rect">
                <a:avLst/>
              </a:prstGeom>
            </p:spPr>
            <p:txBody>
              <a:bodyPr anchor="ctr" rtlCol="false" tIns="49237" lIns="49237" bIns="49237" rIns="49237"/>
              <a:lstStyle/>
              <a:p>
                <a:pPr algn="ctr">
                  <a:lnSpc>
                    <a:spcPts val="2799"/>
                  </a:lnSpc>
                </a:pPr>
              </a:p>
            </p:txBody>
          </p:sp>
        </p:grpSp>
      </p:grpSp>
      <p:grpSp>
        <p:nvGrpSpPr>
          <p:cNvPr name="Group 50" id="50"/>
          <p:cNvGrpSpPr/>
          <p:nvPr/>
        </p:nvGrpSpPr>
        <p:grpSpPr>
          <a:xfrm rot="0">
            <a:off x="9644623" y="6479381"/>
            <a:ext cx="6054070" cy="2290223"/>
            <a:chOff x="0" y="0"/>
            <a:chExt cx="1153449" cy="436344"/>
          </a:xfrm>
        </p:grpSpPr>
        <p:sp>
          <p:nvSpPr>
            <p:cNvPr name="Freeform 51" id="51"/>
            <p:cNvSpPr/>
            <p:nvPr/>
          </p:nvSpPr>
          <p:spPr>
            <a:xfrm flipH="false" flipV="false" rot="0">
              <a:off x="0" y="0"/>
              <a:ext cx="1153449" cy="436344"/>
            </a:xfrm>
            <a:custGeom>
              <a:avLst/>
              <a:gdLst/>
              <a:ahLst/>
              <a:cxnLst/>
              <a:rect r="r" b="b" t="t" l="l"/>
              <a:pathLst>
                <a:path h="436344" w="1153449">
                  <a:moveTo>
                    <a:pt x="0" y="0"/>
                  </a:moveTo>
                  <a:lnTo>
                    <a:pt x="1153449" y="0"/>
                  </a:lnTo>
                  <a:lnTo>
                    <a:pt x="1153449" y="436344"/>
                  </a:lnTo>
                  <a:lnTo>
                    <a:pt x="0" y="436344"/>
                  </a:lnTo>
                  <a:close/>
                </a:path>
              </a:pathLst>
            </a:custGeom>
            <a:solidFill>
              <a:srgbClr val="F6F6F6"/>
            </a:solidFill>
          </p:spPr>
        </p:sp>
        <p:sp>
          <p:nvSpPr>
            <p:cNvPr name="TextBox 52" id="52"/>
            <p:cNvSpPr txBox="true"/>
            <p:nvPr/>
          </p:nvSpPr>
          <p:spPr>
            <a:xfrm>
              <a:off x="0" y="-47625"/>
              <a:ext cx="1153449" cy="483969"/>
            </a:xfrm>
            <a:prstGeom prst="rect">
              <a:avLst/>
            </a:prstGeom>
          </p:spPr>
          <p:txBody>
            <a:bodyPr anchor="ctr" rtlCol="false" tIns="50800" lIns="50800" bIns="50800" rIns="50800"/>
            <a:lstStyle/>
            <a:p>
              <a:pPr algn="ctr">
                <a:lnSpc>
                  <a:spcPts val="3640"/>
                </a:lnSpc>
              </a:pPr>
            </a:p>
          </p:txBody>
        </p:sp>
      </p:grpSp>
      <p:grpSp>
        <p:nvGrpSpPr>
          <p:cNvPr name="Group 53" id="53"/>
          <p:cNvGrpSpPr/>
          <p:nvPr/>
        </p:nvGrpSpPr>
        <p:grpSpPr>
          <a:xfrm rot="0">
            <a:off x="12846755" y="6181983"/>
            <a:ext cx="2851938" cy="660600"/>
            <a:chOff x="0" y="0"/>
            <a:chExt cx="3802583" cy="880800"/>
          </a:xfrm>
        </p:grpSpPr>
        <p:grpSp>
          <p:nvGrpSpPr>
            <p:cNvPr name="Group 54" id="54"/>
            <p:cNvGrpSpPr/>
            <p:nvPr/>
          </p:nvGrpSpPr>
          <p:grpSpPr>
            <a:xfrm rot="0">
              <a:off x="0" y="133112"/>
              <a:ext cx="3741248" cy="747688"/>
              <a:chOff x="0" y="0"/>
              <a:chExt cx="762472" cy="152380"/>
            </a:xfrm>
          </p:grpSpPr>
          <p:sp>
            <p:nvSpPr>
              <p:cNvPr name="Freeform 55" id="55"/>
              <p:cNvSpPr/>
              <p:nvPr/>
            </p:nvSpPr>
            <p:spPr>
              <a:xfrm flipH="false" flipV="false" rot="0">
                <a:off x="0" y="0"/>
                <a:ext cx="762472" cy="152380"/>
              </a:xfrm>
              <a:custGeom>
                <a:avLst/>
                <a:gdLst/>
                <a:ahLst/>
                <a:cxnLst/>
                <a:rect r="r" b="b" t="t" l="l"/>
                <a:pathLst>
                  <a:path h="152380" w="762472">
                    <a:moveTo>
                      <a:pt x="0" y="0"/>
                    </a:moveTo>
                    <a:lnTo>
                      <a:pt x="762472" y="0"/>
                    </a:lnTo>
                    <a:lnTo>
                      <a:pt x="762472" y="152380"/>
                    </a:lnTo>
                    <a:lnTo>
                      <a:pt x="0" y="152380"/>
                    </a:lnTo>
                    <a:close/>
                  </a:path>
                </a:pathLst>
              </a:custGeom>
              <a:solidFill>
                <a:srgbClr val="50504E"/>
              </a:solidFill>
            </p:spPr>
          </p:sp>
          <p:sp>
            <p:nvSpPr>
              <p:cNvPr name="TextBox 56" id="56"/>
              <p:cNvSpPr txBox="true"/>
              <p:nvPr/>
            </p:nvSpPr>
            <p:spPr>
              <a:xfrm>
                <a:off x="0" y="-38100"/>
                <a:ext cx="762472" cy="190480"/>
              </a:xfrm>
              <a:prstGeom prst="rect">
                <a:avLst/>
              </a:prstGeom>
            </p:spPr>
            <p:txBody>
              <a:bodyPr anchor="ctr" rtlCol="false" tIns="49237" lIns="49237" bIns="49237" rIns="49237"/>
              <a:lstStyle/>
              <a:p>
                <a:pPr algn="ctr">
                  <a:lnSpc>
                    <a:spcPts val="2799"/>
                  </a:lnSpc>
                </a:pPr>
              </a:p>
            </p:txBody>
          </p:sp>
        </p:grpSp>
        <p:grpSp>
          <p:nvGrpSpPr>
            <p:cNvPr name="Group 57" id="57"/>
            <p:cNvGrpSpPr/>
            <p:nvPr/>
          </p:nvGrpSpPr>
          <p:grpSpPr>
            <a:xfrm rot="0">
              <a:off x="61335" y="0"/>
              <a:ext cx="3741248" cy="793060"/>
              <a:chOff x="0" y="0"/>
              <a:chExt cx="762472" cy="161627"/>
            </a:xfrm>
          </p:grpSpPr>
          <p:sp>
            <p:nvSpPr>
              <p:cNvPr name="Freeform 58" id="58"/>
              <p:cNvSpPr/>
              <p:nvPr/>
            </p:nvSpPr>
            <p:spPr>
              <a:xfrm flipH="false" flipV="false" rot="0">
                <a:off x="0" y="0"/>
                <a:ext cx="762472" cy="161627"/>
              </a:xfrm>
              <a:custGeom>
                <a:avLst/>
                <a:gdLst/>
                <a:ahLst/>
                <a:cxnLst/>
                <a:rect r="r" b="b" t="t" l="l"/>
                <a:pathLst>
                  <a:path h="161627" w="762472">
                    <a:moveTo>
                      <a:pt x="0" y="0"/>
                    </a:moveTo>
                    <a:lnTo>
                      <a:pt x="762472" y="0"/>
                    </a:lnTo>
                    <a:lnTo>
                      <a:pt x="762472" y="161627"/>
                    </a:lnTo>
                    <a:lnTo>
                      <a:pt x="0" y="161627"/>
                    </a:lnTo>
                    <a:close/>
                  </a:path>
                </a:pathLst>
              </a:custGeom>
              <a:solidFill>
                <a:srgbClr val="79816B"/>
              </a:solidFill>
            </p:spPr>
          </p:sp>
          <p:sp>
            <p:nvSpPr>
              <p:cNvPr name="TextBox 59" id="59"/>
              <p:cNvSpPr txBox="true"/>
              <p:nvPr/>
            </p:nvSpPr>
            <p:spPr>
              <a:xfrm>
                <a:off x="0" y="-38100"/>
                <a:ext cx="762472" cy="199727"/>
              </a:xfrm>
              <a:prstGeom prst="rect">
                <a:avLst/>
              </a:prstGeom>
            </p:spPr>
            <p:txBody>
              <a:bodyPr anchor="ctr" rtlCol="false" tIns="49237" lIns="49237" bIns="49237" rIns="49237"/>
              <a:lstStyle/>
              <a:p>
                <a:pPr algn="ctr">
                  <a:lnSpc>
                    <a:spcPts val="2799"/>
                  </a:lnSpc>
                </a:pPr>
              </a:p>
            </p:txBody>
          </p:sp>
        </p:grpSp>
      </p:grpSp>
      <p:grpSp>
        <p:nvGrpSpPr>
          <p:cNvPr name="Group 60" id="60"/>
          <p:cNvGrpSpPr/>
          <p:nvPr/>
        </p:nvGrpSpPr>
        <p:grpSpPr>
          <a:xfrm rot="0">
            <a:off x="8202756" y="5104504"/>
            <a:ext cx="1882487" cy="2190500"/>
            <a:chOff x="0" y="0"/>
            <a:chExt cx="2509983" cy="2920667"/>
          </a:xfrm>
        </p:grpSpPr>
        <p:sp>
          <p:nvSpPr>
            <p:cNvPr name="Freeform 61" id="61"/>
            <p:cNvSpPr/>
            <p:nvPr/>
          </p:nvSpPr>
          <p:spPr>
            <a:xfrm flipH="false" flipV="false" rot="0">
              <a:off x="200012" y="1693525"/>
              <a:ext cx="2102579" cy="1227142"/>
            </a:xfrm>
            <a:custGeom>
              <a:avLst/>
              <a:gdLst/>
              <a:ahLst/>
              <a:cxnLst/>
              <a:rect r="r" b="b" t="t" l="l"/>
              <a:pathLst>
                <a:path h="1227142" w="2102579">
                  <a:moveTo>
                    <a:pt x="0" y="0"/>
                  </a:moveTo>
                  <a:lnTo>
                    <a:pt x="2102579" y="0"/>
                  </a:lnTo>
                  <a:lnTo>
                    <a:pt x="2102579" y="1227142"/>
                  </a:lnTo>
                  <a:lnTo>
                    <a:pt x="0" y="1227142"/>
                  </a:lnTo>
                  <a:lnTo>
                    <a:pt x="0" y="0"/>
                  </a:lnTo>
                  <a:close/>
                </a:path>
              </a:pathLst>
            </a:custGeom>
            <a:blipFill>
              <a:blip r:embed="rId2"/>
              <a:stretch>
                <a:fillRect l="0" t="0" r="0" b="0"/>
              </a:stretch>
            </a:blipFill>
          </p:spPr>
        </p:sp>
        <p:grpSp>
          <p:nvGrpSpPr>
            <p:cNvPr name="Group 62" id="62"/>
            <p:cNvGrpSpPr/>
            <p:nvPr/>
          </p:nvGrpSpPr>
          <p:grpSpPr>
            <a:xfrm rot="0">
              <a:off x="0" y="0"/>
              <a:ext cx="2509983" cy="2509983"/>
              <a:chOff x="0" y="0"/>
              <a:chExt cx="812800" cy="812800"/>
            </a:xfrm>
          </p:grpSpPr>
          <p:sp>
            <p:nvSpPr>
              <p:cNvPr name="Freeform 63" id="6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5849"/>
              </a:solidFill>
              <a:ln w="19050" cap="sq">
                <a:solidFill>
                  <a:srgbClr val="50504E"/>
                </a:solidFill>
                <a:prstDash val="solid"/>
                <a:miter/>
              </a:ln>
            </p:spPr>
          </p:sp>
          <p:sp>
            <p:nvSpPr>
              <p:cNvPr name="TextBox 64" id="64"/>
              <p:cNvSpPr txBox="true"/>
              <p:nvPr/>
            </p:nvSpPr>
            <p:spPr>
              <a:xfrm>
                <a:off x="76200" y="38100"/>
                <a:ext cx="660400" cy="698500"/>
              </a:xfrm>
              <a:prstGeom prst="rect">
                <a:avLst/>
              </a:prstGeom>
            </p:spPr>
            <p:txBody>
              <a:bodyPr anchor="ctr" rtlCol="false" tIns="49237" lIns="49237" bIns="49237" rIns="49237"/>
              <a:lstStyle/>
              <a:p>
                <a:pPr algn="ctr">
                  <a:lnSpc>
                    <a:spcPts val="2799"/>
                  </a:lnSpc>
                </a:pPr>
              </a:p>
            </p:txBody>
          </p:sp>
        </p:grpSp>
      </p:grpSp>
      <p:sp>
        <p:nvSpPr>
          <p:cNvPr name="Freeform 65" id="65"/>
          <p:cNvSpPr/>
          <p:nvPr/>
        </p:nvSpPr>
        <p:spPr>
          <a:xfrm flipH="false" flipV="false" rot="0">
            <a:off x="8719577" y="5505076"/>
            <a:ext cx="848847" cy="1061058"/>
          </a:xfrm>
          <a:custGeom>
            <a:avLst/>
            <a:gdLst/>
            <a:ahLst/>
            <a:cxnLst/>
            <a:rect r="r" b="b" t="t" l="l"/>
            <a:pathLst>
              <a:path h="1061058" w="848847">
                <a:moveTo>
                  <a:pt x="0" y="0"/>
                </a:moveTo>
                <a:lnTo>
                  <a:pt x="848846" y="0"/>
                </a:lnTo>
                <a:lnTo>
                  <a:pt x="848846" y="1061058"/>
                </a:lnTo>
                <a:lnTo>
                  <a:pt x="0" y="10610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6" id="66"/>
          <p:cNvSpPr txBox="true"/>
          <p:nvPr/>
        </p:nvSpPr>
        <p:spPr>
          <a:xfrm rot="0">
            <a:off x="5708300" y="1112093"/>
            <a:ext cx="6871400" cy="1111250"/>
          </a:xfrm>
          <a:prstGeom prst="rect">
            <a:avLst/>
          </a:prstGeom>
        </p:spPr>
        <p:txBody>
          <a:bodyPr anchor="t" rtlCol="false" tIns="0" lIns="0" bIns="0" rIns="0">
            <a:spAutoFit/>
          </a:bodyPr>
          <a:lstStyle/>
          <a:p>
            <a:pPr algn="ctr">
              <a:lnSpc>
                <a:spcPts val="9100"/>
              </a:lnSpc>
            </a:pPr>
            <a:r>
              <a:rPr lang="en-US" sz="6500">
                <a:solidFill>
                  <a:srgbClr val="3E4047"/>
                </a:solidFill>
                <a:latin typeface="Tlab 레트로라이프"/>
                <a:ea typeface="Tlab 레트로라이프"/>
                <a:cs typeface="Tlab 레트로라이프"/>
                <a:sym typeface="Tlab 레트로라이프"/>
              </a:rPr>
              <a:t>위험 관리</a:t>
            </a:r>
          </a:p>
        </p:txBody>
      </p:sp>
      <p:sp>
        <p:nvSpPr>
          <p:cNvPr name="TextBox 67" id="67"/>
          <p:cNvSpPr txBox="true"/>
          <p:nvPr/>
        </p:nvSpPr>
        <p:spPr>
          <a:xfrm rot="0">
            <a:off x="1899672" y="800238"/>
            <a:ext cx="1925141" cy="1677808"/>
          </a:xfrm>
          <a:prstGeom prst="rect">
            <a:avLst/>
          </a:prstGeom>
        </p:spPr>
        <p:txBody>
          <a:bodyPr anchor="t" rtlCol="false" tIns="0" lIns="0" bIns="0" rIns="0">
            <a:spAutoFit/>
          </a:bodyPr>
          <a:lstStyle/>
          <a:p>
            <a:pPr algn="ctr">
              <a:lnSpc>
                <a:spcPts val="13784"/>
              </a:lnSpc>
            </a:pPr>
            <a:r>
              <a:rPr lang="en-US" sz="9846" b="true">
                <a:solidFill>
                  <a:srgbClr val="CFCFCF"/>
                </a:solidFill>
                <a:latin typeface="Tlab 레트로라이프 Bold"/>
                <a:ea typeface="Tlab 레트로라이프 Bold"/>
                <a:cs typeface="Tlab 레트로라이프 Bold"/>
                <a:sym typeface="Tlab 레트로라이프 Bold"/>
              </a:rPr>
              <a:t>08</a:t>
            </a:r>
          </a:p>
        </p:txBody>
      </p:sp>
      <p:sp>
        <p:nvSpPr>
          <p:cNvPr name="TextBox 68" id="68"/>
          <p:cNvSpPr txBox="true"/>
          <p:nvPr/>
        </p:nvSpPr>
        <p:spPr>
          <a:xfrm rot="0">
            <a:off x="2596240" y="3138531"/>
            <a:ext cx="2659399" cy="458754"/>
          </a:xfrm>
          <a:prstGeom prst="rect">
            <a:avLst/>
          </a:prstGeom>
        </p:spPr>
        <p:txBody>
          <a:bodyPr anchor="t" rtlCol="false" tIns="0" lIns="0" bIns="0" rIns="0">
            <a:spAutoFit/>
          </a:bodyPr>
          <a:lstStyle/>
          <a:p>
            <a:pPr algn="ctr">
              <a:lnSpc>
                <a:spcPts val="3799"/>
              </a:lnSpc>
            </a:pPr>
            <a:r>
              <a:rPr lang="en-US" sz="2713" b="true">
                <a:solidFill>
                  <a:srgbClr val="FFFFFF"/>
                </a:solidFill>
                <a:latin typeface="Noto Sans Kr Bold"/>
                <a:ea typeface="Noto Sans Kr Bold"/>
                <a:cs typeface="Noto Sans Kr Bold"/>
                <a:sym typeface="Noto Sans Kr Bold"/>
              </a:rPr>
              <a:t>일정 지연 위험</a:t>
            </a:r>
          </a:p>
        </p:txBody>
      </p:sp>
      <p:sp>
        <p:nvSpPr>
          <p:cNvPr name="TextBox 69" id="69"/>
          <p:cNvSpPr txBox="true"/>
          <p:nvPr/>
        </p:nvSpPr>
        <p:spPr>
          <a:xfrm rot="0">
            <a:off x="12959263" y="3138531"/>
            <a:ext cx="2659399" cy="458754"/>
          </a:xfrm>
          <a:prstGeom prst="rect">
            <a:avLst/>
          </a:prstGeom>
        </p:spPr>
        <p:txBody>
          <a:bodyPr anchor="t" rtlCol="false" tIns="0" lIns="0" bIns="0" rIns="0">
            <a:spAutoFit/>
          </a:bodyPr>
          <a:lstStyle/>
          <a:p>
            <a:pPr algn="ctr">
              <a:lnSpc>
                <a:spcPts val="3799"/>
              </a:lnSpc>
            </a:pPr>
            <a:r>
              <a:rPr lang="en-US" sz="2713" b="true">
                <a:solidFill>
                  <a:srgbClr val="FFFFFF"/>
                </a:solidFill>
                <a:latin typeface="Noto Sans Kr Bold"/>
                <a:ea typeface="Noto Sans Kr Bold"/>
                <a:cs typeface="Noto Sans Kr Bold"/>
                <a:sym typeface="Noto Sans Kr Bold"/>
              </a:rPr>
              <a:t>기술적 위험</a:t>
            </a:r>
          </a:p>
        </p:txBody>
      </p:sp>
      <p:sp>
        <p:nvSpPr>
          <p:cNvPr name="TextBox 70" id="70"/>
          <p:cNvSpPr txBox="true"/>
          <p:nvPr/>
        </p:nvSpPr>
        <p:spPr>
          <a:xfrm rot="0">
            <a:off x="2596240" y="6234192"/>
            <a:ext cx="2659399" cy="458754"/>
          </a:xfrm>
          <a:prstGeom prst="rect">
            <a:avLst/>
          </a:prstGeom>
        </p:spPr>
        <p:txBody>
          <a:bodyPr anchor="t" rtlCol="false" tIns="0" lIns="0" bIns="0" rIns="0">
            <a:spAutoFit/>
          </a:bodyPr>
          <a:lstStyle/>
          <a:p>
            <a:pPr algn="ctr">
              <a:lnSpc>
                <a:spcPts val="3799"/>
              </a:lnSpc>
            </a:pPr>
            <a:r>
              <a:rPr lang="en-US" sz="2713" b="true">
                <a:solidFill>
                  <a:srgbClr val="FFFFFF"/>
                </a:solidFill>
                <a:latin typeface="Noto Sans Kr Bold"/>
                <a:ea typeface="Noto Sans Kr Bold"/>
                <a:cs typeface="Noto Sans Kr Bold"/>
                <a:sym typeface="Noto Sans Kr Bold"/>
              </a:rPr>
              <a:t>변화 관리 위험</a:t>
            </a:r>
          </a:p>
        </p:txBody>
      </p:sp>
      <p:sp>
        <p:nvSpPr>
          <p:cNvPr name="TextBox 71" id="71"/>
          <p:cNvSpPr txBox="true"/>
          <p:nvPr/>
        </p:nvSpPr>
        <p:spPr>
          <a:xfrm rot="0">
            <a:off x="12959263" y="6234192"/>
            <a:ext cx="2659399" cy="458754"/>
          </a:xfrm>
          <a:prstGeom prst="rect">
            <a:avLst/>
          </a:prstGeom>
        </p:spPr>
        <p:txBody>
          <a:bodyPr anchor="t" rtlCol="false" tIns="0" lIns="0" bIns="0" rIns="0">
            <a:spAutoFit/>
          </a:bodyPr>
          <a:lstStyle/>
          <a:p>
            <a:pPr algn="ctr">
              <a:lnSpc>
                <a:spcPts val="3799"/>
              </a:lnSpc>
            </a:pPr>
            <a:r>
              <a:rPr lang="en-US" sz="2713" b="true">
                <a:solidFill>
                  <a:srgbClr val="FFFFFF"/>
                </a:solidFill>
                <a:latin typeface="Noto Sans Kr Bold"/>
                <a:ea typeface="Noto Sans Kr Bold"/>
                <a:cs typeface="Noto Sans Kr Bold"/>
                <a:sym typeface="Noto Sans Kr Bold"/>
              </a:rPr>
              <a:t>자원 관리 위험</a:t>
            </a:r>
          </a:p>
        </p:txBody>
      </p:sp>
      <p:sp>
        <p:nvSpPr>
          <p:cNvPr name="TextBox 72" id="72"/>
          <p:cNvSpPr txBox="true"/>
          <p:nvPr/>
        </p:nvSpPr>
        <p:spPr>
          <a:xfrm rot="0">
            <a:off x="3038119" y="4035114"/>
            <a:ext cx="5131736" cy="1161420"/>
          </a:xfrm>
          <a:prstGeom prst="rect">
            <a:avLst/>
          </a:prstGeom>
        </p:spPr>
        <p:txBody>
          <a:bodyPr anchor="t" rtlCol="false" tIns="0" lIns="0" bIns="0" rIns="0">
            <a:spAutoFit/>
          </a:bodyPr>
          <a:lstStyle/>
          <a:p>
            <a:pPr algn="l">
              <a:lnSpc>
                <a:spcPts val="3179"/>
              </a:lnSpc>
            </a:pPr>
            <a:r>
              <a:rPr lang="en-US" sz="1827">
                <a:solidFill>
                  <a:srgbClr val="50504E"/>
                </a:solidFill>
                <a:latin typeface="Noto Sans Kr"/>
                <a:ea typeface="Noto Sans Kr"/>
                <a:cs typeface="Noto Sans Kr"/>
                <a:sym typeface="Noto Sans Kr"/>
              </a:rPr>
              <a:t>Lorem ipsum dolor sit amet</a:t>
            </a:r>
            <a:r>
              <a:rPr lang="en-US" sz="1827">
                <a:solidFill>
                  <a:srgbClr val="50504E"/>
                </a:solidFill>
                <a:latin typeface="Noto Sans Kr"/>
                <a:ea typeface="Noto Sans Kr"/>
                <a:cs typeface="Noto Sans Kr"/>
                <a:sym typeface="Noto Sans Kr"/>
              </a:rPr>
              <a:t>, consectetur adipiscing elit. Quisque vestibulum quis odio in pellentesque. </a:t>
            </a:r>
          </a:p>
        </p:txBody>
      </p:sp>
      <p:sp>
        <p:nvSpPr>
          <p:cNvPr name="TextBox 73" id="73"/>
          <p:cNvSpPr txBox="true"/>
          <p:nvPr/>
        </p:nvSpPr>
        <p:spPr>
          <a:xfrm rot="0">
            <a:off x="10052342" y="4035114"/>
            <a:ext cx="5180240" cy="1161420"/>
          </a:xfrm>
          <a:prstGeom prst="rect">
            <a:avLst/>
          </a:prstGeom>
        </p:spPr>
        <p:txBody>
          <a:bodyPr anchor="t" rtlCol="false" tIns="0" lIns="0" bIns="0" rIns="0">
            <a:spAutoFit/>
          </a:bodyPr>
          <a:lstStyle/>
          <a:p>
            <a:pPr algn="l">
              <a:lnSpc>
                <a:spcPts val="3179"/>
              </a:lnSpc>
            </a:pPr>
            <a:r>
              <a:rPr lang="en-US" sz="1827">
                <a:solidFill>
                  <a:srgbClr val="50504E"/>
                </a:solidFill>
                <a:latin typeface="Noto Sans Kr"/>
                <a:ea typeface="Noto Sans Kr"/>
                <a:cs typeface="Noto Sans Kr"/>
                <a:sym typeface="Noto Sans Kr"/>
              </a:rPr>
              <a:t>Lorem ipsum dolor sit amet</a:t>
            </a:r>
            <a:r>
              <a:rPr lang="en-US" sz="1827">
                <a:solidFill>
                  <a:srgbClr val="50504E"/>
                </a:solidFill>
                <a:latin typeface="Noto Sans Kr"/>
                <a:ea typeface="Noto Sans Kr"/>
                <a:cs typeface="Noto Sans Kr"/>
                <a:sym typeface="Noto Sans Kr"/>
              </a:rPr>
              <a:t>, consectetur adipiscing elit. Quisque vestibulum quis odio in pellentesque. </a:t>
            </a:r>
          </a:p>
        </p:txBody>
      </p:sp>
      <p:sp>
        <p:nvSpPr>
          <p:cNvPr name="TextBox 74" id="74"/>
          <p:cNvSpPr txBox="true"/>
          <p:nvPr/>
        </p:nvSpPr>
        <p:spPr>
          <a:xfrm rot="0">
            <a:off x="3038119" y="7207968"/>
            <a:ext cx="5131736" cy="1161420"/>
          </a:xfrm>
          <a:prstGeom prst="rect">
            <a:avLst/>
          </a:prstGeom>
        </p:spPr>
        <p:txBody>
          <a:bodyPr anchor="t" rtlCol="false" tIns="0" lIns="0" bIns="0" rIns="0">
            <a:spAutoFit/>
          </a:bodyPr>
          <a:lstStyle/>
          <a:p>
            <a:pPr algn="l">
              <a:lnSpc>
                <a:spcPts val="3179"/>
              </a:lnSpc>
            </a:pPr>
            <a:r>
              <a:rPr lang="en-US" sz="1827">
                <a:solidFill>
                  <a:srgbClr val="50504E"/>
                </a:solidFill>
                <a:latin typeface="Noto Sans Kr"/>
                <a:ea typeface="Noto Sans Kr"/>
                <a:cs typeface="Noto Sans Kr"/>
                <a:sym typeface="Noto Sans Kr"/>
              </a:rPr>
              <a:t>Lorem ipsum dolor sit amet</a:t>
            </a:r>
            <a:r>
              <a:rPr lang="en-US" sz="1827">
                <a:solidFill>
                  <a:srgbClr val="50504E"/>
                </a:solidFill>
                <a:latin typeface="Noto Sans Kr"/>
                <a:ea typeface="Noto Sans Kr"/>
                <a:cs typeface="Noto Sans Kr"/>
                <a:sym typeface="Noto Sans Kr"/>
              </a:rPr>
              <a:t>, consectetur adipiscing elit. Quisque vestibulum quis odio in pellentesque. </a:t>
            </a:r>
          </a:p>
        </p:txBody>
      </p:sp>
      <p:sp>
        <p:nvSpPr>
          <p:cNvPr name="TextBox 75" id="75"/>
          <p:cNvSpPr txBox="true"/>
          <p:nvPr/>
        </p:nvSpPr>
        <p:spPr>
          <a:xfrm rot="0">
            <a:off x="10081538" y="7207968"/>
            <a:ext cx="5180240" cy="1161420"/>
          </a:xfrm>
          <a:prstGeom prst="rect">
            <a:avLst/>
          </a:prstGeom>
        </p:spPr>
        <p:txBody>
          <a:bodyPr anchor="t" rtlCol="false" tIns="0" lIns="0" bIns="0" rIns="0">
            <a:spAutoFit/>
          </a:bodyPr>
          <a:lstStyle/>
          <a:p>
            <a:pPr algn="l">
              <a:lnSpc>
                <a:spcPts val="3179"/>
              </a:lnSpc>
            </a:pPr>
            <a:r>
              <a:rPr lang="en-US" sz="1827">
                <a:solidFill>
                  <a:srgbClr val="50504E"/>
                </a:solidFill>
                <a:latin typeface="Noto Sans Kr"/>
                <a:ea typeface="Noto Sans Kr"/>
                <a:cs typeface="Noto Sans Kr"/>
                <a:sym typeface="Noto Sans Kr"/>
              </a:rPr>
              <a:t>Lorem ipsum dolor sit amet</a:t>
            </a:r>
            <a:r>
              <a:rPr lang="en-US" sz="1827">
                <a:solidFill>
                  <a:srgbClr val="50504E"/>
                </a:solidFill>
                <a:latin typeface="Noto Sans Kr"/>
                <a:ea typeface="Noto Sans Kr"/>
                <a:cs typeface="Noto Sans Kr"/>
                <a:sym typeface="Noto Sans Kr"/>
              </a:rPr>
              <a:t>, consectetur adipiscing elit. Quisque vestibulum quis odio in pellentesque.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AutoShape 17" id="17"/>
          <p:cNvSpPr/>
          <p:nvPr/>
        </p:nvSpPr>
        <p:spPr>
          <a:xfrm flipV="true">
            <a:off x="1899672" y="2487572"/>
            <a:ext cx="14376297" cy="0"/>
          </a:xfrm>
          <a:prstGeom prst="line">
            <a:avLst/>
          </a:prstGeom>
          <a:ln cap="flat" w="19050">
            <a:solidFill>
              <a:srgbClr val="231F20"/>
            </a:solidFill>
            <a:prstDash val="solid"/>
            <a:headEnd type="none" len="sm" w="sm"/>
            <a:tailEnd type="none" len="sm" w="sm"/>
          </a:ln>
        </p:spPr>
      </p:sp>
      <p:grpSp>
        <p:nvGrpSpPr>
          <p:cNvPr name="Group 18" id="18"/>
          <p:cNvGrpSpPr/>
          <p:nvPr/>
        </p:nvGrpSpPr>
        <p:grpSpPr>
          <a:xfrm rot="0">
            <a:off x="1505189" y="4412384"/>
            <a:ext cx="4663681" cy="2038439"/>
            <a:chOff x="0" y="0"/>
            <a:chExt cx="6218242" cy="2717919"/>
          </a:xfrm>
        </p:grpSpPr>
        <p:sp>
          <p:nvSpPr>
            <p:cNvPr name="Freeform 19" id="19"/>
            <p:cNvSpPr/>
            <p:nvPr/>
          </p:nvSpPr>
          <p:spPr>
            <a:xfrm flipH="false" flipV="false" rot="0">
              <a:off x="232181" y="2058838"/>
              <a:ext cx="5753880" cy="659081"/>
            </a:xfrm>
            <a:custGeom>
              <a:avLst/>
              <a:gdLst/>
              <a:ahLst/>
              <a:cxnLst/>
              <a:rect r="r" b="b" t="t" l="l"/>
              <a:pathLst>
                <a:path h="659081" w="5753880">
                  <a:moveTo>
                    <a:pt x="0" y="0"/>
                  </a:moveTo>
                  <a:lnTo>
                    <a:pt x="5753880" y="0"/>
                  </a:lnTo>
                  <a:lnTo>
                    <a:pt x="5753880" y="659081"/>
                  </a:lnTo>
                  <a:lnTo>
                    <a:pt x="0" y="659081"/>
                  </a:lnTo>
                  <a:lnTo>
                    <a:pt x="0" y="0"/>
                  </a:lnTo>
                  <a:close/>
                </a:path>
              </a:pathLst>
            </a:custGeom>
            <a:blipFill>
              <a:blip r:embed="rId2"/>
              <a:stretch>
                <a:fillRect l="0" t="0" r="0" b="0"/>
              </a:stretch>
            </a:blipFill>
          </p:spPr>
        </p:sp>
        <p:grpSp>
          <p:nvGrpSpPr>
            <p:cNvPr name="Group 20" id="20"/>
            <p:cNvGrpSpPr/>
            <p:nvPr/>
          </p:nvGrpSpPr>
          <p:grpSpPr>
            <a:xfrm rot="0">
              <a:off x="0" y="0"/>
              <a:ext cx="6218242" cy="2371918"/>
              <a:chOff x="0" y="0"/>
              <a:chExt cx="1072830" cy="409226"/>
            </a:xfrm>
          </p:grpSpPr>
          <p:sp>
            <p:nvSpPr>
              <p:cNvPr name="Freeform 21" id="21"/>
              <p:cNvSpPr/>
              <p:nvPr/>
            </p:nvSpPr>
            <p:spPr>
              <a:xfrm flipH="false" flipV="false" rot="0">
                <a:off x="0" y="0"/>
                <a:ext cx="1072830" cy="409226"/>
              </a:xfrm>
              <a:custGeom>
                <a:avLst/>
                <a:gdLst/>
                <a:ahLst/>
                <a:cxnLst/>
                <a:rect r="r" b="b" t="t" l="l"/>
                <a:pathLst>
                  <a:path h="409226" w="1072830">
                    <a:moveTo>
                      <a:pt x="19921" y="0"/>
                    </a:moveTo>
                    <a:lnTo>
                      <a:pt x="1052910" y="0"/>
                    </a:lnTo>
                    <a:cubicBezTo>
                      <a:pt x="1063912" y="0"/>
                      <a:pt x="1072830" y="8919"/>
                      <a:pt x="1072830" y="19921"/>
                    </a:cubicBezTo>
                    <a:lnTo>
                      <a:pt x="1072830" y="389306"/>
                    </a:lnTo>
                    <a:cubicBezTo>
                      <a:pt x="1072830" y="400307"/>
                      <a:pt x="1063912" y="409226"/>
                      <a:pt x="1052910" y="409226"/>
                    </a:cubicBezTo>
                    <a:lnTo>
                      <a:pt x="19921" y="409226"/>
                    </a:lnTo>
                    <a:cubicBezTo>
                      <a:pt x="8919" y="409226"/>
                      <a:pt x="0" y="400307"/>
                      <a:pt x="0" y="389306"/>
                    </a:cubicBezTo>
                    <a:lnTo>
                      <a:pt x="0" y="19921"/>
                    </a:lnTo>
                    <a:cubicBezTo>
                      <a:pt x="0" y="8919"/>
                      <a:pt x="8919" y="0"/>
                      <a:pt x="19921" y="0"/>
                    </a:cubicBezTo>
                    <a:close/>
                  </a:path>
                </a:pathLst>
              </a:custGeom>
              <a:solidFill>
                <a:srgbClr val="8F9683"/>
              </a:solidFill>
            </p:spPr>
          </p:sp>
          <p:sp>
            <p:nvSpPr>
              <p:cNvPr name="TextBox 22" id="22"/>
              <p:cNvSpPr txBox="true"/>
              <p:nvPr/>
            </p:nvSpPr>
            <p:spPr>
              <a:xfrm>
                <a:off x="0" y="-38100"/>
                <a:ext cx="1072830" cy="447326"/>
              </a:xfrm>
              <a:prstGeom prst="rect">
                <a:avLst/>
              </a:prstGeom>
            </p:spPr>
            <p:txBody>
              <a:bodyPr anchor="ctr" rtlCol="false" tIns="50639" lIns="50639" bIns="50639" rIns="50639"/>
              <a:lstStyle/>
              <a:p>
                <a:pPr algn="ctr">
                  <a:lnSpc>
                    <a:spcPts val="2799"/>
                  </a:lnSpc>
                </a:pPr>
              </a:p>
            </p:txBody>
          </p:sp>
        </p:grpSp>
      </p:grpSp>
      <p:grpSp>
        <p:nvGrpSpPr>
          <p:cNvPr name="Group 23" id="23"/>
          <p:cNvGrpSpPr/>
          <p:nvPr/>
        </p:nvGrpSpPr>
        <p:grpSpPr>
          <a:xfrm rot="0">
            <a:off x="3125463" y="3746120"/>
            <a:ext cx="1423135" cy="1423135"/>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9683"/>
            </a:solidFill>
          </p:spPr>
        </p:sp>
        <p:sp>
          <p:nvSpPr>
            <p:cNvPr name="TextBox 25" id="25"/>
            <p:cNvSpPr txBox="true"/>
            <p:nvPr/>
          </p:nvSpPr>
          <p:spPr>
            <a:xfrm>
              <a:off x="76200" y="9525"/>
              <a:ext cx="660400" cy="727075"/>
            </a:xfrm>
            <a:prstGeom prst="rect">
              <a:avLst/>
            </a:prstGeom>
          </p:spPr>
          <p:txBody>
            <a:bodyPr anchor="ctr" rtlCol="false" tIns="49954" lIns="49954" bIns="49954" rIns="49954"/>
            <a:lstStyle/>
            <a:p>
              <a:pPr algn="ctr">
                <a:lnSpc>
                  <a:spcPts val="3750"/>
                </a:lnSpc>
              </a:pPr>
            </a:p>
          </p:txBody>
        </p:sp>
      </p:grpSp>
      <p:grpSp>
        <p:nvGrpSpPr>
          <p:cNvPr name="Group 26" id="26"/>
          <p:cNvGrpSpPr/>
          <p:nvPr/>
        </p:nvGrpSpPr>
        <p:grpSpPr>
          <a:xfrm rot="0">
            <a:off x="6809950" y="3746120"/>
            <a:ext cx="4663681" cy="2692359"/>
            <a:chOff x="0" y="0"/>
            <a:chExt cx="6218242" cy="3589811"/>
          </a:xfrm>
        </p:grpSpPr>
        <p:sp>
          <p:nvSpPr>
            <p:cNvPr name="Freeform 27" id="27"/>
            <p:cNvSpPr/>
            <p:nvPr/>
          </p:nvSpPr>
          <p:spPr>
            <a:xfrm flipH="false" flipV="false" rot="0">
              <a:off x="232181" y="2930731"/>
              <a:ext cx="5753880" cy="659081"/>
            </a:xfrm>
            <a:custGeom>
              <a:avLst/>
              <a:gdLst/>
              <a:ahLst/>
              <a:cxnLst/>
              <a:rect r="r" b="b" t="t" l="l"/>
              <a:pathLst>
                <a:path h="659081" w="5753880">
                  <a:moveTo>
                    <a:pt x="0" y="0"/>
                  </a:moveTo>
                  <a:lnTo>
                    <a:pt x="5753880" y="0"/>
                  </a:lnTo>
                  <a:lnTo>
                    <a:pt x="5753880" y="659080"/>
                  </a:lnTo>
                  <a:lnTo>
                    <a:pt x="0" y="659080"/>
                  </a:lnTo>
                  <a:lnTo>
                    <a:pt x="0" y="0"/>
                  </a:lnTo>
                  <a:close/>
                </a:path>
              </a:pathLst>
            </a:custGeom>
            <a:blipFill>
              <a:blip r:embed="rId2"/>
              <a:stretch>
                <a:fillRect l="0" t="0" r="0" b="0"/>
              </a:stretch>
            </a:blipFill>
          </p:spPr>
        </p:sp>
        <p:grpSp>
          <p:nvGrpSpPr>
            <p:cNvPr name="Group 28" id="28"/>
            <p:cNvGrpSpPr/>
            <p:nvPr/>
          </p:nvGrpSpPr>
          <p:grpSpPr>
            <a:xfrm rot="0">
              <a:off x="0" y="896583"/>
              <a:ext cx="6218242" cy="2371918"/>
              <a:chOff x="0" y="0"/>
              <a:chExt cx="1072830" cy="409226"/>
            </a:xfrm>
          </p:grpSpPr>
          <p:sp>
            <p:nvSpPr>
              <p:cNvPr name="Freeform 29" id="29"/>
              <p:cNvSpPr/>
              <p:nvPr/>
            </p:nvSpPr>
            <p:spPr>
              <a:xfrm flipH="false" flipV="false" rot="0">
                <a:off x="0" y="0"/>
                <a:ext cx="1072830" cy="409226"/>
              </a:xfrm>
              <a:custGeom>
                <a:avLst/>
                <a:gdLst/>
                <a:ahLst/>
                <a:cxnLst/>
                <a:rect r="r" b="b" t="t" l="l"/>
                <a:pathLst>
                  <a:path h="409226" w="1072830">
                    <a:moveTo>
                      <a:pt x="19589" y="0"/>
                    </a:moveTo>
                    <a:lnTo>
                      <a:pt x="1053242" y="0"/>
                    </a:lnTo>
                    <a:cubicBezTo>
                      <a:pt x="1058437" y="0"/>
                      <a:pt x="1063419" y="2064"/>
                      <a:pt x="1067093" y="5737"/>
                    </a:cubicBezTo>
                    <a:cubicBezTo>
                      <a:pt x="1070767" y="9411"/>
                      <a:pt x="1072830" y="14394"/>
                      <a:pt x="1072830" y="19589"/>
                    </a:cubicBezTo>
                    <a:lnTo>
                      <a:pt x="1072830" y="389637"/>
                    </a:lnTo>
                    <a:cubicBezTo>
                      <a:pt x="1072830" y="400456"/>
                      <a:pt x="1064060" y="409226"/>
                      <a:pt x="1053242" y="409226"/>
                    </a:cubicBezTo>
                    <a:lnTo>
                      <a:pt x="19589" y="409226"/>
                    </a:lnTo>
                    <a:cubicBezTo>
                      <a:pt x="8770" y="409226"/>
                      <a:pt x="0" y="400456"/>
                      <a:pt x="0" y="389637"/>
                    </a:cubicBezTo>
                    <a:lnTo>
                      <a:pt x="0" y="19589"/>
                    </a:lnTo>
                    <a:cubicBezTo>
                      <a:pt x="0" y="8770"/>
                      <a:pt x="8770" y="0"/>
                      <a:pt x="19589" y="0"/>
                    </a:cubicBezTo>
                    <a:close/>
                  </a:path>
                </a:pathLst>
              </a:custGeom>
              <a:solidFill>
                <a:srgbClr val="79816B"/>
              </a:solidFill>
            </p:spPr>
          </p:sp>
          <p:sp>
            <p:nvSpPr>
              <p:cNvPr name="TextBox 30" id="30"/>
              <p:cNvSpPr txBox="true"/>
              <p:nvPr/>
            </p:nvSpPr>
            <p:spPr>
              <a:xfrm>
                <a:off x="0" y="-38100"/>
                <a:ext cx="1072830" cy="447326"/>
              </a:xfrm>
              <a:prstGeom prst="rect">
                <a:avLst/>
              </a:prstGeom>
            </p:spPr>
            <p:txBody>
              <a:bodyPr anchor="ctr" rtlCol="false" tIns="51496" lIns="51496" bIns="51496" rIns="51496"/>
              <a:lstStyle/>
              <a:p>
                <a:pPr algn="ctr">
                  <a:lnSpc>
                    <a:spcPts val="2799"/>
                  </a:lnSpc>
                </a:pPr>
              </a:p>
            </p:txBody>
          </p:sp>
        </p:grpSp>
        <p:grpSp>
          <p:nvGrpSpPr>
            <p:cNvPr name="Group 31" id="31"/>
            <p:cNvGrpSpPr/>
            <p:nvPr/>
          </p:nvGrpSpPr>
          <p:grpSpPr>
            <a:xfrm rot="0">
              <a:off x="2140663" y="0"/>
              <a:ext cx="1897513" cy="1897513"/>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816B"/>
              </a:solidFill>
            </p:spPr>
          </p:sp>
          <p:sp>
            <p:nvSpPr>
              <p:cNvPr name="TextBox 33" id="33"/>
              <p:cNvSpPr txBox="true"/>
              <p:nvPr/>
            </p:nvSpPr>
            <p:spPr>
              <a:xfrm>
                <a:off x="76200" y="9525"/>
                <a:ext cx="660400" cy="727075"/>
              </a:xfrm>
              <a:prstGeom prst="rect">
                <a:avLst/>
              </a:prstGeom>
            </p:spPr>
            <p:txBody>
              <a:bodyPr anchor="ctr" rtlCol="false" tIns="50800" lIns="50800" bIns="50800" rIns="50800"/>
              <a:lstStyle/>
              <a:p>
                <a:pPr algn="ctr">
                  <a:lnSpc>
                    <a:spcPts val="3750"/>
                  </a:lnSpc>
                </a:pPr>
              </a:p>
            </p:txBody>
          </p:sp>
        </p:grpSp>
      </p:grpSp>
      <p:grpSp>
        <p:nvGrpSpPr>
          <p:cNvPr name="Group 34" id="34"/>
          <p:cNvGrpSpPr/>
          <p:nvPr/>
        </p:nvGrpSpPr>
        <p:grpSpPr>
          <a:xfrm rot="0">
            <a:off x="12119130" y="3746120"/>
            <a:ext cx="4663681" cy="2680014"/>
            <a:chOff x="0" y="0"/>
            <a:chExt cx="6218242" cy="3573352"/>
          </a:xfrm>
        </p:grpSpPr>
        <p:sp>
          <p:nvSpPr>
            <p:cNvPr name="Freeform 35" id="35"/>
            <p:cNvSpPr/>
            <p:nvPr/>
          </p:nvSpPr>
          <p:spPr>
            <a:xfrm flipH="false" flipV="false" rot="0">
              <a:off x="226288" y="2914271"/>
              <a:ext cx="5753880" cy="659081"/>
            </a:xfrm>
            <a:custGeom>
              <a:avLst/>
              <a:gdLst/>
              <a:ahLst/>
              <a:cxnLst/>
              <a:rect r="r" b="b" t="t" l="l"/>
              <a:pathLst>
                <a:path h="659081" w="5753880">
                  <a:moveTo>
                    <a:pt x="0" y="0"/>
                  </a:moveTo>
                  <a:lnTo>
                    <a:pt x="5753880" y="0"/>
                  </a:lnTo>
                  <a:lnTo>
                    <a:pt x="5753880" y="659081"/>
                  </a:lnTo>
                  <a:lnTo>
                    <a:pt x="0" y="659081"/>
                  </a:lnTo>
                  <a:lnTo>
                    <a:pt x="0" y="0"/>
                  </a:lnTo>
                  <a:close/>
                </a:path>
              </a:pathLst>
            </a:custGeom>
            <a:blipFill>
              <a:blip r:embed="rId2"/>
              <a:stretch>
                <a:fillRect l="0" t="0" r="0" b="0"/>
              </a:stretch>
            </a:blipFill>
          </p:spPr>
        </p:sp>
        <p:grpSp>
          <p:nvGrpSpPr>
            <p:cNvPr name="Group 36" id="36"/>
            <p:cNvGrpSpPr/>
            <p:nvPr/>
          </p:nvGrpSpPr>
          <p:grpSpPr>
            <a:xfrm rot="0">
              <a:off x="0" y="904813"/>
              <a:ext cx="6218242" cy="2371918"/>
              <a:chOff x="0" y="0"/>
              <a:chExt cx="1072830" cy="409226"/>
            </a:xfrm>
          </p:grpSpPr>
          <p:sp>
            <p:nvSpPr>
              <p:cNvPr name="Freeform 37" id="37"/>
              <p:cNvSpPr/>
              <p:nvPr/>
            </p:nvSpPr>
            <p:spPr>
              <a:xfrm flipH="false" flipV="false" rot="0">
                <a:off x="0" y="0"/>
                <a:ext cx="1072830" cy="409226"/>
              </a:xfrm>
              <a:custGeom>
                <a:avLst/>
                <a:gdLst/>
                <a:ahLst/>
                <a:cxnLst/>
                <a:rect r="r" b="b" t="t" l="l"/>
                <a:pathLst>
                  <a:path h="409226" w="1072830">
                    <a:moveTo>
                      <a:pt x="19589" y="0"/>
                    </a:moveTo>
                    <a:lnTo>
                      <a:pt x="1053242" y="0"/>
                    </a:lnTo>
                    <a:cubicBezTo>
                      <a:pt x="1058437" y="0"/>
                      <a:pt x="1063419" y="2064"/>
                      <a:pt x="1067093" y="5737"/>
                    </a:cubicBezTo>
                    <a:cubicBezTo>
                      <a:pt x="1070767" y="9411"/>
                      <a:pt x="1072830" y="14394"/>
                      <a:pt x="1072830" y="19589"/>
                    </a:cubicBezTo>
                    <a:lnTo>
                      <a:pt x="1072830" y="389637"/>
                    </a:lnTo>
                    <a:cubicBezTo>
                      <a:pt x="1072830" y="400456"/>
                      <a:pt x="1064060" y="409226"/>
                      <a:pt x="1053242" y="409226"/>
                    </a:cubicBezTo>
                    <a:lnTo>
                      <a:pt x="19589" y="409226"/>
                    </a:lnTo>
                    <a:cubicBezTo>
                      <a:pt x="8770" y="409226"/>
                      <a:pt x="0" y="400456"/>
                      <a:pt x="0" y="389637"/>
                    </a:cubicBezTo>
                    <a:lnTo>
                      <a:pt x="0" y="19589"/>
                    </a:lnTo>
                    <a:cubicBezTo>
                      <a:pt x="0" y="8770"/>
                      <a:pt x="8770" y="0"/>
                      <a:pt x="19589" y="0"/>
                    </a:cubicBezTo>
                    <a:close/>
                  </a:path>
                </a:pathLst>
              </a:custGeom>
              <a:solidFill>
                <a:srgbClr val="5E6A54"/>
              </a:solidFill>
            </p:spPr>
          </p:sp>
          <p:sp>
            <p:nvSpPr>
              <p:cNvPr name="TextBox 38" id="38"/>
              <p:cNvSpPr txBox="true"/>
              <p:nvPr/>
            </p:nvSpPr>
            <p:spPr>
              <a:xfrm>
                <a:off x="0" y="-38100"/>
                <a:ext cx="1072830" cy="447326"/>
              </a:xfrm>
              <a:prstGeom prst="rect">
                <a:avLst/>
              </a:prstGeom>
            </p:spPr>
            <p:txBody>
              <a:bodyPr anchor="ctr" rtlCol="false" tIns="51496" lIns="51496" bIns="51496" rIns="51496"/>
              <a:lstStyle/>
              <a:p>
                <a:pPr algn="ctr">
                  <a:lnSpc>
                    <a:spcPts val="2799"/>
                  </a:lnSpc>
                </a:pPr>
              </a:p>
            </p:txBody>
          </p:sp>
        </p:grpSp>
        <p:grpSp>
          <p:nvGrpSpPr>
            <p:cNvPr name="Group 39" id="39"/>
            <p:cNvGrpSpPr/>
            <p:nvPr/>
          </p:nvGrpSpPr>
          <p:grpSpPr>
            <a:xfrm rot="0">
              <a:off x="2160364" y="0"/>
              <a:ext cx="1897513" cy="1897513"/>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6A54"/>
              </a:solidFill>
            </p:spPr>
          </p:sp>
          <p:sp>
            <p:nvSpPr>
              <p:cNvPr name="TextBox 41" id="41"/>
              <p:cNvSpPr txBox="true"/>
              <p:nvPr/>
            </p:nvSpPr>
            <p:spPr>
              <a:xfrm>
                <a:off x="76200" y="9525"/>
                <a:ext cx="660400" cy="727075"/>
              </a:xfrm>
              <a:prstGeom prst="rect">
                <a:avLst/>
              </a:prstGeom>
            </p:spPr>
            <p:txBody>
              <a:bodyPr anchor="ctr" rtlCol="false" tIns="50800" lIns="50800" bIns="50800" rIns="50800"/>
              <a:lstStyle/>
              <a:p>
                <a:pPr algn="ctr">
                  <a:lnSpc>
                    <a:spcPts val="3750"/>
                  </a:lnSpc>
                </a:pPr>
              </a:p>
            </p:txBody>
          </p:sp>
        </p:grpSp>
      </p:grpSp>
      <p:sp>
        <p:nvSpPr>
          <p:cNvPr name="Freeform 42" id="42"/>
          <p:cNvSpPr/>
          <p:nvPr/>
        </p:nvSpPr>
        <p:spPr>
          <a:xfrm flipH="false" flipV="false" rot="0">
            <a:off x="8822969" y="3993290"/>
            <a:ext cx="610188" cy="610188"/>
          </a:xfrm>
          <a:custGeom>
            <a:avLst/>
            <a:gdLst/>
            <a:ahLst/>
            <a:cxnLst/>
            <a:rect r="r" b="b" t="t" l="l"/>
            <a:pathLst>
              <a:path h="610188" w="610188">
                <a:moveTo>
                  <a:pt x="0" y="0"/>
                </a:moveTo>
                <a:lnTo>
                  <a:pt x="610189" y="0"/>
                </a:lnTo>
                <a:lnTo>
                  <a:pt x="610189" y="610188"/>
                </a:lnTo>
                <a:lnTo>
                  <a:pt x="0" y="6101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3" id="43"/>
          <p:cNvSpPr/>
          <p:nvPr/>
        </p:nvSpPr>
        <p:spPr>
          <a:xfrm flipH="false" flipV="false" rot="0">
            <a:off x="3547362" y="3979974"/>
            <a:ext cx="605113" cy="605113"/>
          </a:xfrm>
          <a:custGeom>
            <a:avLst/>
            <a:gdLst/>
            <a:ahLst/>
            <a:cxnLst/>
            <a:rect r="r" b="b" t="t" l="l"/>
            <a:pathLst>
              <a:path h="605113" w="605113">
                <a:moveTo>
                  <a:pt x="0" y="0"/>
                </a:moveTo>
                <a:lnTo>
                  <a:pt x="605113" y="0"/>
                </a:lnTo>
                <a:lnTo>
                  <a:pt x="605113" y="605113"/>
                </a:lnTo>
                <a:lnTo>
                  <a:pt x="0" y="6051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4" id="44"/>
          <p:cNvSpPr/>
          <p:nvPr/>
        </p:nvSpPr>
        <p:spPr>
          <a:xfrm flipH="false" flipV="false" rot="0">
            <a:off x="14131106" y="3990388"/>
            <a:ext cx="686213" cy="568933"/>
          </a:xfrm>
          <a:custGeom>
            <a:avLst/>
            <a:gdLst/>
            <a:ahLst/>
            <a:cxnLst/>
            <a:rect r="r" b="b" t="t" l="l"/>
            <a:pathLst>
              <a:path h="568933" w="686213">
                <a:moveTo>
                  <a:pt x="0" y="0"/>
                </a:moveTo>
                <a:lnTo>
                  <a:pt x="686213" y="0"/>
                </a:lnTo>
                <a:lnTo>
                  <a:pt x="686213" y="568933"/>
                </a:lnTo>
                <a:lnTo>
                  <a:pt x="0" y="56893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45" id="45"/>
          <p:cNvSpPr txBox="true"/>
          <p:nvPr/>
        </p:nvSpPr>
        <p:spPr>
          <a:xfrm rot="0">
            <a:off x="5708300" y="1112093"/>
            <a:ext cx="6871400" cy="1111250"/>
          </a:xfrm>
          <a:prstGeom prst="rect">
            <a:avLst/>
          </a:prstGeom>
        </p:spPr>
        <p:txBody>
          <a:bodyPr anchor="t" rtlCol="false" tIns="0" lIns="0" bIns="0" rIns="0">
            <a:spAutoFit/>
          </a:bodyPr>
          <a:lstStyle/>
          <a:p>
            <a:pPr algn="ctr">
              <a:lnSpc>
                <a:spcPts val="9100"/>
              </a:lnSpc>
            </a:pPr>
            <a:r>
              <a:rPr lang="en-US" sz="6500">
                <a:solidFill>
                  <a:srgbClr val="3E4047"/>
                </a:solidFill>
                <a:latin typeface="Tlab 레트로라이프"/>
                <a:ea typeface="Tlab 레트로라이프"/>
                <a:cs typeface="Tlab 레트로라이프"/>
                <a:sym typeface="Tlab 레트로라이프"/>
              </a:rPr>
              <a:t>결론 및 제안</a:t>
            </a:r>
          </a:p>
        </p:txBody>
      </p:sp>
      <p:sp>
        <p:nvSpPr>
          <p:cNvPr name="TextBox 46" id="46"/>
          <p:cNvSpPr txBox="true"/>
          <p:nvPr/>
        </p:nvSpPr>
        <p:spPr>
          <a:xfrm rot="0">
            <a:off x="1899672" y="800238"/>
            <a:ext cx="1925141" cy="1677808"/>
          </a:xfrm>
          <a:prstGeom prst="rect">
            <a:avLst/>
          </a:prstGeom>
        </p:spPr>
        <p:txBody>
          <a:bodyPr anchor="t" rtlCol="false" tIns="0" lIns="0" bIns="0" rIns="0">
            <a:spAutoFit/>
          </a:bodyPr>
          <a:lstStyle/>
          <a:p>
            <a:pPr algn="ctr">
              <a:lnSpc>
                <a:spcPts val="13784"/>
              </a:lnSpc>
            </a:pPr>
            <a:r>
              <a:rPr lang="en-US" sz="9846" b="true">
                <a:solidFill>
                  <a:srgbClr val="CFCFCF"/>
                </a:solidFill>
                <a:latin typeface="Tlab 레트로라이프 Bold"/>
                <a:ea typeface="Tlab 레트로라이프 Bold"/>
                <a:cs typeface="Tlab 레트로라이프 Bold"/>
                <a:sym typeface="Tlab 레트로라이프 Bold"/>
              </a:rPr>
              <a:t>09</a:t>
            </a:r>
          </a:p>
        </p:txBody>
      </p:sp>
      <p:sp>
        <p:nvSpPr>
          <p:cNvPr name="TextBox 47" id="47"/>
          <p:cNvSpPr txBox="true"/>
          <p:nvPr/>
        </p:nvSpPr>
        <p:spPr>
          <a:xfrm rot="0">
            <a:off x="2266316" y="5076825"/>
            <a:ext cx="3141428" cy="555603"/>
          </a:xfrm>
          <a:prstGeom prst="rect">
            <a:avLst/>
          </a:prstGeom>
        </p:spPr>
        <p:txBody>
          <a:bodyPr anchor="t" rtlCol="false" tIns="0" lIns="0" bIns="0" rIns="0">
            <a:spAutoFit/>
          </a:bodyPr>
          <a:lstStyle/>
          <a:p>
            <a:pPr algn="ctr">
              <a:lnSpc>
                <a:spcPts val="4543"/>
              </a:lnSpc>
            </a:pPr>
            <a:r>
              <a:rPr lang="en-US" sz="3245" b="true">
                <a:solidFill>
                  <a:srgbClr val="FFFFFF"/>
                </a:solidFill>
                <a:latin typeface="Noto Sans Kr Bold"/>
                <a:ea typeface="Noto Sans Kr Bold"/>
                <a:cs typeface="Noto Sans Kr Bold"/>
                <a:sym typeface="Noto Sans Kr Bold"/>
              </a:rPr>
              <a:t>혁신적 솔루션</a:t>
            </a:r>
          </a:p>
        </p:txBody>
      </p:sp>
      <p:sp>
        <p:nvSpPr>
          <p:cNvPr name="TextBox 48" id="48"/>
          <p:cNvSpPr txBox="true"/>
          <p:nvPr/>
        </p:nvSpPr>
        <p:spPr>
          <a:xfrm rot="0">
            <a:off x="7571076" y="5076825"/>
            <a:ext cx="3141428" cy="555603"/>
          </a:xfrm>
          <a:prstGeom prst="rect">
            <a:avLst/>
          </a:prstGeom>
        </p:spPr>
        <p:txBody>
          <a:bodyPr anchor="t" rtlCol="false" tIns="0" lIns="0" bIns="0" rIns="0">
            <a:spAutoFit/>
          </a:bodyPr>
          <a:lstStyle/>
          <a:p>
            <a:pPr algn="ctr">
              <a:lnSpc>
                <a:spcPts val="4543"/>
              </a:lnSpc>
            </a:pPr>
            <a:r>
              <a:rPr lang="en-US" sz="3245" b="true">
                <a:solidFill>
                  <a:srgbClr val="FFFFFF"/>
                </a:solidFill>
                <a:latin typeface="Noto Sans Kr Bold"/>
                <a:ea typeface="Noto Sans Kr Bold"/>
                <a:cs typeface="Noto Sans Kr Bold"/>
                <a:sym typeface="Noto Sans Kr Bold"/>
              </a:rPr>
              <a:t>검증된 효과</a:t>
            </a:r>
          </a:p>
        </p:txBody>
      </p:sp>
      <p:sp>
        <p:nvSpPr>
          <p:cNvPr name="TextBox 49" id="49"/>
          <p:cNvSpPr txBox="true"/>
          <p:nvPr/>
        </p:nvSpPr>
        <p:spPr>
          <a:xfrm rot="0">
            <a:off x="12160084" y="5076825"/>
            <a:ext cx="4595364" cy="555603"/>
          </a:xfrm>
          <a:prstGeom prst="rect">
            <a:avLst/>
          </a:prstGeom>
        </p:spPr>
        <p:txBody>
          <a:bodyPr anchor="t" rtlCol="false" tIns="0" lIns="0" bIns="0" rIns="0">
            <a:spAutoFit/>
          </a:bodyPr>
          <a:lstStyle/>
          <a:p>
            <a:pPr algn="ctr">
              <a:lnSpc>
                <a:spcPts val="4543"/>
              </a:lnSpc>
            </a:pPr>
            <a:r>
              <a:rPr lang="en-US" sz="3245" b="true">
                <a:solidFill>
                  <a:srgbClr val="FFFFFF"/>
                </a:solidFill>
                <a:latin typeface="Noto Sans Kr Bold"/>
                <a:ea typeface="Noto Sans Kr Bold"/>
                <a:cs typeface="Noto Sans Kr Bold"/>
                <a:sym typeface="Noto Sans Kr Bold"/>
              </a:rPr>
              <a:t>신뢰할 수 있는 파트너쉽</a:t>
            </a:r>
          </a:p>
        </p:txBody>
      </p:sp>
      <p:sp>
        <p:nvSpPr>
          <p:cNvPr name="TextBox 50" id="50"/>
          <p:cNvSpPr txBox="true"/>
          <p:nvPr/>
        </p:nvSpPr>
        <p:spPr>
          <a:xfrm rot="0">
            <a:off x="3302279" y="7370355"/>
            <a:ext cx="11683443" cy="1009886"/>
          </a:xfrm>
          <a:prstGeom prst="rect">
            <a:avLst/>
          </a:prstGeom>
        </p:spPr>
        <p:txBody>
          <a:bodyPr anchor="t" rtlCol="false" tIns="0" lIns="0" bIns="0" rIns="0">
            <a:spAutoFit/>
          </a:bodyPr>
          <a:lstStyle/>
          <a:p>
            <a:pPr algn="l">
              <a:lnSpc>
                <a:spcPts val="2765"/>
              </a:lnSpc>
            </a:pPr>
            <a:r>
              <a:rPr lang="en-US" sz="1868">
                <a:solidFill>
                  <a:srgbClr val="50504E"/>
                </a:solidFill>
                <a:latin typeface="Noto Sans Kr"/>
                <a:ea typeface="Noto Sans Kr"/>
                <a:cs typeface="Noto Sans Kr"/>
                <a:sym typeface="Noto Sans Kr"/>
              </a:rPr>
              <a:t>Lorem ipsum dolor sit amet, consectetur adipiscing elit. Quisque vestibulum quis odio in pellentesque. Sed sem diam, luctus quis varius semper, dictum id felis. Integer convallis venenatis risus ac feugiat. In id fermentum lectus, a aliquam risus. Curabitur mollis, lectus sed pellentesque hendrerit, sem eros.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sp>
        <p:nvSpPr>
          <p:cNvPr name="AutoShape 17" id="17"/>
          <p:cNvSpPr/>
          <p:nvPr/>
        </p:nvSpPr>
        <p:spPr>
          <a:xfrm flipV="true">
            <a:off x="1899672" y="2487572"/>
            <a:ext cx="14376297" cy="0"/>
          </a:xfrm>
          <a:prstGeom prst="line">
            <a:avLst/>
          </a:prstGeom>
          <a:ln cap="flat" w="19050">
            <a:solidFill>
              <a:srgbClr val="231F20"/>
            </a:solidFill>
            <a:prstDash val="solid"/>
            <a:headEnd type="none" len="sm" w="sm"/>
            <a:tailEnd type="none" len="sm" w="sm"/>
          </a:ln>
        </p:spPr>
      </p:sp>
      <p:grpSp>
        <p:nvGrpSpPr>
          <p:cNvPr name="Group 18" id="18"/>
          <p:cNvGrpSpPr/>
          <p:nvPr/>
        </p:nvGrpSpPr>
        <p:grpSpPr>
          <a:xfrm rot="0">
            <a:off x="5727600" y="4974274"/>
            <a:ext cx="3095170" cy="3707805"/>
            <a:chOff x="0" y="0"/>
            <a:chExt cx="857352" cy="1027050"/>
          </a:xfrm>
        </p:grpSpPr>
        <p:sp>
          <p:nvSpPr>
            <p:cNvPr name="Freeform 19" id="19"/>
            <p:cNvSpPr/>
            <p:nvPr/>
          </p:nvSpPr>
          <p:spPr>
            <a:xfrm flipH="false" flipV="false" rot="0">
              <a:off x="0" y="0"/>
              <a:ext cx="857352" cy="1027050"/>
            </a:xfrm>
            <a:custGeom>
              <a:avLst/>
              <a:gdLst/>
              <a:ahLst/>
              <a:cxnLst/>
              <a:rect r="r" b="b" t="t" l="l"/>
              <a:pathLst>
                <a:path h="1027050" w="857352">
                  <a:moveTo>
                    <a:pt x="0" y="0"/>
                  </a:moveTo>
                  <a:lnTo>
                    <a:pt x="857352" y="0"/>
                  </a:lnTo>
                  <a:lnTo>
                    <a:pt x="857352" y="1027050"/>
                  </a:lnTo>
                  <a:lnTo>
                    <a:pt x="0" y="1027050"/>
                  </a:lnTo>
                  <a:close/>
                </a:path>
              </a:pathLst>
            </a:custGeom>
            <a:solidFill>
              <a:srgbClr val="F6F6F6"/>
            </a:solidFill>
            <a:ln cap="sq">
              <a:noFill/>
              <a:prstDash val="solid"/>
              <a:miter/>
            </a:ln>
          </p:spPr>
        </p:sp>
        <p:sp>
          <p:nvSpPr>
            <p:cNvPr name="TextBox 20" id="20"/>
            <p:cNvSpPr txBox="true"/>
            <p:nvPr/>
          </p:nvSpPr>
          <p:spPr>
            <a:xfrm>
              <a:off x="0" y="-66675"/>
              <a:ext cx="857352" cy="1093725"/>
            </a:xfrm>
            <a:prstGeom prst="rect">
              <a:avLst/>
            </a:prstGeom>
          </p:spPr>
          <p:txBody>
            <a:bodyPr anchor="ctr" rtlCol="false" tIns="50800" lIns="50800" bIns="50800" rIns="50800"/>
            <a:lstStyle/>
            <a:p>
              <a:pPr algn="ctr">
                <a:lnSpc>
                  <a:spcPts val="3750"/>
                </a:lnSpc>
              </a:pPr>
            </a:p>
          </p:txBody>
        </p:sp>
      </p:grpSp>
      <p:grpSp>
        <p:nvGrpSpPr>
          <p:cNvPr name="Group 21" id="21"/>
          <p:cNvGrpSpPr/>
          <p:nvPr/>
        </p:nvGrpSpPr>
        <p:grpSpPr>
          <a:xfrm rot="0">
            <a:off x="9465230" y="4974274"/>
            <a:ext cx="3095170" cy="3707805"/>
            <a:chOff x="0" y="0"/>
            <a:chExt cx="857352" cy="1027050"/>
          </a:xfrm>
        </p:grpSpPr>
        <p:sp>
          <p:nvSpPr>
            <p:cNvPr name="Freeform 22" id="22"/>
            <p:cNvSpPr/>
            <p:nvPr/>
          </p:nvSpPr>
          <p:spPr>
            <a:xfrm flipH="false" flipV="false" rot="0">
              <a:off x="0" y="0"/>
              <a:ext cx="857352" cy="1027050"/>
            </a:xfrm>
            <a:custGeom>
              <a:avLst/>
              <a:gdLst/>
              <a:ahLst/>
              <a:cxnLst/>
              <a:rect r="r" b="b" t="t" l="l"/>
              <a:pathLst>
                <a:path h="1027050" w="857352">
                  <a:moveTo>
                    <a:pt x="0" y="0"/>
                  </a:moveTo>
                  <a:lnTo>
                    <a:pt x="857352" y="0"/>
                  </a:lnTo>
                  <a:lnTo>
                    <a:pt x="857352" y="1027050"/>
                  </a:lnTo>
                  <a:lnTo>
                    <a:pt x="0" y="1027050"/>
                  </a:lnTo>
                  <a:close/>
                </a:path>
              </a:pathLst>
            </a:custGeom>
            <a:solidFill>
              <a:srgbClr val="F6F6F6"/>
            </a:solidFill>
            <a:ln cap="sq">
              <a:noFill/>
              <a:prstDash val="solid"/>
              <a:miter/>
            </a:ln>
          </p:spPr>
        </p:sp>
        <p:sp>
          <p:nvSpPr>
            <p:cNvPr name="TextBox 23" id="23"/>
            <p:cNvSpPr txBox="true"/>
            <p:nvPr/>
          </p:nvSpPr>
          <p:spPr>
            <a:xfrm>
              <a:off x="0" y="-66675"/>
              <a:ext cx="857352" cy="1093725"/>
            </a:xfrm>
            <a:prstGeom prst="rect">
              <a:avLst/>
            </a:prstGeom>
          </p:spPr>
          <p:txBody>
            <a:bodyPr anchor="ctr" rtlCol="false" tIns="50800" lIns="50800" bIns="50800" rIns="50800"/>
            <a:lstStyle/>
            <a:p>
              <a:pPr algn="ctr">
                <a:lnSpc>
                  <a:spcPts val="3750"/>
                </a:lnSpc>
              </a:pPr>
            </a:p>
          </p:txBody>
        </p:sp>
      </p:grpSp>
      <p:grpSp>
        <p:nvGrpSpPr>
          <p:cNvPr name="Group 24" id="24"/>
          <p:cNvGrpSpPr/>
          <p:nvPr/>
        </p:nvGrpSpPr>
        <p:grpSpPr>
          <a:xfrm rot="0">
            <a:off x="1994256" y="4974274"/>
            <a:ext cx="3095170" cy="3707805"/>
            <a:chOff x="0" y="0"/>
            <a:chExt cx="857352" cy="1027050"/>
          </a:xfrm>
        </p:grpSpPr>
        <p:sp>
          <p:nvSpPr>
            <p:cNvPr name="Freeform 25" id="25"/>
            <p:cNvSpPr/>
            <p:nvPr/>
          </p:nvSpPr>
          <p:spPr>
            <a:xfrm flipH="false" flipV="false" rot="0">
              <a:off x="0" y="0"/>
              <a:ext cx="857352" cy="1027050"/>
            </a:xfrm>
            <a:custGeom>
              <a:avLst/>
              <a:gdLst/>
              <a:ahLst/>
              <a:cxnLst/>
              <a:rect r="r" b="b" t="t" l="l"/>
              <a:pathLst>
                <a:path h="1027050" w="857352">
                  <a:moveTo>
                    <a:pt x="0" y="0"/>
                  </a:moveTo>
                  <a:lnTo>
                    <a:pt x="857352" y="0"/>
                  </a:lnTo>
                  <a:lnTo>
                    <a:pt x="857352" y="1027050"/>
                  </a:lnTo>
                  <a:lnTo>
                    <a:pt x="0" y="1027050"/>
                  </a:lnTo>
                  <a:close/>
                </a:path>
              </a:pathLst>
            </a:custGeom>
            <a:solidFill>
              <a:srgbClr val="F6F6F6"/>
            </a:solidFill>
            <a:ln cap="sq">
              <a:noFill/>
              <a:prstDash val="solid"/>
              <a:miter/>
            </a:ln>
          </p:spPr>
        </p:sp>
        <p:sp>
          <p:nvSpPr>
            <p:cNvPr name="TextBox 26" id="26"/>
            <p:cNvSpPr txBox="true"/>
            <p:nvPr/>
          </p:nvSpPr>
          <p:spPr>
            <a:xfrm>
              <a:off x="0" y="-66675"/>
              <a:ext cx="857352" cy="1093725"/>
            </a:xfrm>
            <a:prstGeom prst="rect">
              <a:avLst/>
            </a:prstGeom>
          </p:spPr>
          <p:txBody>
            <a:bodyPr anchor="ctr" rtlCol="false" tIns="50800" lIns="50800" bIns="50800" rIns="50800"/>
            <a:lstStyle/>
            <a:p>
              <a:pPr algn="ctr">
                <a:lnSpc>
                  <a:spcPts val="3750"/>
                </a:lnSpc>
              </a:pPr>
            </a:p>
          </p:txBody>
        </p:sp>
      </p:grpSp>
      <p:grpSp>
        <p:nvGrpSpPr>
          <p:cNvPr name="Group 27" id="27"/>
          <p:cNvGrpSpPr/>
          <p:nvPr/>
        </p:nvGrpSpPr>
        <p:grpSpPr>
          <a:xfrm rot="0">
            <a:off x="13198575" y="4974274"/>
            <a:ext cx="3095170" cy="3707805"/>
            <a:chOff x="0" y="0"/>
            <a:chExt cx="857352" cy="1027050"/>
          </a:xfrm>
        </p:grpSpPr>
        <p:sp>
          <p:nvSpPr>
            <p:cNvPr name="Freeform 28" id="28"/>
            <p:cNvSpPr/>
            <p:nvPr/>
          </p:nvSpPr>
          <p:spPr>
            <a:xfrm flipH="false" flipV="false" rot="0">
              <a:off x="0" y="0"/>
              <a:ext cx="857352" cy="1027050"/>
            </a:xfrm>
            <a:custGeom>
              <a:avLst/>
              <a:gdLst/>
              <a:ahLst/>
              <a:cxnLst/>
              <a:rect r="r" b="b" t="t" l="l"/>
              <a:pathLst>
                <a:path h="1027050" w="857352">
                  <a:moveTo>
                    <a:pt x="0" y="0"/>
                  </a:moveTo>
                  <a:lnTo>
                    <a:pt x="857352" y="0"/>
                  </a:lnTo>
                  <a:lnTo>
                    <a:pt x="857352" y="1027050"/>
                  </a:lnTo>
                  <a:lnTo>
                    <a:pt x="0" y="1027050"/>
                  </a:lnTo>
                  <a:close/>
                </a:path>
              </a:pathLst>
            </a:custGeom>
            <a:solidFill>
              <a:srgbClr val="F6F6F6"/>
            </a:solidFill>
            <a:ln cap="sq">
              <a:noFill/>
              <a:prstDash val="solid"/>
              <a:miter/>
            </a:ln>
          </p:spPr>
        </p:sp>
        <p:sp>
          <p:nvSpPr>
            <p:cNvPr name="TextBox 29" id="29"/>
            <p:cNvSpPr txBox="true"/>
            <p:nvPr/>
          </p:nvSpPr>
          <p:spPr>
            <a:xfrm>
              <a:off x="0" y="-66675"/>
              <a:ext cx="857352" cy="1093725"/>
            </a:xfrm>
            <a:prstGeom prst="rect">
              <a:avLst/>
            </a:prstGeom>
          </p:spPr>
          <p:txBody>
            <a:bodyPr anchor="ctr" rtlCol="false" tIns="50800" lIns="50800" bIns="50800" rIns="50800"/>
            <a:lstStyle/>
            <a:p>
              <a:pPr algn="ctr">
                <a:lnSpc>
                  <a:spcPts val="3750"/>
                </a:lnSpc>
              </a:pPr>
            </a:p>
          </p:txBody>
        </p:sp>
      </p:grpSp>
      <p:grpSp>
        <p:nvGrpSpPr>
          <p:cNvPr name="Group 30" id="30"/>
          <p:cNvGrpSpPr/>
          <p:nvPr/>
        </p:nvGrpSpPr>
        <p:grpSpPr>
          <a:xfrm rot="0">
            <a:off x="2338470" y="3173847"/>
            <a:ext cx="2435514" cy="2435514"/>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71539" t="0" r="-61902" b="-55530"/>
              </a:stretch>
            </a:blipFill>
            <a:ln w="95250" cap="sq">
              <a:solidFill>
                <a:srgbClr val="8B9385"/>
              </a:solidFill>
              <a:prstDash val="solid"/>
              <a:miter/>
            </a:ln>
          </p:spPr>
        </p:sp>
      </p:grpSp>
      <p:grpSp>
        <p:nvGrpSpPr>
          <p:cNvPr name="Group 32" id="32"/>
          <p:cNvGrpSpPr/>
          <p:nvPr/>
        </p:nvGrpSpPr>
        <p:grpSpPr>
          <a:xfrm rot="0">
            <a:off x="6066293" y="3183798"/>
            <a:ext cx="2435514" cy="2435514"/>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08598" t="-3369" r="-51476" b="-26017"/>
              </a:stretch>
            </a:blipFill>
            <a:ln w="95250" cap="sq">
              <a:solidFill>
                <a:srgbClr val="8B9385"/>
              </a:solidFill>
              <a:prstDash val="solid"/>
              <a:miter/>
            </a:ln>
          </p:spPr>
        </p:sp>
      </p:grpSp>
      <p:grpSp>
        <p:nvGrpSpPr>
          <p:cNvPr name="Group 34" id="34"/>
          <p:cNvGrpSpPr/>
          <p:nvPr/>
        </p:nvGrpSpPr>
        <p:grpSpPr>
          <a:xfrm rot="0">
            <a:off x="9775270" y="3183798"/>
            <a:ext cx="2435514" cy="243551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50535" t="-40132" r="-30072" b="-130949"/>
              </a:stretch>
            </a:blipFill>
            <a:ln w="95250" cap="sq">
              <a:solidFill>
                <a:srgbClr val="8B9385"/>
              </a:solidFill>
              <a:prstDash val="solid"/>
              <a:miter/>
            </a:ln>
          </p:spPr>
        </p:sp>
      </p:grpSp>
      <p:grpSp>
        <p:nvGrpSpPr>
          <p:cNvPr name="Group 36" id="36"/>
          <p:cNvGrpSpPr/>
          <p:nvPr/>
        </p:nvGrpSpPr>
        <p:grpSpPr>
          <a:xfrm rot="0">
            <a:off x="13512900" y="3173847"/>
            <a:ext cx="2435514" cy="2435514"/>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7626" t="-21086" r="-113915" b="-39840"/>
              </a:stretch>
            </a:blipFill>
            <a:ln w="95250" cap="sq">
              <a:solidFill>
                <a:srgbClr val="8B9385"/>
              </a:solidFill>
              <a:prstDash val="solid"/>
              <a:miter/>
            </a:ln>
          </p:spPr>
        </p:sp>
      </p:grpSp>
      <p:sp>
        <p:nvSpPr>
          <p:cNvPr name="TextBox 38" id="38"/>
          <p:cNvSpPr txBox="true"/>
          <p:nvPr/>
        </p:nvSpPr>
        <p:spPr>
          <a:xfrm rot="0">
            <a:off x="5708300" y="1112093"/>
            <a:ext cx="6871400" cy="1111250"/>
          </a:xfrm>
          <a:prstGeom prst="rect">
            <a:avLst/>
          </a:prstGeom>
        </p:spPr>
        <p:txBody>
          <a:bodyPr anchor="t" rtlCol="false" tIns="0" lIns="0" bIns="0" rIns="0">
            <a:spAutoFit/>
          </a:bodyPr>
          <a:lstStyle/>
          <a:p>
            <a:pPr algn="ctr">
              <a:lnSpc>
                <a:spcPts val="9100"/>
              </a:lnSpc>
            </a:pPr>
            <a:r>
              <a:rPr lang="en-US" sz="6500">
                <a:solidFill>
                  <a:srgbClr val="3E4047"/>
                </a:solidFill>
                <a:latin typeface="Tlab 레트로라이프"/>
                <a:ea typeface="Tlab 레트로라이프"/>
                <a:cs typeface="Tlab 레트로라이프"/>
                <a:sym typeface="Tlab 레트로라이프"/>
              </a:rPr>
              <a:t>팀 소개</a:t>
            </a:r>
          </a:p>
        </p:txBody>
      </p:sp>
      <p:sp>
        <p:nvSpPr>
          <p:cNvPr name="TextBox 39" id="39"/>
          <p:cNvSpPr txBox="true"/>
          <p:nvPr/>
        </p:nvSpPr>
        <p:spPr>
          <a:xfrm rot="0">
            <a:off x="1899672" y="800238"/>
            <a:ext cx="1925141" cy="1677808"/>
          </a:xfrm>
          <a:prstGeom prst="rect">
            <a:avLst/>
          </a:prstGeom>
        </p:spPr>
        <p:txBody>
          <a:bodyPr anchor="t" rtlCol="false" tIns="0" lIns="0" bIns="0" rIns="0">
            <a:spAutoFit/>
          </a:bodyPr>
          <a:lstStyle/>
          <a:p>
            <a:pPr algn="ctr">
              <a:lnSpc>
                <a:spcPts val="13784"/>
              </a:lnSpc>
            </a:pPr>
            <a:r>
              <a:rPr lang="en-US" sz="9846" b="true">
                <a:solidFill>
                  <a:srgbClr val="CFCFCF"/>
                </a:solidFill>
                <a:latin typeface="Tlab 레트로라이프 Bold"/>
                <a:ea typeface="Tlab 레트로라이프 Bold"/>
                <a:cs typeface="Tlab 레트로라이프 Bold"/>
                <a:sym typeface="Tlab 레트로라이프 Bold"/>
              </a:rPr>
              <a:t>10</a:t>
            </a:r>
          </a:p>
        </p:txBody>
      </p:sp>
      <p:sp>
        <p:nvSpPr>
          <p:cNvPr name="TextBox 40" id="40"/>
          <p:cNvSpPr txBox="true"/>
          <p:nvPr/>
        </p:nvSpPr>
        <p:spPr>
          <a:xfrm rot="0">
            <a:off x="6450454" y="6429144"/>
            <a:ext cx="1649463" cy="375941"/>
          </a:xfrm>
          <a:prstGeom prst="rect">
            <a:avLst/>
          </a:prstGeom>
        </p:spPr>
        <p:txBody>
          <a:bodyPr anchor="t" rtlCol="false" tIns="0" lIns="0" bIns="0" rIns="0">
            <a:spAutoFit/>
          </a:bodyPr>
          <a:lstStyle/>
          <a:p>
            <a:pPr algn="ctr">
              <a:lnSpc>
                <a:spcPts val="3137"/>
              </a:lnSpc>
            </a:pPr>
            <a:r>
              <a:rPr lang="en-US" b="true" sz="2091" spc="41">
                <a:solidFill>
                  <a:srgbClr val="79816B"/>
                </a:solidFill>
                <a:latin typeface="Noto Sans Kr Bold"/>
                <a:ea typeface="Noto Sans Kr Bold"/>
                <a:cs typeface="Noto Sans Kr Bold"/>
                <a:sym typeface="Noto Sans Kr Bold"/>
              </a:rPr>
              <a:t>전략기획</a:t>
            </a:r>
          </a:p>
        </p:txBody>
      </p:sp>
      <p:sp>
        <p:nvSpPr>
          <p:cNvPr name="TextBox 41" id="41"/>
          <p:cNvSpPr txBox="true"/>
          <p:nvPr/>
        </p:nvSpPr>
        <p:spPr>
          <a:xfrm rot="0">
            <a:off x="6196737" y="5837961"/>
            <a:ext cx="2174627" cy="467444"/>
          </a:xfrm>
          <a:prstGeom prst="rect">
            <a:avLst/>
          </a:prstGeom>
        </p:spPr>
        <p:txBody>
          <a:bodyPr anchor="t" rtlCol="false" tIns="0" lIns="0" bIns="0" rIns="0">
            <a:spAutoFit/>
          </a:bodyPr>
          <a:lstStyle/>
          <a:p>
            <a:pPr algn="ctr">
              <a:lnSpc>
                <a:spcPts val="3850"/>
              </a:lnSpc>
            </a:pPr>
            <a:r>
              <a:rPr lang="en-US" b="true" sz="2567" spc="51">
                <a:solidFill>
                  <a:srgbClr val="3E4047"/>
                </a:solidFill>
                <a:latin typeface="Noto Sans Kr Bold"/>
                <a:ea typeface="Noto Sans Kr Bold"/>
                <a:cs typeface="Noto Sans Kr Bold"/>
                <a:sym typeface="Noto Sans Kr Bold"/>
              </a:rPr>
              <a:t>이영주</a:t>
            </a:r>
          </a:p>
        </p:txBody>
      </p:sp>
      <p:sp>
        <p:nvSpPr>
          <p:cNvPr name="TextBox 42" id="42"/>
          <p:cNvSpPr txBox="true"/>
          <p:nvPr/>
        </p:nvSpPr>
        <p:spPr>
          <a:xfrm rot="0">
            <a:off x="9917657" y="5837961"/>
            <a:ext cx="2209463" cy="467444"/>
          </a:xfrm>
          <a:prstGeom prst="rect">
            <a:avLst/>
          </a:prstGeom>
        </p:spPr>
        <p:txBody>
          <a:bodyPr anchor="t" rtlCol="false" tIns="0" lIns="0" bIns="0" rIns="0">
            <a:spAutoFit/>
          </a:bodyPr>
          <a:lstStyle/>
          <a:p>
            <a:pPr algn="ctr">
              <a:lnSpc>
                <a:spcPts val="3850"/>
              </a:lnSpc>
            </a:pPr>
            <a:r>
              <a:rPr lang="en-US" b="true" sz="2567" spc="51">
                <a:solidFill>
                  <a:srgbClr val="3E4047"/>
                </a:solidFill>
                <a:latin typeface="Noto Sans Kr Bold"/>
                <a:ea typeface="Noto Sans Kr Bold"/>
                <a:cs typeface="Noto Sans Kr Bold"/>
                <a:sym typeface="Noto Sans Kr Bold"/>
              </a:rPr>
              <a:t>성빈우</a:t>
            </a:r>
          </a:p>
        </p:txBody>
      </p:sp>
      <p:sp>
        <p:nvSpPr>
          <p:cNvPr name="TextBox 43" id="43"/>
          <p:cNvSpPr txBox="true"/>
          <p:nvPr/>
        </p:nvSpPr>
        <p:spPr>
          <a:xfrm rot="0">
            <a:off x="9951897" y="6429144"/>
            <a:ext cx="2121434" cy="375941"/>
          </a:xfrm>
          <a:prstGeom prst="rect">
            <a:avLst/>
          </a:prstGeom>
        </p:spPr>
        <p:txBody>
          <a:bodyPr anchor="t" rtlCol="false" tIns="0" lIns="0" bIns="0" rIns="0">
            <a:spAutoFit/>
          </a:bodyPr>
          <a:lstStyle/>
          <a:p>
            <a:pPr algn="ctr">
              <a:lnSpc>
                <a:spcPts val="3137"/>
              </a:lnSpc>
            </a:pPr>
            <a:r>
              <a:rPr lang="en-US" b="true" sz="2091" spc="41">
                <a:solidFill>
                  <a:srgbClr val="79816B"/>
                </a:solidFill>
                <a:latin typeface="Noto Sans Kr Bold"/>
                <a:ea typeface="Noto Sans Kr Bold"/>
                <a:cs typeface="Noto Sans Kr Bold"/>
                <a:sym typeface="Noto Sans Kr Bold"/>
              </a:rPr>
              <a:t>마케팅</a:t>
            </a:r>
          </a:p>
        </p:txBody>
      </p:sp>
      <p:sp>
        <p:nvSpPr>
          <p:cNvPr name="TextBox 44" id="44"/>
          <p:cNvSpPr txBox="true"/>
          <p:nvPr/>
        </p:nvSpPr>
        <p:spPr>
          <a:xfrm rot="0">
            <a:off x="2524668" y="6452235"/>
            <a:ext cx="2034344" cy="375941"/>
          </a:xfrm>
          <a:prstGeom prst="rect">
            <a:avLst/>
          </a:prstGeom>
        </p:spPr>
        <p:txBody>
          <a:bodyPr anchor="t" rtlCol="false" tIns="0" lIns="0" bIns="0" rIns="0">
            <a:spAutoFit/>
          </a:bodyPr>
          <a:lstStyle/>
          <a:p>
            <a:pPr algn="ctr">
              <a:lnSpc>
                <a:spcPts val="3137"/>
              </a:lnSpc>
            </a:pPr>
            <a:r>
              <a:rPr lang="en-US" b="true" sz="2091" spc="41">
                <a:solidFill>
                  <a:srgbClr val="79816B"/>
                </a:solidFill>
                <a:latin typeface="Noto Sans Kr Bold"/>
                <a:ea typeface="Noto Sans Kr Bold"/>
                <a:cs typeface="Noto Sans Kr Bold"/>
                <a:sym typeface="Noto Sans Kr Bold"/>
              </a:rPr>
              <a:t>팀장</a:t>
            </a:r>
          </a:p>
        </p:txBody>
      </p:sp>
      <p:sp>
        <p:nvSpPr>
          <p:cNvPr name="TextBox 45" id="45"/>
          <p:cNvSpPr txBox="true"/>
          <p:nvPr/>
        </p:nvSpPr>
        <p:spPr>
          <a:xfrm rot="0">
            <a:off x="2350019" y="5861053"/>
            <a:ext cx="2383643" cy="464164"/>
          </a:xfrm>
          <a:prstGeom prst="rect">
            <a:avLst/>
          </a:prstGeom>
        </p:spPr>
        <p:txBody>
          <a:bodyPr anchor="t" rtlCol="false" tIns="0" lIns="0" bIns="0" rIns="0">
            <a:spAutoFit/>
          </a:bodyPr>
          <a:lstStyle/>
          <a:p>
            <a:pPr algn="ctr">
              <a:lnSpc>
                <a:spcPts val="3850"/>
              </a:lnSpc>
            </a:pPr>
            <a:r>
              <a:rPr lang="en-US" b="true" sz="2567" spc="51">
                <a:solidFill>
                  <a:srgbClr val="3E4047"/>
                </a:solidFill>
                <a:latin typeface="Noto Sans Kr Bold"/>
                <a:ea typeface="Noto Sans Kr Bold"/>
                <a:cs typeface="Noto Sans Kr Bold"/>
                <a:sym typeface="Noto Sans Kr Bold"/>
              </a:rPr>
              <a:t>강선우</a:t>
            </a:r>
          </a:p>
        </p:txBody>
      </p:sp>
      <p:sp>
        <p:nvSpPr>
          <p:cNvPr name="TextBox 46" id="46"/>
          <p:cNvSpPr txBox="true"/>
          <p:nvPr/>
        </p:nvSpPr>
        <p:spPr>
          <a:xfrm rot="0">
            <a:off x="2485954" y="7094372"/>
            <a:ext cx="2128686" cy="1190096"/>
          </a:xfrm>
          <a:prstGeom prst="rect">
            <a:avLst/>
          </a:prstGeom>
        </p:spPr>
        <p:txBody>
          <a:bodyPr anchor="t" rtlCol="false" tIns="0" lIns="0" bIns="0" rIns="0">
            <a:spAutoFit/>
          </a:bodyPr>
          <a:lstStyle/>
          <a:p>
            <a:pPr algn="ctr">
              <a:lnSpc>
                <a:spcPts val="2396"/>
              </a:lnSpc>
            </a:pPr>
            <a:r>
              <a:rPr lang="en-US" sz="1711" spc="8">
                <a:solidFill>
                  <a:srgbClr val="727070"/>
                </a:solidFill>
                <a:latin typeface="Noto Sans Kr"/>
                <a:ea typeface="Noto Sans Kr"/>
                <a:cs typeface="Noto Sans Kr"/>
                <a:sym typeface="Noto Sans Kr"/>
              </a:rPr>
              <a:t>Lorem ipsum dolor sit amet, consectetur adipiscing elit. </a:t>
            </a:r>
          </a:p>
        </p:txBody>
      </p:sp>
      <p:sp>
        <p:nvSpPr>
          <p:cNvPr name="TextBox 47" id="47"/>
          <p:cNvSpPr txBox="true"/>
          <p:nvPr/>
        </p:nvSpPr>
        <p:spPr>
          <a:xfrm rot="0">
            <a:off x="13387619" y="5837961"/>
            <a:ext cx="2749422" cy="467444"/>
          </a:xfrm>
          <a:prstGeom prst="rect">
            <a:avLst/>
          </a:prstGeom>
        </p:spPr>
        <p:txBody>
          <a:bodyPr anchor="t" rtlCol="false" tIns="0" lIns="0" bIns="0" rIns="0">
            <a:spAutoFit/>
          </a:bodyPr>
          <a:lstStyle/>
          <a:p>
            <a:pPr algn="ctr">
              <a:lnSpc>
                <a:spcPts val="3850"/>
              </a:lnSpc>
            </a:pPr>
            <a:r>
              <a:rPr lang="en-US" b="true" sz="2567" spc="51">
                <a:solidFill>
                  <a:srgbClr val="3E4047"/>
                </a:solidFill>
                <a:latin typeface="Noto Sans Kr Bold"/>
                <a:ea typeface="Noto Sans Kr Bold"/>
                <a:cs typeface="Noto Sans Kr Bold"/>
                <a:sym typeface="Noto Sans Kr Bold"/>
              </a:rPr>
              <a:t>김예선</a:t>
            </a:r>
          </a:p>
        </p:txBody>
      </p:sp>
      <p:sp>
        <p:nvSpPr>
          <p:cNvPr name="TextBox 48" id="48"/>
          <p:cNvSpPr txBox="true"/>
          <p:nvPr/>
        </p:nvSpPr>
        <p:spPr>
          <a:xfrm rot="0">
            <a:off x="13615617" y="6429144"/>
            <a:ext cx="2243361" cy="375941"/>
          </a:xfrm>
          <a:prstGeom prst="rect">
            <a:avLst/>
          </a:prstGeom>
        </p:spPr>
        <p:txBody>
          <a:bodyPr anchor="t" rtlCol="false" tIns="0" lIns="0" bIns="0" rIns="0">
            <a:spAutoFit/>
          </a:bodyPr>
          <a:lstStyle/>
          <a:p>
            <a:pPr algn="ctr">
              <a:lnSpc>
                <a:spcPts val="3137"/>
              </a:lnSpc>
            </a:pPr>
            <a:r>
              <a:rPr lang="en-US" b="true" sz="2091" spc="41">
                <a:solidFill>
                  <a:srgbClr val="79816B"/>
                </a:solidFill>
                <a:latin typeface="Noto Sans Kr Bold"/>
                <a:ea typeface="Noto Sans Kr Bold"/>
                <a:cs typeface="Noto Sans Kr Bold"/>
                <a:sym typeface="Noto Sans Kr Bold"/>
              </a:rPr>
              <a:t>디자인</a:t>
            </a:r>
          </a:p>
        </p:txBody>
      </p:sp>
      <p:sp>
        <p:nvSpPr>
          <p:cNvPr name="TextBox 49" id="49"/>
          <p:cNvSpPr txBox="true"/>
          <p:nvPr/>
        </p:nvSpPr>
        <p:spPr>
          <a:xfrm rot="0">
            <a:off x="6269277" y="7093022"/>
            <a:ext cx="2128686" cy="1190096"/>
          </a:xfrm>
          <a:prstGeom prst="rect">
            <a:avLst/>
          </a:prstGeom>
        </p:spPr>
        <p:txBody>
          <a:bodyPr anchor="t" rtlCol="false" tIns="0" lIns="0" bIns="0" rIns="0">
            <a:spAutoFit/>
          </a:bodyPr>
          <a:lstStyle/>
          <a:p>
            <a:pPr algn="ctr">
              <a:lnSpc>
                <a:spcPts val="2396"/>
              </a:lnSpc>
            </a:pPr>
            <a:r>
              <a:rPr lang="en-US" sz="1711" spc="8">
                <a:solidFill>
                  <a:srgbClr val="727070"/>
                </a:solidFill>
                <a:latin typeface="Noto Sans Kr"/>
                <a:ea typeface="Noto Sans Kr"/>
                <a:cs typeface="Noto Sans Kr"/>
                <a:sym typeface="Noto Sans Kr"/>
              </a:rPr>
              <a:t>Lorem ipsum dolor sit amet, consectetur adipiscing elit. </a:t>
            </a:r>
          </a:p>
        </p:txBody>
      </p:sp>
      <p:sp>
        <p:nvSpPr>
          <p:cNvPr name="TextBox 50" id="50"/>
          <p:cNvSpPr txBox="true"/>
          <p:nvPr/>
        </p:nvSpPr>
        <p:spPr>
          <a:xfrm rot="0">
            <a:off x="9998435" y="7108154"/>
            <a:ext cx="2128686" cy="1190096"/>
          </a:xfrm>
          <a:prstGeom prst="rect">
            <a:avLst/>
          </a:prstGeom>
        </p:spPr>
        <p:txBody>
          <a:bodyPr anchor="t" rtlCol="false" tIns="0" lIns="0" bIns="0" rIns="0">
            <a:spAutoFit/>
          </a:bodyPr>
          <a:lstStyle/>
          <a:p>
            <a:pPr algn="ctr">
              <a:lnSpc>
                <a:spcPts val="2396"/>
              </a:lnSpc>
            </a:pPr>
            <a:r>
              <a:rPr lang="en-US" sz="1711" spc="8">
                <a:solidFill>
                  <a:srgbClr val="727070"/>
                </a:solidFill>
                <a:latin typeface="Noto Sans Kr"/>
                <a:ea typeface="Noto Sans Kr"/>
                <a:cs typeface="Noto Sans Kr"/>
                <a:sym typeface="Noto Sans Kr"/>
              </a:rPr>
              <a:t>Lorem ipsum dolor sit amet, consectetur adipiscing elit. </a:t>
            </a:r>
          </a:p>
        </p:txBody>
      </p:sp>
      <p:sp>
        <p:nvSpPr>
          <p:cNvPr name="TextBox 51" id="51"/>
          <p:cNvSpPr txBox="true"/>
          <p:nvPr/>
        </p:nvSpPr>
        <p:spPr>
          <a:xfrm rot="0">
            <a:off x="13732912" y="7108154"/>
            <a:ext cx="2128686" cy="1190096"/>
          </a:xfrm>
          <a:prstGeom prst="rect">
            <a:avLst/>
          </a:prstGeom>
        </p:spPr>
        <p:txBody>
          <a:bodyPr anchor="t" rtlCol="false" tIns="0" lIns="0" bIns="0" rIns="0">
            <a:spAutoFit/>
          </a:bodyPr>
          <a:lstStyle/>
          <a:p>
            <a:pPr algn="ctr">
              <a:lnSpc>
                <a:spcPts val="2396"/>
              </a:lnSpc>
            </a:pPr>
            <a:r>
              <a:rPr lang="en-US" sz="1711" spc="8">
                <a:solidFill>
                  <a:srgbClr val="727070"/>
                </a:solidFill>
                <a:latin typeface="Noto Sans Kr"/>
                <a:ea typeface="Noto Sans Kr"/>
                <a:cs typeface="Noto Sans Kr"/>
                <a:sym typeface="Noto Sans Kr"/>
              </a:rPr>
              <a:t>Lorem ipsum dolor sit amet, consectetur adipiscing elit.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EDEDC"/>
        </a:solidFill>
      </p:bgPr>
    </p:bg>
    <p:spTree>
      <p:nvGrpSpPr>
        <p:cNvPr id="1" name=""/>
        <p:cNvGrpSpPr/>
        <p:nvPr/>
      </p:nvGrpSpPr>
      <p:grpSpPr>
        <a:xfrm>
          <a:off x="0" y="0"/>
          <a:ext cx="0" cy="0"/>
          <a:chOff x="0" y="0"/>
          <a:chExt cx="0" cy="0"/>
        </a:xfrm>
      </p:grpSpPr>
      <p:grpSp>
        <p:nvGrpSpPr>
          <p:cNvPr name="Group 2" id="2"/>
          <p:cNvGrpSpPr/>
          <p:nvPr/>
        </p:nvGrpSpPr>
        <p:grpSpPr>
          <a:xfrm rot="0">
            <a:off x="15014286" y="-196236"/>
            <a:ext cx="3789178" cy="10679472"/>
            <a:chOff x="0" y="0"/>
            <a:chExt cx="5052237" cy="14239296"/>
          </a:xfrm>
        </p:grpSpPr>
        <p:grpSp>
          <p:nvGrpSpPr>
            <p:cNvPr name="Group 3" id="3"/>
            <p:cNvGrpSpPr/>
            <p:nvPr/>
          </p:nvGrpSpPr>
          <p:grpSpPr>
            <a:xfrm rot="0">
              <a:off x="0" y="0"/>
              <a:ext cx="2734307" cy="14239296"/>
              <a:chOff x="0" y="0"/>
              <a:chExt cx="557284" cy="2902136"/>
            </a:xfrm>
          </p:grpSpPr>
          <p:sp>
            <p:nvSpPr>
              <p:cNvPr name="Freeform 4" id="4"/>
              <p:cNvSpPr/>
              <p:nvPr/>
            </p:nvSpPr>
            <p:spPr>
              <a:xfrm flipH="false" flipV="false" rot="0">
                <a:off x="0" y="0"/>
                <a:ext cx="557284" cy="2902136"/>
              </a:xfrm>
              <a:custGeom>
                <a:avLst/>
                <a:gdLst/>
                <a:ahLst/>
                <a:cxnLst/>
                <a:rect r="r" b="b" t="t" l="l"/>
                <a:pathLst>
                  <a:path h="2902136" w="557284">
                    <a:moveTo>
                      <a:pt x="0" y="0"/>
                    </a:moveTo>
                    <a:lnTo>
                      <a:pt x="557284" y="0"/>
                    </a:lnTo>
                    <a:lnTo>
                      <a:pt x="557284" y="2902136"/>
                    </a:lnTo>
                    <a:lnTo>
                      <a:pt x="0" y="2902136"/>
                    </a:lnTo>
                    <a:close/>
                  </a:path>
                </a:pathLst>
              </a:custGeom>
              <a:solidFill>
                <a:srgbClr val="97988E"/>
              </a:solidFill>
            </p:spPr>
          </p:sp>
          <p:sp>
            <p:nvSpPr>
              <p:cNvPr name="TextBox 5" id="5"/>
              <p:cNvSpPr txBox="true"/>
              <p:nvPr/>
            </p:nvSpPr>
            <p:spPr>
              <a:xfrm>
                <a:off x="0" y="-28575"/>
                <a:ext cx="557284" cy="293071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240212" y="0"/>
              <a:ext cx="2812025" cy="14239296"/>
              <a:chOff x="0" y="0"/>
              <a:chExt cx="573124" cy="2902136"/>
            </a:xfrm>
          </p:grpSpPr>
          <p:sp>
            <p:nvSpPr>
              <p:cNvPr name="Freeform 7" id="7"/>
              <p:cNvSpPr/>
              <p:nvPr/>
            </p:nvSpPr>
            <p:spPr>
              <a:xfrm flipH="false" flipV="false" rot="0">
                <a:off x="0" y="0"/>
                <a:ext cx="573124" cy="2902136"/>
              </a:xfrm>
              <a:custGeom>
                <a:avLst/>
                <a:gdLst/>
                <a:ahLst/>
                <a:cxnLst/>
                <a:rect r="r" b="b" t="t" l="l"/>
                <a:pathLst>
                  <a:path h="2902136" w="573124">
                    <a:moveTo>
                      <a:pt x="0" y="0"/>
                    </a:moveTo>
                    <a:lnTo>
                      <a:pt x="573124" y="0"/>
                    </a:lnTo>
                    <a:lnTo>
                      <a:pt x="573124" y="2902136"/>
                    </a:lnTo>
                    <a:lnTo>
                      <a:pt x="0" y="2902136"/>
                    </a:lnTo>
                    <a:close/>
                  </a:path>
                </a:pathLst>
              </a:custGeom>
              <a:solidFill>
                <a:srgbClr val="575849"/>
              </a:solidFill>
            </p:spPr>
          </p:sp>
          <p:sp>
            <p:nvSpPr>
              <p:cNvPr name="TextBox 8" id="8"/>
              <p:cNvSpPr txBox="true"/>
              <p:nvPr/>
            </p:nvSpPr>
            <p:spPr>
              <a:xfrm>
                <a:off x="0" y="-28575"/>
                <a:ext cx="573124" cy="2930711"/>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9" id="9"/>
          <p:cNvGrpSpPr/>
          <p:nvPr/>
        </p:nvGrpSpPr>
        <p:grpSpPr>
          <a:xfrm rot="0">
            <a:off x="755256" y="669002"/>
            <a:ext cx="16777487" cy="8948996"/>
            <a:chOff x="0" y="0"/>
            <a:chExt cx="4418762" cy="2356937"/>
          </a:xfrm>
        </p:grpSpPr>
        <p:sp>
          <p:nvSpPr>
            <p:cNvPr name="Freeform 10" id="10"/>
            <p:cNvSpPr/>
            <p:nvPr/>
          </p:nvSpPr>
          <p:spPr>
            <a:xfrm flipH="false" flipV="false" rot="0">
              <a:off x="0" y="0"/>
              <a:ext cx="4418762" cy="2356937"/>
            </a:xfrm>
            <a:custGeom>
              <a:avLst/>
              <a:gdLst/>
              <a:ahLst/>
              <a:cxnLst/>
              <a:rect r="r" b="b" t="t" l="l"/>
              <a:pathLst>
                <a:path h="2356937" w="4418762">
                  <a:moveTo>
                    <a:pt x="7383" y="0"/>
                  </a:moveTo>
                  <a:lnTo>
                    <a:pt x="4411379" y="0"/>
                  </a:lnTo>
                  <a:cubicBezTo>
                    <a:pt x="4413337" y="0"/>
                    <a:pt x="4415215" y="778"/>
                    <a:pt x="4416599" y="2162"/>
                  </a:cubicBezTo>
                  <a:cubicBezTo>
                    <a:pt x="4417984" y="3547"/>
                    <a:pt x="4418762" y="5425"/>
                    <a:pt x="4418762" y="7383"/>
                  </a:cubicBezTo>
                  <a:lnTo>
                    <a:pt x="4418762" y="2349554"/>
                  </a:lnTo>
                  <a:cubicBezTo>
                    <a:pt x="4418762" y="2351512"/>
                    <a:pt x="4417984" y="2353390"/>
                    <a:pt x="4416599" y="2354775"/>
                  </a:cubicBezTo>
                  <a:cubicBezTo>
                    <a:pt x="4415215" y="2356159"/>
                    <a:pt x="4413337" y="2356937"/>
                    <a:pt x="4411379" y="2356937"/>
                  </a:cubicBezTo>
                  <a:lnTo>
                    <a:pt x="7383" y="2356937"/>
                  </a:lnTo>
                  <a:cubicBezTo>
                    <a:pt x="5425" y="2356937"/>
                    <a:pt x="3547" y="2356159"/>
                    <a:pt x="2162" y="2354775"/>
                  </a:cubicBezTo>
                  <a:cubicBezTo>
                    <a:pt x="778" y="2353390"/>
                    <a:pt x="0" y="2351512"/>
                    <a:pt x="0" y="2349554"/>
                  </a:cubicBezTo>
                  <a:lnTo>
                    <a:pt x="0" y="7383"/>
                  </a:lnTo>
                  <a:cubicBezTo>
                    <a:pt x="0" y="5425"/>
                    <a:pt x="778" y="3547"/>
                    <a:pt x="2162" y="2162"/>
                  </a:cubicBezTo>
                  <a:cubicBezTo>
                    <a:pt x="3547" y="778"/>
                    <a:pt x="5425" y="0"/>
                    <a:pt x="7383" y="0"/>
                  </a:cubicBezTo>
                  <a:close/>
                </a:path>
              </a:pathLst>
            </a:custGeom>
            <a:solidFill>
              <a:srgbClr val="FFFFFF"/>
            </a:solidFill>
            <a:ln w="19050" cap="sq">
              <a:solidFill>
                <a:srgbClr val="231F20"/>
              </a:solidFill>
              <a:prstDash val="solid"/>
              <a:miter/>
            </a:ln>
          </p:spPr>
        </p:sp>
        <p:sp>
          <p:nvSpPr>
            <p:cNvPr name="TextBox 11" id="11"/>
            <p:cNvSpPr txBox="true"/>
            <p:nvPr/>
          </p:nvSpPr>
          <p:spPr>
            <a:xfrm>
              <a:off x="0" y="-28575"/>
              <a:ext cx="4418762" cy="238551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7752061" y="9358829"/>
            <a:ext cx="2783878" cy="518338"/>
            <a:chOff x="0" y="0"/>
            <a:chExt cx="3711838" cy="691117"/>
          </a:xfrm>
        </p:grpSpPr>
        <p:grpSp>
          <p:nvGrpSpPr>
            <p:cNvPr name="Group 13" id="13"/>
            <p:cNvGrpSpPr/>
            <p:nvPr/>
          </p:nvGrpSpPr>
          <p:grpSpPr>
            <a:xfrm rot="0">
              <a:off x="0" y="0"/>
              <a:ext cx="3711838" cy="691117"/>
              <a:chOff x="0" y="0"/>
              <a:chExt cx="807561" cy="150362"/>
            </a:xfrm>
          </p:grpSpPr>
          <p:sp>
            <p:nvSpPr>
              <p:cNvPr name="Freeform 14" id="14"/>
              <p:cNvSpPr/>
              <p:nvPr/>
            </p:nvSpPr>
            <p:spPr>
              <a:xfrm flipH="false" flipV="false" rot="0">
                <a:off x="0" y="0"/>
                <a:ext cx="807561" cy="150362"/>
              </a:xfrm>
              <a:custGeom>
                <a:avLst/>
                <a:gdLst/>
                <a:ahLst/>
                <a:cxnLst/>
                <a:rect r="r" b="b" t="t" l="l"/>
                <a:pathLst>
                  <a:path h="150362" w="807561">
                    <a:moveTo>
                      <a:pt x="37874" y="0"/>
                    </a:moveTo>
                    <a:lnTo>
                      <a:pt x="769688" y="0"/>
                    </a:lnTo>
                    <a:cubicBezTo>
                      <a:pt x="779732" y="0"/>
                      <a:pt x="789366" y="3990"/>
                      <a:pt x="796468" y="11093"/>
                    </a:cubicBezTo>
                    <a:cubicBezTo>
                      <a:pt x="803571" y="18196"/>
                      <a:pt x="807561" y="27829"/>
                      <a:pt x="807561" y="37874"/>
                    </a:cubicBezTo>
                    <a:lnTo>
                      <a:pt x="807561" y="112488"/>
                    </a:lnTo>
                    <a:cubicBezTo>
                      <a:pt x="807561" y="122533"/>
                      <a:pt x="803571" y="132166"/>
                      <a:pt x="796468" y="139269"/>
                    </a:cubicBezTo>
                    <a:cubicBezTo>
                      <a:pt x="789366" y="146372"/>
                      <a:pt x="779732" y="150362"/>
                      <a:pt x="769688" y="150362"/>
                    </a:cubicBezTo>
                    <a:lnTo>
                      <a:pt x="37874" y="150362"/>
                    </a:lnTo>
                    <a:cubicBezTo>
                      <a:pt x="16957" y="150362"/>
                      <a:pt x="0" y="133405"/>
                      <a:pt x="0" y="112488"/>
                    </a:cubicBezTo>
                    <a:lnTo>
                      <a:pt x="0" y="37874"/>
                    </a:lnTo>
                    <a:cubicBezTo>
                      <a:pt x="0" y="27829"/>
                      <a:pt x="3990" y="18196"/>
                      <a:pt x="11093" y="11093"/>
                    </a:cubicBezTo>
                    <a:cubicBezTo>
                      <a:pt x="18196" y="3990"/>
                      <a:pt x="27829" y="0"/>
                      <a:pt x="37874" y="0"/>
                    </a:cubicBezTo>
                    <a:close/>
                  </a:path>
                </a:pathLst>
              </a:custGeom>
              <a:solidFill>
                <a:srgbClr val="545454"/>
              </a:solidFill>
            </p:spPr>
          </p:sp>
          <p:sp>
            <p:nvSpPr>
              <p:cNvPr name="TextBox 15" id="15"/>
              <p:cNvSpPr txBox="true"/>
              <p:nvPr/>
            </p:nvSpPr>
            <p:spPr>
              <a:xfrm>
                <a:off x="0" y="47625"/>
                <a:ext cx="807561" cy="102737"/>
              </a:xfrm>
              <a:prstGeom prst="rect">
                <a:avLst/>
              </a:prstGeom>
            </p:spPr>
            <p:txBody>
              <a:bodyPr anchor="ctr" rtlCol="false" tIns="0" lIns="0" bIns="0" rIns="0"/>
              <a:lstStyle/>
              <a:p>
                <a:pPr algn="ctr">
                  <a:lnSpc>
                    <a:spcPts val="1656"/>
                  </a:lnSpc>
                </a:pPr>
              </a:p>
            </p:txBody>
          </p:sp>
        </p:grpSp>
        <p:sp>
          <p:nvSpPr>
            <p:cNvPr name="TextBox 16" id="16"/>
            <p:cNvSpPr txBox="true"/>
            <p:nvPr/>
          </p:nvSpPr>
          <p:spPr>
            <a:xfrm rot="0">
              <a:off x="76187" y="178552"/>
              <a:ext cx="3559464" cy="314964"/>
            </a:xfrm>
            <a:prstGeom prst="rect">
              <a:avLst/>
            </a:prstGeom>
          </p:spPr>
          <p:txBody>
            <a:bodyPr anchor="t" rtlCol="false" tIns="0" lIns="0" bIns="0" rIns="0">
              <a:spAutoFit/>
            </a:bodyPr>
            <a:lstStyle/>
            <a:p>
              <a:pPr algn="ctr">
                <a:lnSpc>
                  <a:spcPts val="2067"/>
                </a:lnSpc>
              </a:pPr>
              <a:r>
                <a:rPr lang="en-US" sz="1476">
                  <a:solidFill>
                    <a:srgbClr val="F2F2F2"/>
                  </a:solidFill>
                  <a:latin typeface="Noto Sans Kr"/>
                  <a:ea typeface="Noto Sans Kr"/>
                  <a:cs typeface="Noto Sans Kr"/>
                  <a:sym typeface="Noto Sans Kr"/>
                </a:rPr>
                <a:t>www.reallygreatsite.com</a:t>
              </a:r>
            </a:p>
          </p:txBody>
        </p:sp>
      </p:grpSp>
      <p:grpSp>
        <p:nvGrpSpPr>
          <p:cNvPr name="Group 17" id="17"/>
          <p:cNvGrpSpPr/>
          <p:nvPr/>
        </p:nvGrpSpPr>
        <p:grpSpPr>
          <a:xfrm rot="0">
            <a:off x="12729466" y="5954183"/>
            <a:ext cx="3795551" cy="757133"/>
            <a:chOff x="0" y="0"/>
            <a:chExt cx="5060735" cy="1009511"/>
          </a:xfrm>
        </p:grpSpPr>
        <p:grpSp>
          <p:nvGrpSpPr>
            <p:cNvPr name="Group 18" id="18"/>
            <p:cNvGrpSpPr/>
            <p:nvPr/>
          </p:nvGrpSpPr>
          <p:grpSpPr>
            <a:xfrm rot="0">
              <a:off x="0" y="152564"/>
              <a:ext cx="4979106" cy="856947"/>
              <a:chOff x="0" y="0"/>
              <a:chExt cx="885370" cy="152380"/>
            </a:xfrm>
          </p:grpSpPr>
          <p:sp>
            <p:nvSpPr>
              <p:cNvPr name="Freeform 19" id="19"/>
              <p:cNvSpPr/>
              <p:nvPr/>
            </p:nvSpPr>
            <p:spPr>
              <a:xfrm flipH="false" flipV="false" rot="0">
                <a:off x="0" y="0"/>
                <a:ext cx="885370" cy="152380"/>
              </a:xfrm>
              <a:custGeom>
                <a:avLst/>
                <a:gdLst/>
                <a:ahLst/>
                <a:cxnLst/>
                <a:rect r="r" b="b" t="t" l="l"/>
                <a:pathLst>
                  <a:path h="152380" w="885370">
                    <a:moveTo>
                      <a:pt x="0" y="0"/>
                    </a:moveTo>
                    <a:lnTo>
                      <a:pt x="885370" y="0"/>
                    </a:lnTo>
                    <a:lnTo>
                      <a:pt x="885370" y="152380"/>
                    </a:lnTo>
                    <a:lnTo>
                      <a:pt x="0" y="152380"/>
                    </a:lnTo>
                    <a:close/>
                  </a:path>
                </a:pathLst>
              </a:custGeom>
              <a:solidFill>
                <a:srgbClr val="50504E"/>
              </a:solidFill>
            </p:spPr>
          </p:sp>
          <p:sp>
            <p:nvSpPr>
              <p:cNvPr name="TextBox 20" id="20"/>
              <p:cNvSpPr txBox="true"/>
              <p:nvPr/>
            </p:nvSpPr>
            <p:spPr>
              <a:xfrm>
                <a:off x="0" y="-38100"/>
                <a:ext cx="885370" cy="190480"/>
              </a:xfrm>
              <a:prstGeom prst="rect">
                <a:avLst/>
              </a:prstGeom>
            </p:spPr>
            <p:txBody>
              <a:bodyPr anchor="ctr" rtlCol="false" tIns="49237" lIns="49237" bIns="49237" rIns="49237"/>
              <a:lstStyle/>
              <a:p>
                <a:pPr algn="ctr">
                  <a:lnSpc>
                    <a:spcPts val="2799"/>
                  </a:lnSpc>
                </a:pPr>
              </a:p>
            </p:txBody>
          </p:sp>
        </p:grpSp>
        <p:grpSp>
          <p:nvGrpSpPr>
            <p:cNvPr name="Group 21" id="21"/>
            <p:cNvGrpSpPr/>
            <p:nvPr/>
          </p:nvGrpSpPr>
          <p:grpSpPr>
            <a:xfrm rot="0">
              <a:off x="81629" y="0"/>
              <a:ext cx="4979106" cy="908950"/>
              <a:chOff x="0" y="0"/>
              <a:chExt cx="885370" cy="161627"/>
            </a:xfrm>
          </p:grpSpPr>
          <p:sp>
            <p:nvSpPr>
              <p:cNvPr name="Freeform 22" id="22"/>
              <p:cNvSpPr/>
              <p:nvPr/>
            </p:nvSpPr>
            <p:spPr>
              <a:xfrm flipH="false" flipV="false" rot="0">
                <a:off x="0" y="0"/>
                <a:ext cx="885370" cy="161627"/>
              </a:xfrm>
              <a:custGeom>
                <a:avLst/>
                <a:gdLst/>
                <a:ahLst/>
                <a:cxnLst/>
                <a:rect r="r" b="b" t="t" l="l"/>
                <a:pathLst>
                  <a:path h="161627" w="885370">
                    <a:moveTo>
                      <a:pt x="0" y="0"/>
                    </a:moveTo>
                    <a:lnTo>
                      <a:pt x="885370" y="0"/>
                    </a:lnTo>
                    <a:lnTo>
                      <a:pt x="885370" y="161627"/>
                    </a:lnTo>
                    <a:lnTo>
                      <a:pt x="0" y="161627"/>
                    </a:lnTo>
                    <a:close/>
                  </a:path>
                </a:pathLst>
              </a:custGeom>
              <a:solidFill>
                <a:srgbClr val="79816B"/>
              </a:solidFill>
            </p:spPr>
          </p:sp>
          <p:sp>
            <p:nvSpPr>
              <p:cNvPr name="TextBox 23" id="23"/>
              <p:cNvSpPr txBox="true"/>
              <p:nvPr/>
            </p:nvSpPr>
            <p:spPr>
              <a:xfrm>
                <a:off x="0" y="-38100"/>
                <a:ext cx="885370" cy="199727"/>
              </a:xfrm>
              <a:prstGeom prst="rect">
                <a:avLst/>
              </a:prstGeom>
            </p:spPr>
            <p:txBody>
              <a:bodyPr anchor="ctr" rtlCol="false" tIns="49237" lIns="49237" bIns="49237" rIns="49237"/>
              <a:lstStyle/>
              <a:p>
                <a:pPr algn="ctr">
                  <a:lnSpc>
                    <a:spcPts val="2799"/>
                  </a:lnSpc>
                </a:pPr>
              </a:p>
            </p:txBody>
          </p:sp>
        </p:grpSp>
      </p:grpSp>
      <p:sp>
        <p:nvSpPr>
          <p:cNvPr name="Freeform 24" id="24"/>
          <p:cNvSpPr/>
          <p:nvPr/>
        </p:nvSpPr>
        <p:spPr>
          <a:xfrm flipH="false" flipV="false" rot="0">
            <a:off x="12729466" y="7798290"/>
            <a:ext cx="378220" cy="378220"/>
          </a:xfrm>
          <a:custGeom>
            <a:avLst/>
            <a:gdLst/>
            <a:ahLst/>
            <a:cxnLst/>
            <a:rect r="r" b="b" t="t" l="l"/>
            <a:pathLst>
              <a:path h="378220" w="378220">
                <a:moveTo>
                  <a:pt x="0" y="0"/>
                </a:moveTo>
                <a:lnTo>
                  <a:pt x="378220" y="0"/>
                </a:lnTo>
                <a:lnTo>
                  <a:pt x="378220" y="378221"/>
                </a:lnTo>
                <a:lnTo>
                  <a:pt x="0" y="3782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12729466" y="7040778"/>
            <a:ext cx="378220" cy="378220"/>
          </a:xfrm>
          <a:custGeom>
            <a:avLst/>
            <a:gdLst/>
            <a:ahLst/>
            <a:cxnLst/>
            <a:rect r="r" b="b" t="t" l="l"/>
            <a:pathLst>
              <a:path h="378220" w="378220">
                <a:moveTo>
                  <a:pt x="0" y="0"/>
                </a:moveTo>
                <a:lnTo>
                  <a:pt x="378220" y="0"/>
                </a:lnTo>
                <a:lnTo>
                  <a:pt x="378220" y="378220"/>
                </a:lnTo>
                <a:lnTo>
                  <a:pt x="0" y="3782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12732194" y="8531355"/>
            <a:ext cx="375492" cy="375492"/>
          </a:xfrm>
          <a:custGeom>
            <a:avLst/>
            <a:gdLst/>
            <a:ahLst/>
            <a:cxnLst/>
            <a:rect r="r" b="b" t="t" l="l"/>
            <a:pathLst>
              <a:path h="375492" w="375492">
                <a:moveTo>
                  <a:pt x="0" y="0"/>
                </a:moveTo>
                <a:lnTo>
                  <a:pt x="375492" y="0"/>
                </a:lnTo>
                <a:lnTo>
                  <a:pt x="375492" y="375492"/>
                </a:lnTo>
                <a:lnTo>
                  <a:pt x="0" y="3754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3340855" y="6983628"/>
            <a:ext cx="2224576" cy="358810"/>
          </a:xfrm>
          <a:prstGeom prst="rect">
            <a:avLst/>
          </a:prstGeom>
        </p:spPr>
        <p:txBody>
          <a:bodyPr anchor="t" rtlCol="false" tIns="0" lIns="0" bIns="0" rIns="0">
            <a:spAutoFit/>
          </a:bodyPr>
          <a:lstStyle/>
          <a:p>
            <a:pPr algn="l">
              <a:lnSpc>
                <a:spcPts val="2798"/>
              </a:lnSpc>
            </a:pPr>
            <a:r>
              <a:rPr lang="en-US" sz="1998">
                <a:solidFill>
                  <a:srgbClr val="3E4047"/>
                </a:solidFill>
                <a:latin typeface="Poppins"/>
                <a:ea typeface="Poppins"/>
                <a:cs typeface="Poppins"/>
                <a:sym typeface="Poppins"/>
              </a:rPr>
              <a:t>123-456-7890</a:t>
            </a:r>
          </a:p>
        </p:txBody>
      </p:sp>
      <p:sp>
        <p:nvSpPr>
          <p:cNvPr name="TextBox 28" id="28"/>
          <p:cNvSpPr txBox="true"/>
          <p:nvPr/>
        </p:nvSpPr>
        <p:spPr>
          <a:xfrm rot="0">
            <a:off x="13338236" y="8501614"/>
            <a:ext cx="3500755" cy="368300"/>
          </a:xfrm>
          <a:prstGeom prst="rect">
            <a:avLst/>
          </a:prstGeom>
        </p:spPr>
        <p:txBody>
          <a:bodyPr anchor="t" rtlCol="false" tIns="0" lIns="0" bIns="0" rIns="0">
            <a:spAutoFit/>
          </a:bodyPr>
          <a:lstStyle/>
          <a:p>
            <a:pPr algn="l">
              <a:lnSpc>
                <a:spcPts val="2800"/>
              </a:lnSpc>
            </a:pPr>
            <a:r>
              <a:rPr lang="en-US" sz="2000">
                <a:solidFill>
                  <a:srgbClr val="3E4047"/>
                </a:solidFill>
                <a:latin typeface="Poppins"/>
                <a:ea typeface="Poppins"/>
                <a:cs typeface="Poppins"/>
                <a:sym typeface="Poppins"/>
              </a:rPr>
              <a:t> www. reallygreatsite.com</a:t>
            </a:r>
          </a:p>
        </p:txBody>
      </p:sp>
      <p:sp>
        <p:nvSpPr>
          <p:cNvPr name="TextBox 29" id="29"/>
          <p:cNvSpPr txBox="true"/>
          <p:nvPr/>
        </p:nvSpPr>
        <p:spPr>
          <a:xfrm rot="0">
            <a:off x="13340855" y="7769913"/>
            <a:ext cx="3498136" cy="368300"/>
          </a:xfrm>
          <a:prstGeom prst="rect">
            <a:avLst/>
          </a:prstGeom>
        </p:spPr>
        <p:txBody>
          <a:bodyPr anchor="t" rtlCol="false" tIns="0" lIns="0" bIns="0" rIns="0">
            <a:spAutoFit/>
          </a:bodyPr>
          <a:lstStyle/>
          <a:p>
            <a:pPr algn="l">
              <a:lnSpc>
                <a:spcPts val="2800"/>
              </a:lnSpc>
            </a:pPr>
            <a:r>
              <a:rPr lang="en-US" sz="2000">
                <a:solidFill>
                  <a:srgbClr val="3E4047"/>
                </a:solidFill>
                <a:latin typeface="Poppins"/>
                <a:ea typeface="Poppins"/>
                <a:cs typeface="Poppins"/>
                <a:sym typeface="Poppins"/>
              </a:rPr>
              <a:t>hello@reallygreatsite.com</a:t>
            </a:r>
          </a:p>
        </p:txBody>
      </p:sp>
      <p:sp>
        <p:nvSpPr>
          <p:cNvPr name="TextBox 30" id="30"/>
          <p:cNvSpPr txBox="true"/>
          <p:nvPr/>
        </p:nvSpPr>
        <p:spPr>
          <a:xfrm rot="0">
            <a:off x="13422229" y="6052715"/>
            <a:ext cx="2488601" cy="483870"/>
          </a:xfrm>
          <a:prstGeom prst="rect">
            <a:avLst/>
          </a:prstGeom>
        </p:spPr>
        <p:txBody>
          <a:bodyPr anchor="t" rtlCol="false" tIns="0" lIns="0" bIns="0" rIns="0">
            <a:spAutoFit/>
          </a:bodyPr>
          <a:lstStyle/>
          <a:p>
            <a:pPr algn="ctr">
              <a:lnSpc>
                <a:spcPts val="3779"/>
              </a:lnSpc>
            </a:pPr>
            <a:r>
              <a:rPr lang="en-US" sz="2700" b="true">
                <a:solidFill>
                  <a:srgbClr val="FFFFFF"/>
                </a:solidFill>
                <a:latin typeface="Poppins Bold"/>
                <a:ea typeface="Poppins Bold"/>
                <a:cs typeface="Poppins Bold"/>
                <a:sym typeface="Poppins Bold"/>
              </a:rPr>
              <a:t>CONTACT</a:t>
            </a:r>
          </a:p>
        </p:txBody>
      </p:sp>
      <p:sp>
        <p:nvSpPr>
          <p:cNvPr name="TextBox 31" id="31"/>
          <p:cNvSpPr txBox="true"/>
          <p:nvPr/>
        </p:nvSpPr>
        <p:spPr>
          <a:xfrm rot="0">
            <a:off x="1504981" y="1410548"/>
            <a:ext cx="4628523" cy="1111250"/>
          </a:xfrm>
          <a:prstGeom prst="rect">
            <a:avLst/>
          </a:prstGeom>
        </p:spPr>
        <p:txBody>
          <a:bodyPr anchor="t" rtlCol="false" tIns="0" lIns="0" bIns="0" rIns="0">
            <a:spAutoFit/>
          </a:bodyPr>
          <a:lstStyle/>
          <a:p>
            <a:pPr algn="l">
              <a:lnSpc>
                <a:spcPts val="9100"/>
              </a:lnSpc>
            </a:pPr>
            <a:r>
              <a:rPr lang="en-US" sz="6500">
                <a:solidFill>
                  <a:srgbClr val="3E4047"/>
                </a:solidFill>
                <a:latin typeface="Tlab 레트로라이프"/>
                <a:ea typeface="Tlab 레트로라이프"/>
                <a:cs typeface="Tlab 레트로라이프"/>
                <a:sym typeface="Tlab 레트로라이프"/>
              </a:rPr>
              <a:t>감사합니다</a:t>
            </a:r>
          </a:p>
        </p:txBody>
      </p:sp>
      <p:sp>
        <p:nvSpPr>
          <p:cNvPr name="TextBox 32" id="32"/>
          <p:cNvSpPr txBox="true"/>
          <p:nvPr/>
        </p:nvSpPr>
        <p:spPr>
          <a:xfrm rot="0">
            <a:off x="1504981" y="2493519"/>
            <a:ext cx="3325053" cy="792662"/>
          </a:xfrm>
          <a:prstGeom prst="rect">
            <a:avLst/>
          </a:prstGeom>
        </p:spPr>
        <p:txBody>
          <a:bodyPr anchor="t" rtlCol="false" tIns="0" lIns="0" bIns="0" rIns="0">
            <a:spAutoFit/>
          </a:bodyPr>
          <a:lstStyle/>
          <a:p>
            <a:pPr algn="l">
              <a:lnSpc>
                <a:spcPts val="6184"/>
              </a:lnSpc>
            </a:pPr>
            <a:r>
              <a:rPr lang="en-US" sz="4417" i="true">
                <a:solidFill>
                  <a:srgbClr val="A6A6A6"/>
                </a:solidFill>
                <a:latin typeface="Poppins Italics"/>
                <a:ea typeface="Poppins Italics"/>
                <a:cs typeface="Poppins Italics"/>
                <a:sym typeface="Poppins Italics"/>
              </a:rPr>
              <a:t>Thank you</a:t>
            </a:r>
          </a:p>
        </p:txBody>
      </p:sp>
      <p:sp>
        <p:nvSpPr>
          <p:cNvPr name="TextBox 33" id="33"/>
          <p:cNvSpPr txBox="true"/>
          <p:nvPr/>
        </p:nvSpPr>
        <p:spPr>
          <a:xfrm rot="0">
            <a:off x="13419589" y="4931194"/>
            <a:ext cx="3419401" cy="508943"/>
          </a:xfrm>
          <a:prstGeom prst="rect">
            <a:avLst/>
          </a:prstGeom>
        </p:spPr>
        <p:txBody>
          <a:bodyPr anchor="t" rtlCol="false" tIns="0" lIns="0" bIns="0" rIns="0">
            <a:spAutoFit/>
          </a:bodyPr>
          <a:lstStyle/>
          <a:p>
            <a:pPr algn="l">
              <a:lnSpc>
                <a:spcPts val="3973"/>
              </a:lnSpc>
            </a:pPr>
            <a:r>
              <a:rPr lang="en-US" sz="2837" b="true">
                <a:solidFill>
                  <a:srgbClr val="231F20"/>
                </a:solidFill>
                <a:latin typeface="Poppins Bold"/>
                <a:ea typeface="Poppins Bold"/>
                <a:cs typeface="Poppins Bold"/>
                <a:sym typeface="Poppins Bold"/>
              </a:rPr>
              <a:t>SALFO</a:t>
            </a:r>
            <a:r>
              <a:rPr lang="en-US" b="true" sz="2837">
                <a:solidFill>
                  <a:srgbClr val="231F20"/>
                </a:solidFill>
                <a:latin typeface="Poppins Bold"/>
                <a:ea typeface="Poppins Bold"/>
                <a:cs typeface="Poppins Bold"/>
                <a:sym typeface="Poppins Bold"/>
              </a:rPr>
              <a:t>RD &amp; CO.</a:t>
            </a:r>
          </a:p>
        </p:txBody>
      </p:sp>
      <p:sp>
        <p:nvSpPr>
          <p:cNvPr name="Freeform 34" id="34"/>
          <p:cNvSpPr/>
          <p:nvPr/>
        </p:nvSpPr>
        <p:spPr>
          <a:xfrm flipH="false" flipV="false" rot="0">
            <a:off x="12893875" y="5016919"/>
            <a:ext cx="427621" cy="410517"/>
          </a:xfrm>
          <a:custGeom>
            <a:avLst/>
            <a:gdLst/>
            <a:ahLst/>
            <a:cxnLst/>
            <a:rect r="r" b="b" t="t" l="l"/>
            <a:pathLst>
              <a:path h="410517" w="427621">
                <a:moveTo>
                  <a:pt x="0" y="0"/>
                </a:moveTo>
                <a:lnTo>
                  <a:pt x="427622" y="0"/>
                </a:lnTo>
                <a:lnTo>
                  <a:pt x="427622" y="410516"/>
                </a:lnTo>
                <a:lnTo>
                  <a:pt x="0" y="4105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DAHWYYOjTjk</dc:identifier>
  <dcterms:modified xsi:type="dcterms:W3CDTF">2011-08-01T06:04:30Z</dcterms:modified>
  <cp:revision>1</cp:revision>
  <dc:title>회색 깔끔하고 미니멀한 프로젝트 제안서 프레젠테이션</dc:title>
</cp:coreProperties>
</file>