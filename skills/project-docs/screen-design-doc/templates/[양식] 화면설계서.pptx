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handoutMasterIdLst>
    <p:handoutMasterId r:id="rId12"/>
  </p:handoutMasterIdLst>
  <p:sldIdLst>
    <p:sldId id="256" r:id="rId2"/>
    <p:sldId id="265" r:id="rId3"/>
    <p:sldId id="276" r:id="rId4"/>
    <p:sldId id="275" r:id="rId5"/>
    <p:sldId id="277" r:id="rId6"/>
    <p:sldId id="273" r:id="rId7"/>
    <p:sldId id="274" r:id="rId8"/>
    <p:sldId id="279" r:id="rId10"/>
  </p:sldIdLst>
  <p:sldSz cx="12192000" cy="6858000"/>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cument Title." id="{B68C2B71-D818-4E74-B3D0-24D0F8C917E3}">
          <p14:sldIdLst>
            <p14:sldId id="256"/>
          </p14:sldIdLst>
        </p14:section>
        <p14:section name="document History." id="{FF903505-45CE-4FDE-900C-B7F30543DFE6}">
          <p14:sldIdLst>
            <p14:sldId id="265"/>
            <p14:sldId id="276"/>
            <p14:sldId id="275"/>
            <p14:sldId id="277"/>
            <p14:sldId id="273"/>
            <p14:sldId id="274"/>
            <p14:sldId id="278"/>
            <p14:sldId id="279"/>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enjoyworks" initials="e"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F2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92A87C-AAB4-4837-A6B3-D4D781BEB7A7}" v="33" dt="2019-12-28T09:22:40.226"/>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173" autoAdjust="0"/>
    <p:restoredTop sz="92384" autoAdjust="0"/>
  </p:normalViewPr>
  <p:slideViewPr>
    <p:cSldViewPr>
      <p:cViewPr varScale="1">
        <p:scale>
          <a:sx n="119" d="100"/>
          <a:sy n="119" d="100"/>
        </p:scale>
        <p:origin x="432" y="10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92" d="100"/>
          <a:sy n="92" d="100"/>
        </p:scale>
        <p:origin x="-3732" y="-96"/>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microsoft.com/office/2015/10/relationships/revisionInfo" Target="revisionInfo.xml"/><Relationship Id="rId1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OI JUNHO" userId="2ed797a4709b55ca" providerId="LiveId" clId="{5B745F2D-BA38-4651-B32E-4E733F00C45C}"/>
    <pc:docChg chg="undo custSel addSld delSld modSld modSection">
      <pc:chgData name="CHOI JUNHO" userId="2ed797a4709b55ca" providerId="LiveId" clId="{5B745F2D-BA38-4651-B32E-4E733F00C45C}" dt="2019-10-28T05:35:24.932" v="113" actId="47"/>
      <pc:docMkLst>
        <pc:docMk/>
      </pc:docMkLst>
      <pc:sldChg chg="modSp">
        <pc:chgData name="CHOI JUNHO" userId="2ed797a4709b55ca" providerId="LiveId" clId="{5B745F2D-BA38-4651-B32E-4E733F00C45C}" dt="2019-10-28T05:31:54.468" v="26"/>
        <pc:sldMkLst>
          <pc:docMk/>
          <pc:sldMk cId="2612761801" sldId="256"/>
        </pc:sldMkLst>
        <pc:spChg chg="mod">
          <ac:chgData name="CHOI JUNHO" userId="2ed797a4709b55ca" providerId="LiveId" clId="{5B745F2D-BA38-4651-B32E-4E733F00C45C}" dt="2019-10-28T05:31:54.468" v="26"/>
          <ac:spMkLst>
            <pc:docMk/>
            <pc:sldMk cId="2612761801" sldId="256"/>
            <ac:spMk id="2" creationId="{00000000-0000-0000-0000-000000000000}"/>
          </ac:spMkLst>
        </pc:spChg>
      </pc:sldChg>
      <pc:sldChg chg="modSp">
        <pc:chgData name="CHOI JUNHO" userId="2ed797a4709b55ca" providerId="LiveId" clId="{5B745F2D-BA38-4651-B32E-4E733F00C45C}" dt="2019-10-28T05:32:00.304" v="28" actId="20577"/>
        <pc:sldMkLst>
          <pc:docMk/>
          <pc:sldMk cId="1580783546" sldId="265"/>
        </pc:sldMkLst>
        <pc:graphicFrameChg chg="modGraphic">
          <ac:chgData name="CHOI JUNHO" userId="2ed797a4709b55ca" providerId="LiveId" clId="{5B745F2D-BA38-4651-B32E-4E733F00C45C}" dt="2019-10-28T05:32:00.304" v="28" actId="20577"/>
          <ac:graphicFrameMkLst>
            <pc:docMk/>
            <pc:sldMk cId="1580783546" sldId="265"/>
            <ac:graphicFrameMk id="3" creationId="{00000000-0000-0000-0000-000000000000}"/>
          </ac:graphicFrameMkLst>
        </pc:graphicFrameChg>
      </pc:sldChg>
      <pc:sldChg chg="add del">
        <pc:chgData name="CHOI JUNHO" userId="2ed797a4709b55ca" providerId="LiveId" clId="{5B745F2D-BA38-4651-B32E-4E733F00C45C}" dt="2019-10-28T05:35:24.932" v="113" actId="47"/>
        <pc:sldMkLst>
          <pc:docMk/>
          <pc:sldMk cId="3701024981" sldId="269"/>
        </pc:sldMkLst>
      </pc:sldChg>
      <pc:sldChg chg="del">
        <pc:chgData name="CHOI JUNHO" userId="2ed797a4709b55ca" providerId="LiveId" clId="{5B745F2D-BA38-4651-B32E-4E733F00C45C}" dt="2019-10-28T05:35:24.932" v="113" actId="47"/>
        <pc:sldMkLst>
          <pc:docMk/>
          <pc:sldMk cId="1665297153" sldId="270"/>
        </pc:sldMkLst>
      </pc:sldChg>
      <pc:sldChg chg="del">
        <pc:chgData name="CHOI JUNHO" userId="2ed797a4709b55ca" providerId="LiveId" clId="{5B745F2D-BA38-4651-B32E-4E733F00C45C}" dt="2019-10-28T05:35:24.932" v="113" actId="47"/>
        <pc:sldMkLst>
          <pc:docMk/>
          <pc:sldMk cId="3762929551" sldId="271"/>
        </pc:sldMkLst>
      </pc:sldChg>
      <pc:sldChg chg="del">
        <pc:chgData name="CHOI JUNHO" userId="2ed797a4709b55ca" providerId="LiveId" clId="{5B745F2D-BA38-4651-B32E-4E733F00C45C}" dt="2019-10-28T05:35:24.932" v="113" actId="47"/>
        <pc:sldMkLst>
          <pc:docMk/>
          <pc:sldMk cId="1819313943" sldId="272"/>
        </pc:sldMkLst>
      </pc:sldChg>
      <pc:sldChg chg="addSp delSp modSp add">
        <pc:chgData name="CHOI JUNHO" userId="2ed797a4709b55ca" providerId="LiveId" clId="{5B745F2D-BA38-4651-B32E-4E733F00C45C}" dt="2019-10-28T05:32:14.218" v="30"/>
        <pc:sldMkLst>
          <pc:docMk/>
          <pc:sldMk cId="2611690818" sldId="273"/>
        </pc:sldMkLst>
        <pc:spChg chg="del">
          <ac:chgData name="CHOI JUNHO" userId="2ed797a4709b55ca" providerId="LiveId" clId="{5B745F2D-BA38-4651-B32E-4E733F00C45C}" dt="2019-10-28T05:32:14.218" v="30"/>
          <ac:spMkLst>
            <pc:docMk/>
            <pc:sldMk cId="2611690818" sldId="273"/>
            <ac:spMk id="2" creationId="{1F44A32E-7DE1-4597-97C7-D51D77B4B919}"/>
          </ac:spMkLst>
        </pc:spChg>
        <pc:spChg chg="add mod">
          <ac:chgData name="CHOI JUNHO" userId="2ed797a4709b55ca" providerId="LiveId" clId="{5B745F2D-BA38-4651-B32E-4E733F00C45C}" dt="2019-10-28T05:32:14.218" v="30"/>
          <ac:spMkLst>
            <pc:docMk/>
            <pc:sldMk cId="2611690818" sldId="273"/>
            <ac:spMk id="3" creationId="{683ED0D4-343F-4AC4-936C-4771ADDE3DEC}"/>
          </ac:spMkLst>
        </pc:spChg>
        <pc:spChg chg="add mod">
          <ac:chgData name="CHOI JUNHO" userId="2ed797a4709b55ca" providerId="LiveId" clId="{5B745F2D-BA38-4651-B32E-4E733F00C45C}" dt="2019-10-28T05:32:14.218" v="30"/>
          <ac:spMkLst>
            <pc:docMk/>
            <pc:sldMk cId="2611690818" sldId="273"/>
            <ac:spMk id="4" creationId="{566248F4-75FF-4781-B7FF-A6FE901E2D68}"/>
          </ac:spMkLst>
        </pc:spChg>
      </pc:sldChg>
      <pc:sldChg chg="addSp delSp modSp add">
        <pc:chgData name="CHOI JUNHO" userId="2ed797a4709b55ca" providerId="LiveId" clId="{5B745F2D-BA38-4651-B32E-4E733F00C45C}" dt="2019-10-28T05:33:58.322" v="69" actId="20577"/>
        <pc:sldMkLst>
          <pc:docMk/>
          <pc:sldMk cId="3759879480" sldId="274"/>
        </pc:sldMkLst>
        <pc:spChg chg="del">
          <ac:chgData name="CHOI JUNHO" userId="2ed797a4709b55ca" providerId="LiveId" clId="{5B745F2D-BA38-4651-B32E-4E733F00C45C}" dt="2019-10-28T05:32:19.407" v="32"/>
          <ac:spMkLst>
            <pc:docMk/>
            <pc:sldMk cId="3759879480" sldId="274"/>
            <ac:spMk id="2" creationId="{C4ED3712-2DC9-40C5-8E00-41249F7E522D}"/>
          </ac:spMkLst>
        </pc:spChg>
        <pc:spChg chg="del">
          <ac:chgData name="CHOI JUNHO" userId="2ed797a4709b55ca" providerId="LiveId" clId="{5B745F2D-BA38-4651-B32E-4E733F00C45C}" dt="2019-10-28T05:32:19.407" v="32"/>
          <ac:spMkLst>
            <pc:docMk/>
            <pc:sldMk cId="3759879480" sldId="274"/>
            <ac:spMk id="3" creationId="{B70C63A2-603E-49D4-A0E9-470EDB93C49A}"/>
          </ac:spMkLst>
        </pc:spChg>
        <pc:spChg chg="add mod">
          <ac:chgData name="CHOI JUNHO" userId="2ed797a4709b55ca" providerId="LiveId" clId="{5B745F2D-BA38-4651-B32E-4E733F00C45C}" dt="2019-10-28T05:32:19.407" v="32"/>
          <ac:spMkLst>
            <pc:docMk/>
            <pc:sldMk cId="3759879480" sldId="274"/>
            <ac:spMk id="4" creationId="{32E285E0-25D1-4806-B9DF-3590BD92D435}"/>
          </ac:spMkLst>
        </pc:spChg>
        <pc:spChg chg="add mod">
          <ac:chgData name="CHOI JUNHO" userId="2ed797a4709b55ca" providerId="LiveId" clId="{5B745F2D-BA38-4651-B32E-4E733F00C45C}" dt="2019-10-28T05:32:19.407" v="32"/>
          <ac:spMkLst>
            <pc:docMk/>
            <pc:sldMk cId="3759879480" sldId="274"/>
            <ac:spMk id="5" creationId="{181CE6EC-43A5-4409-9C12-1C3782E8CB22}"/>
          </ac:spMkLst>
        </pc:spChg>
        <pc:spChg chg="add mod">
          <ac:chgData name="CHOI JUNHO" userId="2ed797a4709b55ca" providerId="LiveId" clId="{5B745F2D-BA38-4651-B32E-4E733F00C45C}" dt="2019-10-28T05:32:19.407" v="32"/>
          <ac:spMkLst>
            <pc:docMk/>
            <pc:sldMk cId="3759879480" sldId="274"/>
            <ac:spMk id="6" creationId="{2CAC9F9F-8442-4289-A3DA-F53C3C82C324}"/>
          </ac:spMkLst>
        </pc:spChg>
        <pc:graphicFrameChg chg="add mod modGraphic">
          <ac:chgData name="CHOI JUNHO" userId="2ed797a4709b55ca" providerId="LiveId" clId="{5B745F2D-BA38-4651-B32E-4E733F00C45C}" dt="2019-10-28T05:33:58.322" v="69" actId="20577"/>
          <ac:graphicFrameMkLst>
            <pc:docMk/>
            <pc:sldMk cId="3759879480" sldId="274"/>
            <ac:graphicFrameMk id="7" creationId="{EE672C9C-2796-4CD4-B138-FB14ECB9EFA6}"/>
          </ac:graphicFrameMkLst>
        </pc:graphicFrameChg>
      </pc:sldChg>
      <pc:sldChg chg="modSp add">
        <pc:chgData name="CHOI JUNHO" userId="2ed797a4709b55ca" providerId="LiveId" clId="{5B745F2D-BA38-4651-B32E-4E733F00C45C}" dt="2019-10-28T05:34:28.532" v="85" actId="20577"/>
        <pc:sldMkLst>
          <pc:docMk/>
          <pc:sldMk cId="2688285372" sldId="275"/>
        </pc:sldMkLst>
        <pc:spChg chg="mod">
          <ac:chgData name="CHOI JUNHO" userId="2ed797a4709b55ca" providerId="LiveId" clId="{5B745F2D-BA38-4651-B32E-4E733F00C45C}" dt="2019-10-28T05:34:28.532" v="85" actId="20577"/>
          <ac:spMkLst>
            <pc:docMk/>
            <pc:sldMk cId="2688285372" sldId="275"/>
            <ac:spMk id="2" creationId="{719F2D03-4DCC-42DA-95ED-B3FF360D7F63}"/>
          </ac:spMkLst>
        </pc:spChg>
      </pc:sldChg>
      <pc:sldChg chg="modSp add">
        <pc:chgData name="CHOI JUNHO" userId="2ed797a4709b55ca" providerId="LiveId" clId="{5B745F2D-BA38-4651-B32E-4E733F00C45C}" dt="2019-10-28T05:34:49.385" v="110"/>
        <pc:sldMkLst>
          <pc:docMk/>
          <pc:sldMk cId="3982823181" sldId="276"/>
        </pc:sldMkLst>
        <pc:spChg chg="mod">
          <ac:chgData name="CHOI JUNHO" userId="2ed797a4709b55ca" providerId="LiveId" clId="{5B745F2D-BA38-4651-B32E-4E733F00C45C}" dt="2019-10-28T05:34:49.385" v="110"/>
          <ac:spMkLst>
            <pc:docMk/>
            <pc:sldMk cId="3982823181" sldId="276"/>
            <ac:spMk id="2" creationId="{84FE7BD8-CFC6-4079-BAE3-BDDFC826F1C7}"/>
          </ac:spMkLst>
        </pc:spChg>
      </pc:sldChg>
    </pc:docChg>
  </pc:docChgLst>
  <pc:docChgLst>
    <pc:chgData name="CHOI JUNHO" userId="2ed797a4709b55ca" providerId="LiveId" clId="{5B9CC2E5-527B-4B3B-BD11-698718A29A94}"/>
    <pc:docChg chg="undo redo custSel addSld delSld modSld sldOrd modMainMaster modSection">
      <pc:chgData name="CHOI JUNHO" userId="2ed797a4709b55ca" providerId="LiveId" clId="{5B9CC2E5-527B-4B3B-BD11-698718A29A94}" dt="2019-10-28T03:27:06.874" v="5463" actId="20577"/>
      <pc:docMkLst>
        <pc:docMk/>
      </pc:docMkLst>
      <pc:sldChg chg="modSp">
        <pc:chgData name="CHOI JUNHO" userId="2ed797a4709b55ca" providerId="LiveId" clId="{5B9CC2E5-527B-4B3B-BD11-698718A29A94}" dt="2019-10-28T02:41:35.944" v="5311" actId="20577"/>
        <pc:sldMkLst>
          <pc:docMk/>
          <pc:sldMk cId="2612761801" sldId="256"/>
        </pc:sldMkLst>
        <pc:spChg chg="mod">
          <ac:chgData name="CHOI JUNHO" userId="2ed797a4709b55ca" providerId="LiveId" clId="{5B9CC2E5-527B-4B3B-BD11-698718A29A94}" dt="2019-10-25T05:28:49.426" v="41" actId="20577"/>
          <ac:spMkLst>
            <pc:docMk/>
            <pc:sldMk cId="2612761801" sldId="256"/>
            <ac:spMk id="2" creationId="{00000000-0000-0000-0000-000000000000}"/>
          </ac:spMkLst>
        </pc:spChg>
        <pc:spChg chg="mod">
          <ac:chgData name="CHOI JUNHO" userId="2ed797a4709b55ca" providerId="LiveId" clId="{5B9CC2E5-527B-4B3B-BD11-698718A29A94}" dt="2019-10-28T02:41:32.910" v="5309" actId="20577"/>
          <ac:spMkLst>
            <pc:docMk/>
            <pc:sldMk cId="2612761801" sldId="256"/>
            <ac:spMk id="3" creationId="{00000000-0000-0000-0000-000000000000}"/>
          </ac:spMkLst>
        </pc:spChg>
        <pc:spChg chg="mod">
          <ac:chgData name="CHOI JUNHO" userId="2ed797a4709b55ca" providerId="LiveId" clId="{5B9CC2E5-527B-4B3B-BD11-698718A29A94}" dt="2019-10-28T02:41:35.944" v="5311" actId="20577"/>
          <ac:spMkLst>
            <pc:docMk/>
            <pc:sldMk cId="2612761801" sldId="256"/>
            <ac:spMk id="4" creationId="{00000000-0000-0000-0000-000000000000}"/>
          </ac:spMkLst>
        </pc:spChg>
      </pc:sldChg>
      <pc:sldChg chg="modSp">
        <pc:chgData name="CHOI JUNHO" userId="2ed797a4709b55ca" providerId="LiveId" clId="{5B9CC2E5-527B-4B3B-BD11-698718A29A94}" dt="2019-10-28T02:09:29.962" v="4609" actId="20577"/>
        <pc:sldMkLst>
          <pc:docMk/>
          <pc:sldMk cId="1580783546" sldId="265"/>
        </pc:sldMkLst>
        <pc:graphicFrameChg chg="mod modGraphic">
          <ac:chgData name="CHOI JUNHO" userId="2ed797a4709b55ca" providerId="LiveId" clId="{5B9CC2E5-527B-4B3B-BD11-698718A29A94}" dt="2019-10-28T02:09:29.962" v="4609" actId="20577"/>
          <ac:graphicFrameMkLst>
            <pc:docMk/>
            <pc:sldMk cId="1580783546" sldId="265"/>
            <ac:graphicFrameMk id="3" creationId="{00000000-0000-0000-0000-000000000000}"/>
          </ac:graphicFrameMkLst>
        </pc:graphicFrameChg>
      </pc:sldChg>
      <pc:sldChg chg="del">
        <pc:chgData name="CHOI JUNHO" userId="2ed797a4709b55ca" providerId="LiveId" clId="{5B9CC2E5-527B-4B3B-BD11-698718A29A94}" dt="2019-10-25T05:34:48.790" v="78" actId="47"/>
        <pc:sldMkLst>
          <pc:docMk/>
          <pc:sldMk cId="2062586716" sldId="266"/>
        </pc:sldMkLst>
      </pc:sldChg>
      <pc:sldChg chg="del">
        <pc:chgData name="CHOI JUNHO" userId="2ed797a4709b55ca" providerId="LiveId" clId="{5B9CC2E5-527B-4B3B-BD11-698718A29A94}" dt="2019-10-25T05:40:58.848" v="207" actId="47"/>
        <pc:sldMkLst>
          <pc:docMk/>
          <pc:sldMk cId="3410021434" sldId="268"/>
        </pc:sldMkLst>
      </pc:sldChg>
      <pc:sldChg chg="addSp delSp modSp">
        <pc:chgData name="CHOI JUNHO" userId="2ed797a4709b55ca" providerId="LiveId" clId="{5B9CC2E5-527B-4B3B-BD11-698718A29A94}" dt="2019-10-28T03:20:10.775" v="5391" actId="20577"/>
        <pc:sldMkLst>
          <pc:docMk/>
          <pc:sldMk cId="3701024981" sldId="269"/>
        </pc:sldMkLst>
        <pc:spChg chg="add mod">
          <ac:chgData name="CHOI JUNHO" userId="2ed797a4709b55ca" providerId="LiveId" clId="{5B9CC2E5-527B-4B3B-BD11-698718A29A94}" dt="2019-10-28T02:41:00.705" v="5307" actId="20577"/>
          <ac:spMkLst>
            <pc:docMk/>
            <pc:sldMk cId="3701024981" sldId="269"/>
            <ac:spMk id="2" creationId="{36AF629D-FB61-4D28-BFE2-97D677950051}"/>
          </ac:spMkLst>
        </pc:spChg>
        <pc:spChg chg="del">
          <ac:chgData name="CHOI JUNHO" userId="2ed797a4709b55ca" providerId="LiveId" clId="{5B9CC2E5-527B-4B3B-BD11-698718A29A94}" dt="2019-10-25T05:35:07.663" v="79"/>
          <ac:spMkLst>
            <pc:docMk/>
            <pc:sldMk cId="3701024981" sldId="269"/>
            <ac:spMk id="3" creationId="{65F7457F-4620-4562-AF63-E7375A57B072}"/>
          </ac:spMkLst>
        </pc:spChg>
        <pc:spChg chg="del">
          <ac:chgData name="CHOI JUNHO" userId="2ed797a4709b55ca" providerId="LiveId" clId="{5B9CC2E5-527B-4B3B-BD11-698718A29A94}" dt="2019-10-25T05:35:07.663" v="79"/>
          <ac:spMkLst>
            <pc:docMk/>
            <pc:sldMk cId="3701024981" sldId="269"/>
            <ac:spMk id="4" creationId="{507C99A5-3590-44FD-BEAC-43B85A23CB0E}"/>
          </ac:spMkLst>
        </pc:spChg>
        <pc:spChg chg="add del">
          <ac:chgData name="CHOI JUNHO" userId="2ed797a4709b55ca" providerId="LiveId" clId="{5B9CC2E5-527B-4B3B-BD11-698718A29A94}" dt="2019-10-25T05:39:43.091" v="160"/>
          <ac:spMkLst>
            <pc:docMk/>
            <pc:sldMk cId="3701024981" sldId="269"/>
            <ac:spMk id="5" creationId="{5145081E-4771-48D7-B843-7C0EDD8FC0E6}"/>
          </ac:spMkLst>
        </pc:spChg>
        <pc:spChg chg="add del">
          <ac:chgData name="CHOI JUNHO" userId="2ed797a4709b55ca" providerId="LiveId" clId="{5B9CC2E5-527B-4B3B-BD11-698718A29A94}" dt="2019-10-25T05:39:43.091" v="160"/>
          <ac:spMkLst>
            <pc:docMk/>
            <pc:sldMk cId="3701024981" sldId="269"/>
            <ac:spMk id="6" creationId="{89FE9FFD-2AB7-417C-987B-49BB3F312345}"/>
          </ac:spMkLst>
        </pc:spChg>
        <pc:spChg chg="add del">
          <ac:chgData name="CHOI JUNHO" userId="2ed797a4709b55ca" providerId="LiveId" clId="{5B9CC2E5-527B-4B3B-BD11-698718A29A94}" dt="2019-10-25T05:39:43.091" v="160"/>
          <ac:spMkLst>
            <pc:docMk/>
            <pc:sldMk cId="3701024981" sldId="269"/>
            <ac:spMk id="8" creationId="{556D1A3A-A361-43DA-BD2A-904CD5D7E973}"/>
          </ac:spMkLst>
        </pc:spChg>
        <pc:spChg chg="add del">
          <ac:chgData name="CHOI JUNHO" userId="2ed797a4709b55ca" providerId="LiveId" clId="{5B9CC2E5-527B-4B3B-BD11-698718A29A94}" dt="2019-10-25T05:39:43.091" v="160"/>
          <ac:spMkLst>
            <pc:docMk/>
            <pc:sldMk cId="3701024981" sldId="269"/>
            <ac:spMk id="9" creationId="{0A8EE39D-C58C-45D8-A6C8-5056CF02B240}"/>
          </ac:spMkLst>
        </pc:spChg>
        <pc:spChg chg="add del">
          <ac:chgData name="CHOI JUNHO" userId="2ed797a4709b55ca" providerId="LiveId" clId="{5B9CC2E5-527B-4B3B-BD11-698718A29A94}" dt="2019-10-25T05:39:43.091" v="160"/>
          <ac:spMkLst>
            <pc:docMk/>
            <pc:sldMk cId="3701024981" sldId="269"/>
            <ac:spMk id="12" creationId="{C6F82A83-96E3-4214-B91A-3F3A4A805C1C}"/>
          </ac:spMkLst>
        </pc:spChg>
        <pc:spChg chg="add del">
          <ac:chgData name="CHOI JUNHO" userId="2ed797a4709b55ca" providerId="LiveId" clId="{5B9CC2E5-527B-4B3B-BD11-698718A29A94}" dt="2019-10-25T05:39:43.091" v="160"/>
          <ac:spMkLst>
            <pc:docMk/>
            <pc:sldMk cId="3701024981" sldId="269"/>
            <ac:spMk id="13" creationId="{73501E48-BF00-4815-BF8D-4081062FF5BB}"/>
          </ac:spMkLst>
        </pc:spChg>
        <pc:spChg chg="add del">
          <ac:chgData name="CHOI JUNHO" userId="2ed797a4709b55ca" providerId="LiveId" clId="{5B9CC2E5-527B-4B3B-BD11-698718A29A94}" dt="2019-10-25T05:39:43.091" v="160"/>
          <ac:spMkLst>
            <pc:docMk/>
            <pc:sldMk cId="3701024981" sldId="269"/>
            <ac:spMk id="15" creationId="{3DD71670-A97D-4014-8C05-C719A2B442F2}"/>
          </ac:spMkLst>
        </pc:spChg>
        <pc:spChg chg="add del">
          <ac:chgData name="CHOI JUNHO" userId="2ed797a4709b55ca" providerId="LiveId" clId="{5B9CC2E5-527B-4B3B-BD11-698718A29A94}" dt="2019-10-25T05:39:43.091" v="160"/>
          <ac:spMkLst>
            <pc:docMk/>
            <pc:sldMk cId="3701024981" sldId="269"/>
            <ac:spMk id="19" creationId="{052DA4C1-5125-41CB-BF5C-159ED1401FF2}"/>
          </ac:spMkLst>
        </pc:spChg>
        <pc:spChg chg="add del">
          <ac:chgData name="CHOI JUNHO" userId="2ed797a4709b55ca" providerId="LiveId" clId="{5B9CC2E5-527B-4B3B-BD11-698718A29A94}" dt="2019-10-25T05:39:43.091" v="160"/>
          <ac:spMkLst>
            <pc:docMk/>
            <pc:sldMk cId="3701024981" sldId="269"/>
            <ac:spMk id="20" creationId="{FEBE2C58-40AC-49DC-BF3E-5C30B79FD8BE}"/>
          </ac:spMkLst>
        </pc:spChg>
        <pc:spChg chg="add del">
          <ac:chgData name="CHOI JUNHO" userId="2ed797a4709b55ca" providerId="LiveId" clId="{5B9CC2E5-527B-4B3B-BD11-698718A29A94}" dt="2019-10-25T05:39:43.091" v="160"/>
          <ac:spMkLst>
            <pc:docMk/>
            <pc:sldMk cId="3701024981" sldId="269"/>
            <ac:spMk id="23" creationId="{768898F2-EDF3-44B0-B878-8E021752DFE2}"/>
          </ac:spMkLst>
        </pc:spChg>
        <pc:spChg chg="add del">
          <ac:chgData name="CHOI JUNHO" userId="2ed797a4709b55ca" providerId="LiveId" clId="{5B9CC2E5-527B-4B3B-BD11-698718A29A94}" dt="2019-10-25T05:39:43.091" v="160"/>
          <ac:spMkLst>
            <pc:docMk/>
            <pc:sldMk cId="3701024981" sldId="269"/>
            <ac:spMk id="24" creationId="{943810F6-496E-4C2F-B4F5-0ADDD08235FF}"/>
          </ac:spMkLst>
        </pc:spChg>
        <pc:spChg chg="add del">
          <ac:chgData name="CHOI JUNHO" userId="2ed797a4709b55ca" providerId="LiveId" clId="{5B9CC2E5-527B-4B3B-BD11-698718A29A94}" dt="2019-10-25T05:39:43.091" v="160"/>
          <ac:spMkLst>
            <pc:docMk/>
            <pc:sldMk cId="3701024981" sldId="269"/>
            <ac:spMk id="30" creationId="{5F50FBDD-3D79-4D4B-ADB7-1FDC8177D977}"/>
          </ac:spMkLst>
        </pc:spChg>
        <pc:spChg chg="add del">
          <ac:chgData name="CHOI JUNHO" userId="2ed797a4709b55ca" providerId="LiveId" clId="{5B9CC2E5-527B-4B3B-BD11-698718A29A94}" dt="2019-10-25T05:39:43.091" v="160"/>
          <ac:spMkLst>
            <pc:docMk/>
            <pc:sldMk cId="3701024981" sldId="269"/>
            <ac:spMk id="31" creationId="{FAB757FE-89CE-4D56-923F-248C75D4BD54}"/>
          </ac:spMkLst>
        </pc:spChg>
        <pc:spChg chg="add del">
          <ac:chgData name="CHOI JUNHO" userId="2ed797a4709b55ca" providerId="LiveId" clId="{5B9CC2E5-527B-4B3B-BD11-698718A29A94}" dt="2019-10-25T05:39:43.091" v="160"/>
          <ac:spMkLst>
            <pc:docMk/>
            <pc:sldMk cId="3701024981" sldId="269"/>
            <ac:spMk id="32" creationId="{9B045D37-0F5A-47F1-8BF1-91FAB99C0447}"/>
          </ac:spMkLst>
        </pc:spChg>
        <pc:spChg chg="add del">
          <ac:chgData name="CHOI JUNHO" userId="2ed797a4709b55ca" providerId="LiveId" clId="{5B9CC2E5-527B-4B3B-BD11-698718A29A94}" dt="2019-10-25T05:39:43.091" v="160"/>
          <ac:spMkLst>
            <pc:docMk/>
            <pc:sldMk cId="3701024981" sldId="269"/>
            <ac:spMk id="34" creationId="{87A1A5FE-67F0-46E8-A065-172D9F56A1FF}"/>
          </ac:spMkLst>
        </pc:spChg>
        <pc:spChg chg="add">
          <ac:chgData name="CHOI JUNHO" userId="2ed797a4709b55ca" providerId="LiveId" clId="{5B9CC2E5-527B-4B3B-BD11-698718A29A94}" dt="2019-10-25T08:56:55.239" v="4213"/>
          <ac:spMkLst>
            <pc:docMk/>
            <pc:sldMk cId="3701024981" sldId="269"/>
            <ac:spMk id="34" creationId="{8E3E7AC2-EFF1-47B2-A033-BACD7C867FD6}"/>
          </ac:spMkLst>
        </pc:spChg>
        <pc:spChg chg="add mod">
          <ac:chgData name="CHOI JUNHO" userId="2ed797a4709b55ca" providerId="LiveId" clId="{5B9CC2E5-527B-4B3B-BD11-698718A29A94}" dt="2019-10-28T03:20:10.775" v="5391" actId="20577"/>
          <ac:spMkLst>
            <pc:docMk/>
            <pc:sldMk cId="3701024981" sldId="269"/>
            <ac:spMk id="35" creationId="{2CD1198F-4366-40B8-AB19-C1ABC4195F48}"/>
          </ac:spMkLst>
        </pc:spChg>
        <pc:spChg chg="add del">
          <ac:chgData name="CHOI JUNHO" userId="2ed797a4709b55ca" providerId="LiveId" clId="{5B9CC2E5-527B-4B3B-BD11-698718A29A94}" dt="2019-10-25T05:39:43.091" v="160"/>
          <ac:spMkLst>
            <pc:docMk/>
            <pc:sldMk cId="3701024981" sldId="269"/>
            <ac:spMk id="35" creationId="{85D5FA16-DCBD-4AD3-90A6-B9FA6382B3BE}"/>
          </ac:spMkLst>
        </pc:spChg>
        <pc:spChg chg="add del">
          <ac:chgData name="CHOI JUNHO" userId="2ed797a4709b55ca" providerId="LiveId" clId="{5B9CC2E5-527B-4B3B-BD11-698718A29A94}" dt="2019-10-25T05:39:43.091" v="160"/>
          <ac:spMkLst>
            <pc:docMk/>
            <pc:sldMk cId="3701024981" sldId="269"/>
            <ac:spMk id="37" creationId="{95816AFA-82A5-4726-807C-DF581B9B5593}"/>
          </ac:spMkLst>
        </pc:spChg>
        <pc:spChg chg="add del">
          <ac:chgData name="CHOI JUNHO" userId="2ed797a4709b55ca" providerId="LiveId" clId="{5B9CC2E5-527B-4B3B-BD11-698718A29A94}" dt="2019-10-25T05:39:43.091" v="160"/>
          <ac:spMkLst>
            <pc:docMk/>
            <pc:sldMk cId="3701024981" sldId="269"/>
            <ac:spMk id="38" creationId="{C6BC8A41-D249-41C7-A777-73679397A0A2}"/>
          </ac:spMkLst>
        </pc:spChg>
        <pc:spChg chg="add del">
          <ac:chgData name="CHOI JUNHO" userId="2ed797a4709b55ca" providerId="LiveId" clId="{5B9CC2E5-527B-4B3B-BD11-698718A29A94}" dt="2019-10-25T05:39:43.091" v="160"/>
          <ac:spMkLst>
            <pc:docMk/>
            <pc:sldMk cId="3701024981" sldId="269"/>
            <ac:spMk id="39" creationId="{35CB7623-E596-48E4-B5E0-C84E8D69990A}"/>
          </ac:spMkLst>
        </pc:spChg>
        <pc:spChg chg="add del">
          <ac:chgData name="CHOI JUNHO" userId="2ed797a4709b55ca" providerId="LiveId" clId="{5B9CC2E5-527B-4B3B-BD11-698718A29A94}" dt="2019-10-25T05:39:43.091" v="160"/>
          <ac:spMkLst>
            <pc:docMk/>
            <pc:sldMk cId="3701024981" sldId="269"/>
            <ac:spMk id="43" creationId="{3E3A7616-4605-4EDF-9B1C-3F03BB6046BA}"/>
          </ac:spMkLst>
        </pc:spChg>
        <pc:spChg chg="add del">
          <ac:chgData name="CHOI JUNHO" userId="2ed797a4709b55ca" providerId="LiveId" clId="{5B9CC2E5-527B-4B3B-BD11-698718A29A94}" dt="2019-10-25T05:39:43.091" v="160"/>
          <ac:spMkLst>
            <pc:docMk/>
            <pc:sldMk cId="3701024981" sldId="269"/>
            <ac:spMk id="44" creationId="{13971DD7-95A2-4285-9E39-94DA8127DA35}"/>
          </ac:spMkLst>
        </pc:spChg>
        <pc:spChg chg="add del">
          <ac:chgData name="CHOI JUNHO" userId="2ed797a4709b55ca" providerId="LiveId" clId="{5B9CC2E5-527B-4B3B-BD11-698718A29A94}" dt="2019-10-25T05:39:43.091" v="160"/>
          <ac:spMkLst>
            <pc:docMk/>
            <pc:sldMk cId="3701024981" sldId="269"/>
            <ac:spMk id="46" creationId="{6FE4B808-122B-4F12-99B4-A65A8401356F}"/>
          </ac:spMkLst>
        </pc:spChg>
        <pc:spChg chg="add del">
          <ac:chgData name="CHOI JUNHO" userId="2ed797a4709b55ca" providerId="LiveId" clId="{5B9CC2E5-527B-4B3B-BD11-698718A29A94}" dt="2019-10-25T05:39:43.091" v="160"/>
          <ac:spMkLst>
            <pc:docMk/>
            <pc:sldMk cId="3701024981" sldId="269"/>
            <ac:spMk id="47" creationId="{3BAD12AD-DBAB-4D68-9D78-8BC03F19DFC8}"/>
          </ac:spMkLst>
        </pc:spChg>
        <pc:spChg chg="add del">
          <ac:chgData name="CHOI JUNHO" userId="2ed797a4709b55ca" providerId="LiveId" clId="{5B9CC2E5-527B-4B3B-BD11-698718A29A94}" dt="2019-10-25T05:39:43.091" v="160"/>
          <ac:spMkLst>
            <pc:docMk/>
            <pc:sldMk cId="3701024981" sldId="269"/>
            <ac:spMk id="48" creationId="{B21B615D-0E55-4E90-9BA6-4BF246EF63B7}"/>
          </ac:spMkLst>
        </pc:spChg>
        <pc:spChg chg="add del">
          <ac:chgData name="CHOI JUNHO" userId="2ed797a4709b55ca" providerId="LiveId" clId="{5B9CC2E5-527B-4B3B-BD11-698718A29A94}" dt="2019-10-25T05:39:43.091" v="160"/>
          <ac:spMkLst>
            <pc:docMk/>
            <pc:sldMk cId="3701024981" sldId="269"/>
            <ac:spMk id="57" creationId="{A3345E5C-7B39-4C3C-B5B8-3190D2D43537}"/>
          </ac:spMkLst>
        </pc:spChg>
        <pc:spChg chg="add del">
          <ac:chgData name="CHOI JUNHO" userId="2ed797a4709b55ca" providerId="LiveId" clId="{5B9CC2E5-527B-4B3B-BD11-698718A29A94}" dt="2019-10-25T05:39:43.091" v="160"/>
          <ac:spMkLst>
            <pc:docMk/>
            <pc:sldMk cId="3701024981" sldId="269"/>
            <ac:spMk id="67" creationId="{A8B6CBC5-3D3D-435B-ACFD-2D039C613262}"/>
          </ac:spMkLst>
        </pc:spChg>
        <pc:spChg chg="add mod">
          <ac:chgData name="CHOI JUNHO" userId="2ed797a4709b55ca" providerId="LiveId" clId="{5B9CC2E5-527B-4B3B-BD11-698718A29A94}" dt="2019-10-25T07:13:42.093" v="1189" actId="1076"/>
          <ac:spMkLst>
            <pc:docMk/>
            <pc:sldMk cId="3701024981" sldId="269"/>
            <ac:spMk id="69" creationId="{3DB04640-59D3-46BB-90CE-0AE9AADC1C6F}"/>
          </ac:spMkLst>
        </pc:spChg>
        <pc:spChg chg="add mod">
          <ac:chgData name="CHOI JUNHO" userId="2ed797a4709b55ca" providerId="LiveId" clId="{5B9CC2E5-527B-4B3B-BD11-698718A29A94}" dt="2019-10-25T07:13:42.093" v="1189" actId="1076"/>
          <ac:spMkLst>
            <pc:docMk/>
            <pc:sldMk cId="3701024981" sldId="269"/>
            <ac:spMk id="70" creationId="{5707C282-72B3-4155-853A-E89AD61325E8}"/>
          </ac:spMkLst>
        </pc:spChg>
        <pc:spChg chg="add mod">
          <ac:chgData name="CHOI JUNHO" userId="2ed797a4709b55ca" providerId="LiveId" clId="{5B9CC2E5-527B-4B3B-BD11-698718A29A94}" dt="2019-10-25T07:25:10.582" v="1389" actId="208"/>
          <ac:spMkLst>
            <pc:docMk/>
            <pc:sldMk cId="3701024981" sldId="269"/>
            <ac:spMk id="72" creationId="{0CBCEF73-3ED6-40FA-8853-C2333DC0C357}"/>
          </ac:spMkLst>
        </pc:spChg>
        <pc:spChg chg="add del mod">
          <ac:chgData name="CHOI JUNHO" userId="2ed797a4709b55ca" providerId="LiveId" clId="{5B9CC2E5-527B-4B3B-BD11-698718A29A94}" dt="2019-10-25T06:27:24.910" v="532" actId="478"/>
          <ac:spMkLst>
            <pc:docMk/>
            <pc:sldMk cId="3701024981" sldId="269"/>
            <ac:spMk id="73" creationId="{F61959EF-B826-49EE-B885-62C97FC8EC87}"/>
          </ac:spMkLst>
        </pc:spChg>
        <pc:spChg chg="add mod">
          <ac:chgData name="CHOI JUNHO" userId="2ed797a4709b55ca" providerId="LiveId" clId="{5B9CC2E5-527B-4B3B-BD11-698718A29A94}" dt="2019-10-25T07:13:42.093" v="1189" actId="1076"/>
          <ac:spMkLst>
            <pc:docMk/>
            <pc:sldMk cId="3701024981" sldId="269"/>
            <ac:spMk id="76" creationId="{FC8C8549-B99D-4481-A32D-364266AA366E}"/>
          </ac:spMkLst>
        </pc:spChg>
        <pc:spChg chg="add mod">
          <ac:chgData name="CHOI JUNHO" userId="2ed797a4709b55ca" providerId="LiveId" clId="{5B9CC2E5-527B-4B3B-BD11-698718A29A94}" dt="2019-10-25T07:13:42.093" v="1189" actId="1076"/>
          <ac:spMkLst>
            <pc:docMk/>
            <pc:sldMk cId="3701024981" sldId="269"/>
            <ac:spMk id="77" creationId="{76B714B5-64DF-4B0A-91E6-BA4C90C4BB8C}"/>
          </ac:spMkLst>
        </pc:spChg>
        <pc:spChg chg="add del mod">
          <ac:chgData name="CHOI JUNHO" userId="2ed797a4709b55ca" providerId="LiveId" clId="{5B9CC2E5-527B-4B3B-BD11-698718A29A94}" dt="2019-10-25T05:51:44.261" v="405" actId="478"/>
          <ac:spMkLst>
            <pc:docMk/>
            <pc:sldMk cId="3701024981" sldId="269"/>
            <ac:spMk id="79" creationId="{C39638F0-8DB6-4754-800F-C25DAEB373A6}"/>
          </ac:spMkLst>
        </pc:spChg>
        <pc:spChg chg="add mod">
          <ac:chgData name="CHOI JUNHO" userId="2ed797a4709b55ca" providerId="LiveId" clId="{5B9CC2E5-527B-4B3B-BD11-698718A29A94}" dt="2019-10-25T07:13:42.093" v="1189" actId="1076"/>
          <ac:spMkLst>
            <pc:docMk/>
            <pc:sldMk cId="3701024981" sldId="269"/>
            <ac:spMk id="83" creationId="{4CC03BDE-5A03-4F43-82CB-59FF956A2CE5}"/>
          </ac:spMkLst>
        </pc:spChg>
        <pc:spChg chg="add mod">
          <ac:chgData name="CHOI JUNHO" userId="2ed797a4709b55ca" providerId="LiveId" clId="{5B9CC2E5-527B-4B3B-BD11-698718A29A94}" dt="2019-10-25T07:13:42.093" v="1189" actId="1076"/>
          <ac:spMkLst>
            <pc:docMk/>
            <pc:sldMk cId="3701024981" sldId="269"/>
            <ac:spMk id="84" creationId="{72A110A5-64C9-4E7B-8BBA-C604ED334401}"/>
          </ac:spMkLst>
        </pc:spChg>
        <pc:spChg chg="add del mod">
          <ac:chgData name="CHOI JUNHO" userId="2ed797a4709b55ca" providerId="LiveId" clId="{5B9CC2E5-527B-4B3B-BD11-698718A29A94}" dt="2019-10-25T06:27:24.910" v="532" actId="478"/>
          <ac:spMkLst>
            <pc:docMk/>
            <pc:sldMk cId="3701024981" sldId="269"/>
            <ac:spMk id="87" creationId="{540ED8A3-94C1-4EE3-A70D-48DD616D9C7C}"/>
          </ac:spMkLst>
        </pc:spChg>
        <pc:spChg chg="add mod">
          <ac:chgData name="CHOI JUNHO" userId="2ed797a4709b55ca" providerId="LiveId" clId="{5B9CC2E5-527B-4B3B-BD11-698718A29A94}" dt="2019-10-25T07:13:42.093" v="1189" actId="1076"/>
          <ac:spMkLst>
            <pc:docMk/>
            <pc:sldMk cId="3701024981" sldId="269"/>
            <ac:spMk id="88" creationId="{1F38C3FC-9EBB-4DDE-A217-28EF72881A8F}"/>
          </ac:spMkLst>
        </pc:spChg>
        <pc:spChg chg="add mod">
          <ac:chgData name="CHOI JUNHO" userId="2ed797a4709b55ca" providerId="LiveId" clId="{5B9CC2E5-527B-4B3B-BD11-698718A29A94}" dt="2019-10-25T07:13:42.093" v="1189" actId="1076"/>
          <ac:spMkLst>
            <pc:docMk/>
            <pc:sldMk cId="3701024981" sldId="269"/>
            <ac:spMk id="94" creationId="{46ED1304-8AF1-47BD-848F-C630125AFFA9}"/>
          </ac:spMkLst>
        </pc:spChg>
        <pc:spChg chg="add del mod">
          <ac:chgData name="CHOI JUNHO" userId="2ed797a4709b55ca" providerId="LiveId" clId="{5B9CC2E5-527B-4B3B-BD11-698718A29A94}" dt="2019-10-25T06:28:16.894" v="564" actId="478"/>
          <ac:spMkLst>
            <pc:docMk/>
            <pc:sldMk cId="3701024981" sldId="269"/>
            <ac:spMk id="95" creationId="{5B25950E-B861-42E0-8224-7BE0CCFE6D42}"/>
          </ac:spMkLst>
        </pc:spChg>
        <pc:spChg chg="add del mod">
          <ac:chgData name="CHOI JUNHO" userId="2ed797a4709b55ca" providerId="LiveId" clId="{5B9CC2E5-527B-4B3B-BD11-698718A29A94}" dt="2019-10-25T07:13:15.741" v="1182" actId="478"/>
          <ac:spMkLst>
            <pc:docMk/>
            <pc:sldMk cId="3701024981" sldId="269"/>
            <ac:spMk id="96" creationId="{2B171FAA-0913-4908-AB0C-AEBB6E72CA69}"/>
          </ac:spMkLst>
        </pc:spChg>
        <pc:spChg chg="add del mod">
          <ac:chgData name="CHOI JUNHO" userId="2ed797a4709b55ca" providerId="LiveId" clId="{5B9CC2E5-527B-4B3B-BD11-698718A29A94}" dt="2019-10-25T06:32:48.607" v="719" actId="478"/>
          <ac:spMkLst>
            <pc:docMk/>
            <pc:sldMk cId="3701024981" sldId="269"/>
            <ac:spMk id="98" creationId="{4614122D-95E8-490F-9010-CE3E34F9ECFA}"/>
          </ac:spMkLst>
        </pc:spChg>
        <pc:spChg chg="add del mod">
          <ac:chgData name="CHOI JUNHO" userId="2ed797a4709b55ca" providerId="LiveId" clId="{5B9CC2E5-527B-4B3B-BD11-698718A29A94}" dt="2019-10-25T07:13:15.741" v="1182" actId="478"/>
          <ac:spMkLst>
            <pc:docMk/>
            <pc:sldMk cId="3701024981" sldId="269"/>
            <ac:spMk id="99" creationId="{FD8633CE-D51C-4599-B189-2EB919208335}"/>
          </ac:spMkLst>
        </pc:spChg>
        <pc:spChg chg="add del mod">
          <ac:chgData name="CHOI JUNHO" userId="2ed797a4709b55ca" providerId="LiveId" clId="{5B9CC2E5-527B-4B3B-BD11-698718A29A94}" dt="2019-10-25T07:13:15.741" v="1182" actId="478"/>
          <ac:spMkLst>
            <pc:docMk/>
            <pc:sldMk cId="3701024981" sldId="269"/>
            <ac:spMk id="101" creationId="{49991F8E-0224-461B-8EC6-C6D76AB83560}"/>
          </ac:spMkLst>
        </pc:spChg>
        <pc:spChg chg="add del mod">
          <ac:chgData name="CHOI JUNHO" userId="2ed797a4709b55ca" providerId="LiveId" clId="{5B9CC2E5-527B-4B3B-BD11-698718A29A94}" dt="2019-10-25T06:32:48.607" v="719" actId="478"/>
          <ac:spMkLst>
            <pc:docMk/>
            <pc:sldMk cId="3701024981" sldId="269"/>
            <ac:spMk id="102" creationId="{808BF6F1-6B11-4B04-BD06-20B6A719EE1A}"/>
          </ac:spMkLst>
        </pc:spChg>
        <pc:spChg chg="add del mod">
          <ac:chgData name="CHOI JUNHO" userId="2ed797a4709b55ca" providerId="LiveId" clId="{5B9CC2E5-527B-4B3B-BD11-698718A29A94}" dt="2019-10-25T06:32:48.607" v="719" actId="478"/>
          <ac:spMkLst>
            <pc:docMk/>
            <pc:sldMk cId="3701024981" sldId="269"/>
            <ac:spMk id="103" creationId="{D1E4B964-F15B-4DD3-91EB-36901E156718}"/>
          </ac:spMkLst>
        </pc:spChg>
        <pc:spChg chg="add del mod">
          <ac:chgData name="CHOI JUNHO" userId="2ed797a4709b55ca" providerId="LiveId" clId="{5B9CC2E5-527B-4B3B-BD11-698718A29A94}" dt="2019-10-25T06:32:48.607" v="719" actId="478"/>
          <ac:spMkLst>
            <pc:docMk/>
            <pc:sldMk cId="3701024981" sldId="269"/>
            <ac:spMk id="107" creationId="{91717FD4-29CD-4E7A-9ED7-CF243FD5580E}"/>
          </ac:spMkLst>
        </pc:spChg>
        <pc:spChg chg="add del mod">
          <ac:chgData name="CHOI JUNHO" userId="2ed797a4709b55ca" providerId="LiveId" clId="{5B9CC2E5-527B-4B3B-BD11-698718A29A94}" dt="2019-10-25T06:32:48.607" v="719" actId="478"/>
          <ac:spMkLst>
            <pc:docMk/>
            <pc:sldMk cId="3701024981" sldId="269"/>
            <ac:spMk id="108" creationId="{DCE3E9D1-555D-48C9-AEF0-34E88450891D}"/>
          </ac:spMkLst>
        </pc:spChg>
        <pc:spChg chg="add del mod">
          <ac:chgData name="CHOI JUNHO" userId="2ed797a4709b55ca" providerId="LiveId" clId="{5B9CC2E5-527B-4B3B-BD11-698718A29A94}" dt="2019-10-25T07:13:15.741" v="1182" actId="478"/>
          <ac:spMkLst>
            <pc:docMk/>
            <pc:sldMk cId="3701024981" sldId="269"/>
            <ac:spMk id="110" creationId="{9E3B8983-5CAE-4018-A9D5-1F9082E96074}"/>
          </ac:spMkLst>
        </pc:spChg>
        <pc:spChg chg="add del mod">
          <ac:chgData name="CHOI JUNHO" userId="2ed797a4709b55ca" providerId="LiveId" clId="{5B9CC2E5-527B-4B3B-BD11-698718A29A94}" dt="2019-10-25T07:13:15.741" v="1182" actId="478"/>
          <ac:spMkLst>
            <pc:docMk/>
            <pc:sldMk cId="3701024981" sldId="269"/>
            <ac:spMk id="111" creationId="{752884F7-20B5-45B7-844A-16C5AC145C2C}"/>
          </ac:spMkLst>
        </pc:spChg>
        <pc:spChg chg="add del mod">
          <ac:chgData name="CHOI JUNHO" userId="2ed797a4709b55ca" providerId="LiveId" clId="{5B9CC2E5-527B-4B3B-BD11-698718A29A94}" dt="2019-10-25T07:13:15.741" v="1182" actId="478"/>
          <ac:spMkLst>
            <pc:docMk/>
            <pc:sldMk cId="3701024981" sldId="269"/>
            <ac:spMk id="112" creationId="{DDB8FDAB-5C92-4BD0-8F16-D92072FB5CA2}"/>
          </ac:spMkLst>
        </pc:spChg>
        <pc:spChg chg="add del">
          <ac:chgData name="CHOI JUNHO" userId="2ed797a4709b55ca" providerId="LiveId" clId="{5B9CC2E5-527B-4B3B-BD11-698718A29A94}" dt="2019-10-25T05:39:54.069" v="162" actId="478"/>
          <ac:spMkLst>
            <pc:docMk/>
            <pc:sldMk cId="3701024981" sldId="269"/>
            <ac:spMk id="121" creationId="{7B3EC12E-D8A8-4B52-A894-8E184CA47F93}"/>
          </ac:spMkLst>
        </pc:spChg>
        <pc:spChg chg="add mod">
          <ac:chgData name="CHOI JUNHO" userId="2ed797a4709b55ca" providerId="LiveId" clId="{5B9CC2E5-527B-4B3B-BD11-698718A29A94}" dt="2019-10-25T07:13:42.093" v="1189" actId="1076"/>
          <ac:spMkLst>
            <pc:docMk/>
            <pc:sldMk cId="3701024981" sldId="269"/>
            <ac:spMk id="131" creationId="{C6130D96-6BA8-4CF8-AEEC-E2195CF466F9}"/>
          </ac:spMkLst>
        </pc:spChg>
        <pc:spChg chg="add mod">
          <ac:chgData name="CHOI JUNHO" userId="2ed797a4709b55ca" providerId="LiveId" clId="{5B9CC2E5-527B-4B3B-BD11-698718A29A94}" dt="2019-10-25T07:13:42.093" v="1189" actId="1076"/>
          <ac:spMkLst>
            <pc:docMk/>
            <pc:sldMk cId="3701024981" sldId="269"/>
            <ac:spMk id="140" creationId="{D89EDF4A-BE55-45BA-8356-BAAEFC8B3EB2}"/>
          </ac:spMkLst>
        </pc:spChg>
        <pc:spChg chg="add mod">
          <ac:chgData name="CHOI JUNHO" userId="2ed797a4709b55ca" providerId="LiveId" clId="{5B9CC2E5-527B-4B3B-BD11-698718A29A94}" dt="2019-10-25T07:13:42.093" v="1189" actId="1076"/>
          <ac:spMkLst>
            <pc:docMk/>
            <pc:sldMk cId="3701024981" sldId="269"/>
            <ac:spMk id="143" creationId="{77DB57A1-1997-4A1F-9D3D-D71DB0AFD86E}"/>
          </ac:spMkLst>
        </pc:spChg>
        <pc:spChg chg="add del mod">
          <ac:chgData name="CHOI JUNHO" userId="2ed797a4709b55ca" providerId="LiveId" clId="{5B9CC2E5-527B-4B3B-BD11-698718A29A94}" dt="2019-10-25T06:32:13.131" v="715" actId="478"/>
          <ac:spMkLst>
            <pc:docMk/>
            <pc:sldMk cId="3701024981" sldId="269"/>
            <ac:spMk id="149" creationId="{6C2AB457-4D67-4278-82C5-23AB4F0392A5}"/>
          </ac:spMkLst>
        </pc:spChg>
        <pc:spChg chg="mod topLvl">
          <ac:chgData name="CHOI JUNHO" userId="2ed797a4709b55ca" providerId="LiveId" clId="{5B9CC2E5-527B-4B3B-BD11-698718A29A94}" dt="2019-10-25T07:12:23.978" v="1174" actId="164"/>
          <ac:spMkLst>
            <pc:docMk/>
            <pc:sldMk cId="3701024981" sldId="269"/>
            <ac:spMk id="164" creationId="{B228FF4D-8625-4754-9826-D70E4ED688BC}"/>
          </ac:spMkLst>
        </pc:spChg>
        <pc:spChg chg="mod topLvl">
          <ac:chgData name="CHOI JUNHO" userId="2ed797a4709b55ca" providerId="LiveId" clId="{5B9CC2E5-527B-4B3B-BD11-698718A29A94}" dt="2019-10-25T07:12:23.978" v="1174" actId="164"/>
          <ac:spMkLst>
            <pc:docMk/>
            <pc:sldMk cId="3701024981" sldId="269"/>
            <ac:spMk id="165" creationId="{A9E3F897-11BC-4595-9DFC-47410AEF0A19}"/>
          </ac:spMkLst>
        </pc:spChg>
        <pc:spChg chg="add mod topLvl">
          <ac:chgData name="CHOI JUNHO" userId="2ed797a4709b55ca" providerId="LiveId" clId="{5B9CC2E5-527B-4B3B-BD11-698718A29A94}" dt="2019-10-25T07:12:23.978" v="1174" actId="164"/>
          <ac:spMkLst>
            <pc:docMk/>
            <pc:sldMk cId="3701024981" sldId="269"/>
            <ac:spMk id="168" creationId="{87CFB570-B4A4-4270-9054-00A8EAF5F466}"/>
          </ac:spMkLst>
        </pc:spChg>
        <pc:spChg chg="add del mod">
          <ac:chgData name="CHOI JUNHO" userId="2ed797a4709b55ca" providerId="LiveId" clId="{5B9CC2E5-527B-4B3B-BD11-698718A29A94}" dt="2019-10-25T06:41:43.320" v="1005"/>
          <ac:spMkLst>
            <pc:docMk/>
            <pc:sldMk cId="3701024981" sldId="269"/>
            <ac:spMk id="171" creationId="{10D332CB-379A-4B45-B664-ABADDE9B355D}"/>
          </ac:spMkLst>
        </pc:spChg>
        <pc:spChg chg="add mod topLvl">
          <ac:chgData name="CHOI JUNHO" userId="2ed797a4709b55ca" providerId="LiveId" clId="{5B9CC2E5-527B-4B3B-BD11-698718A29A94}" dt="2019-10-25T07:12:23.978" v="1174" actId="164"/>
          <ac:spMkLst>
            <pc:docMk/>
            <pc:sldMk cId="3701024981" sldId="269"/>
            <ac:spMk id="172" creationId="{A2D0E1E9-AA5A-4664-AEEA-0604B3C2BFF0}"/>
          </ac:spMkLst>
        </pc:spChg>
        <pc:spChg chg="add mod topLvl">
          <ac:chgData name="CHOI JUNHO" userId="2ed797a4709b55ca" providerId="LiveId" clId="{5B9CC2E5-527B-4B3B-BD11-698718A29A94}" dt="2019-10-25T07:12:23.978" v="1174" actId="164"/>
          <ac:spMkLst>
            <pc:docMk/>
            <pc:sldMk cId="3701024981" sldId="269"/>
            <ac:spMk id="173" creationId="{3F14235B-AC64-43A0-BF99-8DABC2D38B4E}"/>
          </ac:spMkLst>
        </pc:spChg>
        <pc:spChg chg="add mod">
          <ac:chgData name="CHOI JUNHO" userId="2ed797a4709b55ca" providerId="LiveId" clId="{5B9CC2E5-527B-4B3B-BD11-698718A29A94}" dt="2019-10-25T07:25:24.093" v="1390" actId="208"/>
          <ac:spMkLst>
            <pc:docMk/>
            <pc:sldMk cId="3701024981" sldId="269"/>
            <ac:spMk id="175" creationId="{E39697E2-BDE4-4916-9079-CE6574113B7B}"/>
          </ac:spMkLst>
        </pc:spChg>
        <pc:spChg chg="add mod">
          <ac:chgData name="CHOI JUNHO" userId="2ed797a4709b55ca" providerId="LiveId" clId="{5B9CC2E5-527B-4B3B-BD11-698718A29A94}" dt="2019-10-25T07:14:23.210" v="1243" actId="1076"/>
          <ac:spMkLst>
            <pc:docMk/>
            <pc:sldMk cId="3701024981" sldId="269"/>
            <ac:spMk id="188" creationId="{D8EC30C2-4C57-4A20-95B8-15C5C6DF77EE}"/>
          </ac:spMkLst>
        </pc:spChg>
        <pc:grpChg chg="add del">
          <ac:chgData name="CHOI JUNHO" userId="2ed797a4709b55ca" providerId="LiveId" clId="{5B9CC2E5-527B-4B3B-BD11-698718A29A94}" dt="2019-10-25T05:39:43.091" v="160"/>
          <ac:grpSpMkLst>
            <pc:docMk/>
            <pc:sldMk cId="3701024981" sldId="269"/>
            <ac:grpSpMk id="26" creationId="{73965A4A-F69B-4C6A-B25E-DAF5F8EC8E17}"/>
          </ac:grpSpMkLst>
        </pc:grpChg>
        <pc:grpChg chg="add del">
          <ac:chgData name="CHOI JUNHO" userId="2ed797a4709b55ca" providerId="LiveId" clId="{5B9CC2E5-527B-4B3B-BD11-698718A29A94}" dt="2019-10-25T05:39:43.091" v="160"/>
          <ac:grpSpMkLst>
            <pc:docMk/>
            <pc:sldMk cId="3701024981" sldId="269"/>
            <ac:grpSpMk id="50" creationId="{D5533B15-A48E-4CF4-B11E-65BFE2C06213}"/>
          </ac:grpSpMkLst>
        </pc:grpChg>
        <pc:grpChg chg="add del">
          <ac:chgData name="CHOI JUNHO" userId="2ed797a4709b55ca" providerId="LiveId" clId="{5B9CC2E5-527B-4B3B-BD11-698718A29A94}" dt="2019-10-25T05:39:43.091" v="160"/>
          <ac:grpSpMkLst>
            <pc:docMk/>
            <pc:sldMk cId="3701024981" sldId="269"/>
            <ac:grpSpMk id="59" creationId="{6F292D4D-77C0-4186-B3FB-C9CBF5AA4AF2}"/>
          </ac:grpSpMkLst>
        </pc:grpChg>
        <pc:grpChg chg="add del mod">
          <ac:chgData name="CHOI JUNHO" userId="2ed797a4709b55ca" providerId="LiveId" clId="{5B9CC2E5-527B-4B3B-BD11-698718A29A94}" dt="2019-10-25T05:43:51.622" v="286" actId="478"/>
          <ac:grpSpMkLst>
            <pc:docMk/>
            <pc:sldMk cId="3701024981" sldId="269"/>
            <ac:grpSpMk id="90" creationId="{469DEBE3-56EC-4306-B211-C314BAF128B7}"/>
          </ac:grpSpMkLst>
        </pc:grpChg>
        <pc:grpChg chg="add del mod">
          <ac:chgData name="CHOI JUNHO" userId="2ed797a4709b55ca" providerId="LiveId" clId="{5B9CC2E5-527B-4B3B-BD11-698718A29A94}" dt="2019-10-25T05:43:51.622" v="286" actId="478"/>
          <ac:grpSpMkLst>
            <pc:docMk/>
            <pc:sldMk cId="3701024981" sldId="269"/>
            <ac:grpSpMk id="114" creationId="{067E5E58-3B93-4856-85A3-30E5DA81394D}"/>
          </ac:grpSpMkLst>
        </pc:grpChg>
        <pc:grpChg chg="add del mod">
          <ac:chgData name="CHOI JUNHO" userId="2ed797a4709b55ca" providerId="LiveId" clId="{5B9CC2E5-527B-4B3B-BD11-698718A29A94}" dt="2019-10-25T05:40:02.771" v="164" actId="478"/>
          <ac:grpSpMkLst>
            <pc:docMk/>
            <pc:sldMk cId="3701024981" sldId="269"/>
            <ac:grpSpMk id="123" creationId="{67151170-0DF9-4345-8745-45546F637C35}"/>
          </ac:grpSpMkLst>
        </pc:grpChg>
        <pc:grpChg chg="add del mod">
          <ac:chgData name="CHOI JUNHO" userId="2ed797a4709b55ca" providerId="LiveId" clId="{5B9CC2E5-527B-4B3B-BD11-698718A29A94}" dt="2019-10-25T06:35:21.228" v="948" actId="478"/>
          <ac:grpSpMkLst>
            <pc:docMk/>
            <pc:sldMk cId="3701024981" sldId="269"/>
            <ac:grpSpMk id="159" creationId="{275E3B6F-49D5-4E35-8D5C-D6B27CFD3CC8}"/>
          </ac:grpSpMkLst>
        </pc:grpChg>
        <pc:grpChg chg="del topLvl">
          <ac:chgData name="CHOI JUNHO" userId="2ed797a4709b55ca" providerId="LiveId" clId="{5B9CC2E5-527B-4B3B-BD11-698718A29A94}" dt="2019-10-25T06:42:22.825" v="1039" actId="165"/>
          <ac:grpSpMkLst>
            <pc:docMk/>
            <pc:sldMk cId="3701024981" sldId="269"/>
            <ac:grpSpMk id="160" creationId="{1F042681-63CE-47D4-A834-8166381C5140}"/>
          </ac:grpSpMkLst>
        </pc:grpChg>
        <pc:grpChg chg="del">
          <ac:chgData name="CHOI JUNHO" userId="2ed797a4709b55ca" providerId="LiveId" clId="{5B9CC2E5-527B-4B3B-BD11-698718A29A94}" dt="2019-10-25T06:35:19.804" v="947" actId="478"/>
          <ac:grpSpMkLst>
            <pc:docMk/>
            <pc:sldMk cId="3701024981" sldId="269"/>
            <ac:grpSpMk id="161" creationId="{9B97DAF7-FF50-44F2-BCE7-FFDE9A2F00C3}"/>
          </ac:grpSpMkLst>
        </pc:grpChg>
        <pc:grpChg chg="add del mod">
          <ac:chgData name="CHOI JUNHO" userId="2ed797a4709b55ca" providerId="LiveId" clId="{5B9CC2E5-527B-4B3B-BD11-698718A29A94}" dt="2019-10-25T07:12:02.637" v="1169" actId="165"/>
          <ac:grpSpMkLst>
            <pc:docMk/>
            <pc:sldMk cId="3701024981" sldId="269"/>
            <ac:grpSpMk id="174" creationId="{33E18EFD-70C2-44BC-86C8-8277A1D5FD02}"/>
          </ac:grpSpMkLst>
        </pc:grpChg>
        <pc:grpChg chg="add mod">
          <ac:chgData name="CHOI JUNHO" userId="2ed797a4709b55ca" providerId="LiveId" clId="{5B9CC2E5-527B-4B3B-BD11-698718A29A94}" dt="2019-10-25T07:13:42.093" v="1189" actId="1076"/>
          <ac:grpSpMkLst>
            <pc:docMk/>
            <pc:sldMk cId="3701024981" sldId="269"/>
            <ac:grpSpMk id="180" creationId="{648CEB25-FBDD-4F74-9AC2-C767979A8B28}"/>
          </ac:grpSpMkLst>
        </pc:grpChg>
        <pc:picChg chg="add del">
          <ac:chgData name="CHOI JUNHO" userId="2ed797a4709b55ca" providerId="LiveId" clId="{5B9CC2E5-527B-4B3B-BD11-698718A29A94}" dt="2019-10-25T05:39:43.091" v="160"/>
          <ac:picMkLst>
            <pc:docMk/>
            <pc:sldMk cId="3701024981" sldId="269"/>
            <ac:picMk id="18" creationId="{830373B8-BF27-4E89-AD61-2F18EA178B26}"/>
          </ac:picMkLst>
        </pc:picChg>
        <pc:picChg chg="add del">
          <ac:chgData name="CHOI JUNHO" userId="2ed797a4709b55ca" providerId="LiveId" clId="{5B9CC2E5-527B-4B3B-BD11-698718A29A94}" dt="2019-10-25T05:39:43.091" v="160"/>
          <ac:picMkLst>
            <pc:docMk/>
            <pc:sldMk cId="3701024981" sldId="269"/>
            <ac:picMk id="22" creationId="{8F8592E1-4E60-4ACF-9D7B-A110D830D13F}"/>
          </ac:picMkLst>
        </pc:picChg>
        <pc:picChg chg="add del">
          <ac:chgData name="CHOI JUNHO" userId="2ed797a4709b55ca" providerId="LiveId" clId="{5B9CC2E5-527B-4B3B-BD11-698718A29A94}" dt="2019-10-25T05:39:43.091" v="160"/>
          <ac:picMkLst>
            <pc:docMk/>
            <pc:sldMk cId="3701024981" sldId="269"/>
            <ac:picMk id="33" creationId="{D9C19D5D-98CB-4117-AA27-E86105E24619}"/>
          </ac:picMkLst>
        </pc:picChg>
        <pc:picChg chg="add del mod">
          <ac:chgData name="CHOI JUNHO" userId="2ed797a4709b55ca" providerId="LiveId" clId="{5B9CC2E5-527B-4B3B-BD11-698718A29A94}" dt="2019-10-25T06:28:16.894" v="564" actId="478"/>
          <ac:picMkLst>
            <pc:docMk/>
            <pc:sldMk cId="3701024981" sldId="269"/>
            <ac:picMk id="82" creationId="{B9D076F4-86B2-4BBF-A2F2-2706EA602EEA}"/>
          </ac:picMkLst>
        </pc:picChg>
        <pc:picChg chg="add del mod">
          <ac:chgData name="CHOI JUNHO" userId="2ed797a4709b55ca" providerId="LiveId" clId="{5B9CC2E5-527B-4B3B-BD11-698718A29A94}" dt="2019-10-25T06:27:24.910" v="532" actId="478"/>
          <ac:picMkLst>
            <pc:docMk/>
            <pc:sldMk cId="3701024981" sldId="269"/>
            <ac:picMk id="86" creationId="{935C99D6-C6E9-4229-8303-DD5EDA1DE64D}"/>
          </ac:picMkLst>
        </pc:picChg>
        <pc:picChg chg="add del mod">
          <ac:chgData name="CHOI JUNHO" userId="2ed797a4709b55ca" providerId="LiveId" clId="{5B9CC2E5-527B-4B3B-BD11-698718A29A94}" dt="2019-10-25T06:32:48.607" v="719" actId="478"/>
          <ac:picMkLst>
            <pc:docMk/>
            <pc:sldMk cId="3701024981" sldId="269"/>
            <ac:picMk id="97" creationId="{8FC03F47-1817-4F0F-AFAB-4FB6E24B0499}"/>
          </ac:picMkLst>
        </pc:picChg>
        <pc:picChg chg="add mod modCrop">
          <ac:chgData name="CHOI JUNHO" userId="2ed797a4709b55ca" providerId="LiveId" clId="{5B9CC2E5-527B-4B3B-BD11-698718A29A94}" dt="2019-10-25T07:13:42.093" v="1189" actId="1076"/>
          <ac:picMkLst>
            <pc:docMk/>
            <pc:sldMk cId="3701024981" sldId="269"/>
            <ac:picMk id="135" creationId="{808F42B4-8403-48E0-9971-6057420CF8DB}"/>
          </ac:picMkLst>
        </pc:picChg>
        <pc:picChg chg="del mod">
          <ac:chgData name="CHOI JUNHO" userId="2ed797a4709b55ca" providerId="LiveId" clId="{5B9CC2E5-527B-4B3B-BD11-698718A29A94}" dt="2019-10-25T06:35:19.804" v="947" actId="478"/>
          <ac:picMkLst>
            <pc:docMk/>
            <pc:sldMk cId="3701024981" sldId="269"/>
            <ac:picMk id="162" creationId="{53D0CF4F-070B-4A21-8B15-F98F1B5CC4EF}"/>
          </ac:picMkLst>
        </pc:picChg>
        <pc:picChg chg="del topLvl">
          <ac:chgData name="CHOI JUNHO" userId="2ed797a4709b55ca" providerId="LiveId" clId="{5B9CC2E5-527B-4B3B-BD11-698718A29A94}" dt="2019-10-25T06:35:21.228" v="948" actId="478"/>
          <ac:picMkLst>
            <pc:docMk/>
            <pc:sldMk cId="3701024981" sldId="269"/>
            <ac:picMk id="163" creationId="{D10C1909-3936-438E-8F11-4F2DD6738D85}"/>
          </ac:picMkLst>
        </pc:picChg>
        <pc:picChg chg="add del mod modCrop">
          <ac:chgData name="CHOI JUNHO" userId="2ed797a4709b55ca" providerId="LiveId" clId="{5B9CC2E5-527B-4B3B-BD11-698718A29A94}" dt="2019-10-25T07:10:46.719" v="1071" actId="478"/>
          <ac:picMkLst>
            <pc:docMk/>
            <pc:sldMk cId="3701024981" sldId="269"/>
            <ac:picMk id="167" creationId="{3FA78270-4C4E-49B0-939D-F2631D13E806}"/>
          </ac:picMkLst>
        </pc:picChg>
        <pc:picChg chg="add mod topLvl modCrop">
          <ac:chgData name="CHOI JUNHO" userId="2ed797a4709b55ca" providerId="LiveId" clId="{5B9CC2E5-527B-4B3B-BD11-698718A29A94}" dt="2019-10-25T07:12:23.978" v="1174" actId="164"/>
          <ac:picMkLst>
            <pc:docMk/>
            <pc:sldMk cId="3701024981" sldId="269"/>
            <ac:picMk id="170" creationId="{E08DECE5-737A-40BE-95C9-A4EF2BDF26AE}"/>
          </ac:picMkLst>
        </pc:picChg>
        <pc:cxnChg chg="add del">
          <ac:chgData name="CHOI JUNHO" userId="2ed797a4709b55ca" providerId="LiveId" clId="{5B9CC2E5-527B-4B3B-BD11-698718A29A94}" dt="2019-10-25T05:39:43.091" v="160"/>
          <ac:cxnSpMkLst>
            <pc:docMk/>
            <pc:sldMk cId="3701024981" sldId="269"/>
            <ac:cxnSpMk id="7" creationId="{82F60443-D388-4AE4-8008-567B6F1440E9}"/>
          </ac:cxnSpMkLst>
        </pc:cxnChg>
        <pc:cxnChg chg="add del">
          <ac:chgData name="CHOI JUNHO" userId="2ed797a4709b55ca" providerId="LiveId" clId="{5B9CC2E5-527B-4B3B-BD11-698718A29A94}" dt="2019-10-25T05:39:43.091" v="160"/>
          <ac:cxnSpMkLst>
            <pc:docMk/>
            <pc:sldMk cId="3701024981" sldId="269"/>
            <ac:cxnSpMk id="10" creationId="{E40AC733-330B-42EF-B640-D1779E3D5688}"/>
          </ac:cxnSpMkLst>
        </pc:cxnChg>
        <pc:cxnChg chg="add del">
          <ac:chgData name="CHOI JUNHO" userId="2ed797a4709b55ca" providerId="LiveId" clId="{5B9CC2E5-527B-4B3B-BD11-698718A29A94}" dt="2019-10-25T05:39:43.091" v="160"/>
          <ac:cxnSpMkLst>
            <pc:docMk/>
            <pc:sldMk cId="3701024981" sldId="269"/>
            <ac:cxnSpMk id="11" creationId="{006AAAEA-F0B0-427D-A06F-9070F0F20FEC}"/>
          </ac:cxnSpMkLst>
        </pc:cxnChg>
        <pc:cxnChg chg="add del">
          <ac:chgData name="CHOI JUNHO" userId="2ed797a4709b55ca" providerId="LiveId" clId="{5B9CC2E5-527B-4B3B-BD11-698718A29A94}" dt="2019-10-25T05:39:43.091" v="160"/>
          <ac:cxnSpMkLst>
            <pc:docMk/>
            <pc:sldMk cId="3701024981" sldId="269"/>
            <ac:cxnSpMk id="14" creationId="{4D10B893-E0FE-46DF-80D6-199811A17146}"/>
          </ac:cxnSpMkLst>
        </pc:cxnChg>
        <pc:cxnChg chg="add del">
          <ac:chgData name="CHOI JUNHO" userId="2ed797a4709b55ca" providerId="LiveId" clId="{5B9CC2E5-527B-4B3B-BD11-698718A29A94}" dt="2019-10-25T05:39:43.091" v="160"/>
          <ac:cxnSpMkLst>
            <pc:docMk/>
            <pc:sldMk cId="3701024981" sldId="269"/>
            <ac:cxnSpMk id="16" creationId="{12A53819-03BD-4B6C-BA3A-67E5FADA8D82}"/>
          </ac:cxnSpMkLst>
        </pc:cxnChg>
        <pc:cxnChg chg="add del">
          <ac:chgData name="CHOI JUNHO" userId="2ed797a4709b55ca" providerId="LiveId" clId="{5B9CC2E5-527B-4B3B-BD11-698718A29A94}" dt="2019-10-25T05:39:43.091" v="160"/>
          <ac:cxnSpMkLst>
            <pc:docMk/>
            <pc:sldMk cId="3701024981" sldId="269"/>
            <ac:cxnSpMk id="17" creationId="{CA189BD0-8ABA-4B19-A1FC-439808C916E1}"/>
          </ac:cxnSpMkLst>
        </pc:cxnChg>
        <pc:cxnChg chg="add del">
          <ac:chgData name="CHOI JUNHO" userId="2ed797a4709b55ca" providerId="LiveId" clId="{5B9CC2E5-527B-4B3B-BD11-698718A29A94}" dt="2019-10-25T05:39:43.091" v="160"/>
          <ac:cxnSpMkLst>
            <pc:docMk/>
            <pc:sldMk cId="3701024981" sldId="269"/>
            <ac:cxnSpMk id="21" creationId="{0755AE1B-1292-4706-82C2-E86CEE5D57F4}"/>
          </ac:cxnSpMkLst>
        </pc:cxnChg>
        <pc:cxnChg chg="add del">
          <ac:chgData name="CHOI JUNHO" userId="2ed797a4709b55ca" providerId="LiveId" clId="{5B9CC2E5-527B-4B3B-BD11-698718A29A94}" dt="2019-10-25T05:39:43.091" v="160"/>
          <ac:cxnSpMkLst>
            <pc:docMk/>
            <pc:sldMk cId="3701024981" sldId="269"/>
            <ac:cxnSpMk id="25" creationId="{AF2F0707-670F-41E7-B582-F1BF57596932}"/>
          </ac:cxnSpMkLst>
        </pc:cxnChg>
        <pc:cxnChg chg="add del">
          <ac:chgData name="CHOI JUNHO" userId="2ed797a4709b55ca" providerId="LiveId" clId="{5B9CC2E5-527B-4B3B-BD11-698718A29A94}" dt="2019-10-25T05:39:43.091" v="160"/>
          <ac:cxnSpMkLst>
            <pc:docMk/>
            <pc:sldMk cId="3701024981" sldId="269"/>
            <ac:cxnSpMk id="36" creationId="{FC81A4C2-34EF-4E69-B458-65C8DEEC0BEC}"/>
          </ac:cxnSpMkLst>
        </pc:cxnChg>
        <pc:cxnChg chg="add del">
          <ac:chgData name="CHOI JUNHO" userId="2ed797a4709b55ca" providerId="LiveId" clId="{5B9CC2E5-527B-4B3B-BD11-698718A29A94}" dt="2019-10-25T05:39:43.091" v="160"/>
          <ac:cxnSpMkLst>
            <pc:docMk/>
            <pc:sldMk cId="3701024981" sldId="269"/>
            <ac:cxnSpMk id="40" creationId="{D3F612FB-84D3-4CB9-8678-4C4204749EC2}"/>
          </ac:cxnSpMkLst>
        </pc:cxnChg>
        <pc:cxnChg chg="add del">
          <ac:chgData name="CHOI JUNHO" userId="2ed797a4709b55ca" providerId="LiveId" clId="{5B9CC2E5-527B-4B3B-BD11-698718A29A94}" dt="2019-10-25T05:39:43.091" v="160"/>
          <ac:cxnSpMkLst>
            <pc:docMk/>
            <pc:sldMk cId="3701024981" sldId="269"/>
            <ac:cxnSpMk id="41" creationId="{A8F6D12E-9AF9-4F2C-B6CD-EFAC7B1C7FD2}"/>
          </ac:cxnSpMkLst>
        </pc:cxnChg>
        <pc:cxnChg chg="add del">
          <ac:chgData name="CHOI JUNHO" userId="2ed797a4709b55ca" providerId="LiveId" clId="{5B9CC2E5-527B-4B3B-BD11-698718A29A94}" dt="2019-10-25T05:39:43.091" v="160"/>
          <ac:cxnSpMkLst>
            <pc:docMk/>
            <pc:sldMk cId="3701024981" sldId="269"/>
            <ac:cxnSpMk id="42" creationId="{6430F623-9B70-4714-9B24-FE16A78CF560}"/>
          </ac:cxnSpMkLst>
        </pc:cxnChg>
        <pc:cxnChg chg="add del">
          <ac:chgData name="CHOI JUNHO" userId="2ed797a4709b55ca" providerId="LiveId" clId="{5B9CC2E5-527B-4B3B-BD11-698718A29A94}" dt="2019-10-25T05:39:43.091" v="160"/>
          <ac:cxnSpMkLst>
            <pc:docMk/>
            <pc:sldMk cId="3701024981" sldId="269"/>
            <ac:cxnSpMk id="45" creationId="{984BB242-CBFE-4F96-9AA3-1D2498C68D10}"/>
          </ac:cxnSpMkLst>
        </pc:cxnChg>
        <pc:cxnChg chg="add del">
          <ac:chgData name="CHOI JUNHO" userId="2ed797a4709b55ca" providerId="LiveId" clId="{5B9CC2E5-527B-4B3B-BD11-698718A29A94}" dt="2019-10-25T05:39:43.091" v="160"/>
          <ac:cxnSpMkLst>
            <pc:docMk/>
            <pc:sldMk cId="3701024981" sldId="269"/>
            <ac:cxnSpMk id="49" creationId="{4EE1EE90-A5E1-482E-9CD5-FB07695FE87F}"/>
          </ac:cxnSpMkLst>
        </pc:cxnChg>
        <pc:cxnChg chg="add del">
          <ac:chgData name="CHOI JUNHO" userId="2ed797a4709b55ca" providerId="LiveId" clId="{5B9CC2E5-527B-4B3B-BD11-698718A29A94}" dt="2019-10-25T05:39:43.091" v="160"/>
          <ac:cxnSpMkLst>
            <pc:docMk/>
            <pc:sldMk cId="3701024981" sldId="269"/>
            <ac:cxnSpMk id="58" creationId="{2713420F-18A1-4F23-A165-5053CA5DA8C1}"/>
          </ac:cxnSpMkLst>
        </pc:cxnChg>
        <pc:cxnChg chg="add del">
          <ac:chgData name="CHOI JUNHO" userId="2ed797a4709b55ca" providerId="LiveId" clId="{5B9CC2E5-527B-4B3B-BD11-698718A29A94}" dt="2019-10-25T05:39:43.091" v="160"/>
          <ac:cxnSpMkLst>
            <pc:docMk/>
            <pc:sldMk cId="3701024981" sldId="269"/>
            <ac:cxnSpMk id="65" creationId="{32F873C4-4D37-4C58-A756-3A233C0C6F40}"/>
          </ac:cxnSpMkLst>
        </pc:cxnChg>
        <pc:cxnChg chg="add del">
          <ac:chgData name="CHOI JUNHO" userId="2ed797a4709b55ca" providerId="LiveId" clId="{5B9CC2E5-527B-4B3B-BD11-698718A29A94}" dt="2019-10-25T05:39:43.091" v="160"/>
          <ac:cxnSpMkLst>
            <pc:docMk/>
            <pc:sldMk cId="3701024981" sldId="269"/>
            <ac:cxnSpMk id="66" creationId="{2AD7751B-C43C-4372-B4B2-18A2B5F8A570}"/>
          </ac:cxnSpMkLst>
        </pc:cxnChg>
        <pc:cxnChg chg="add del">
          <ac:chgData name="CHOI JUNHO" userId="2ed797a4709b55ca" providerId="LiveId" clId="{5B9CC2E5-527B-4B3B-BD11-698718A29A94}" dt="2019-10-25T05:39:43.091" v="160"/>
          <ac:cxnSpMkLst>
            <pc:docMk/>
            <pc:sldMk cId="3701024981" sldId="269"/>
            <ac:cxnSpMk id="68" creationId="{FDEB2FCA-AA88-456C-8676-479C3DBC21C6}"/>
          </ac:cxnSpMkLst>
        </pc:cxnChg>
        <pc:cxnChg chg="add mod">
          <ac:chgData name="CHOI JUNHO" userId="2ed797a4709b55ca" providerId="LiveId" clId="{5B9CC2E5-527B-4B3B-BD11-698718A29A94}" dt="2019-10-25T07:13:42.093" v="1189" actId="1076"/>
          <ac:cxnSpMkLst>
            <pc:docMk/>
            <pc:sldMk cId="3701024981" sldId="269"/>
            <ac:cxnSpMk id="71" creationId="{0EB19EE5-9465-4623-B5E6-86A4EEA948BC}"/>
          </ac:cxnSpMkLst>
        </pc:cxnChg>
        <pc:cxnChg chg="add del mod">
          <ac:chgData name="CHOI JUNHO" userId="2ed797a4709b55ca" providerId="LiveId" clId="{5B9CC2E5-527B-4B3B-BD11-698718A29A94}" dt="2019-10-25T06:27:24.910" v="532" actId="478"/>
          <ac:cxnSpMkLst>
            <pc:docMk/>
            <pc:sldMk cId="3701024981" sldId="269"/>
            <ac:cxnSpMk id="74" creationId="{6992C6D2-C648-43B7-A8F1-8CB36F4281D0}"/>
          </ac:cxnSpMkLst>
        </pc:cxnChg>
        <pc:cxnChg chg="add mod">
          <ac:chgData name="CHOI JUNHO" userId="2ed797a4709b55ca" providerId="LiveId" clId="{5B9CC2E5-527B-4B3B-BD11-698718A29A94}" dt="2019-10-25T07:13:42.093" v="1189" actId="1076"/>
          <ac:cxnSpMkLst>
            <pc:docMk/>
            <pc:sldMk cId="3701024981" sldId="269"/>
            <ac:cxnSpMk id="75" creationId="{3EAA323F-DBB6-4EA2-A233-C692700A4A09}"/>
          </ac:cxnSpMkLst>
        </pc:cxnChg>
        <pc:cxnChg chg="add mod">
          <ac:chgData name="CHOI JUNHO" userId="2ed797a4709b55ca" providerId="LiveId" clId="{5B9CC2E5-527B-4B3B-BD11-698718A29A94}" dt="2019-10-25T07:13:42.093" v="1189" actId="1076"/>
          <ac:cxnSpMkLst>
            <pc:docMk/>
            <pc:sldMk cId="3701024981" sldId="269"/>
            <ac:cxnSpMk id="78" creationId="{D05A348D-A722-4F99-9226-69B4D9EA6C86}"/>
          </ac:cxnSpMkLst>
        </pc:cxnChg>
        <pc:cxnChg chg="add del mod">
          <ac:chgData name="CHOI JUNHO" userId="2ed797a4709b55ca" providerId="LiveId" clId="{5B9CC2E5-527B-4B3B-BD11-698718A29A94}" dt="2019-10-25T05:51:46.362" v="406" actId="478"/>
          <ac:cxnSpMkLst>
            <pc:docMk/>
            <pc:sldMk cId="3701024981" sldId="269"/>
            <ac:cxnSpMk id="80" creationId="{59FCD48E-D5DB-4DC5-B725-96E43EF95485}"/>
          </ac:cxnSpMkLst>
        </pc:cxnChg>
        <pc:cxnChg chg="add mod">
          <ac:chgData name="CHOI JUNHO" userId="2ed797a4709b55ca" providerId="LiveId" clId="{5B9CC2E5-527B-4B3B-BD11-698718A29A94}" dt="2019-10-25T07:13:42.093" v="1189" actId="1076"/>
          <ac:cxnSpMkLst>
            <pc:docMk/>
            <pc:sldMk cId="3701024981" sldId="269"/>
            <ac:cxnSpMk id="81" creationId="{1531A96F-ADC4-488E-B8F7-C84DFF9517F3}"/>
          </ac:cxnSpMkLst>
        </pc:cxnChg>
        <pc:cxnChg chg="add del mod">
          <ac:chgData name="CHOI JUNHO" userId="2ed797a4709b55ca" providerId="LiveId" clId="{5B9CC2E5-527B-4B3B-BD11-698718A29A94}" dt="2019-10-25T06:28:38.255" v="566" actId="478"/>
          <ac:cxnSpMkLst>
            <pc:docMk/>
            <pc:sldMk cId="3701024981" sldId="269"/>
            <ac:cxnSpMk id="85" creationId="{D6902273-800C-4829-9318-3C57F8444D23}"/>
          </ac:cxnSpMkLst>
        </pc:cxnChg>
        <pc:cxnChg chg="add mod">
          <ac:chgData name="CHOI JUNHO" userId="2ed797a4709b55ca" providerId="LiveId" clId="{5B9CC2E5-527B-4B3B-BD11-698718A29A94}" dt="2019-10-25T07:13:42.093" v="1189" actId="1076"/>
          <ac:cxnSpMkLst>
            <pc:docMk/>
            <pc:sldMk cId="3701024981" sldId="269"/>
            <ac:cxnSpMk id="89" creationId="{47020681-DCBB-4A06-927F-F33D01FFE2F6}"/>
          </ac:cxnSpMkLst>
        </pc:cxnChg>
        <pc:cxnChg chg="add del mod">
          <ac:chgData name="CHOI JUNHO" userId="2ed797a4709b55ca" providerId="LiveId" clId="{5B9CC2E5-527B-4B3B-BD11-698718A29A94}" dt="2019-10-25T07:13:15.741" v="1182" actId="478"/>
          <ac:cxnSpMkLst>
            <pc:docMk/>
            <pc:sldMk cId="3701024981" sldId="269"/>
            <ac:cxnSpMk id="100" creationId="{E8672D36-1605-4143-BB1F-200DD00DC313}"/>
          </ac:cxnSpMkLst>
        </pc:cxnChg>
        <pc:cxnChg chg="add del mod">
          <ac:chgData name="CHOI JUNHO" userId="2ed797a4709b55ca" providerId="LiveId" clId="{5B9CC2E5-527B-4B3B-BD11-698718A29A94}" dt="2019-10-25T06:32:48.607" v="719" actId="478"/>
          <ac:cxnSpMkLst>
            <pc:docMk/>
            <pc:sldMk cId="3701024981" sldId="269"/>
            <ac:cxnSpMk id="104" creationId="{E9BF8B63-ACAA-488F-BEF8-3889D9803123}"/>
          </ac:cxnSpMkLst>
        </pc:cxnChg>
        <pc:cxnChg chg="add del mod">
          <ac:chgData name="CHOI JUNHO" userId="2ed797a4709b55ca" providerId="LiveId" clId="{5B9CC2E5-527B-4B3B-BD11-698718A29A94}" dt="2019-10-25T06:30:16.492" v="710" actId="478"/>
          <ac:cxnSpMkLst>
            <pc:docMk/>
            <pc:sldMk cId="3701024981" sldId="269"/>
            <ac:cxnSpMk id="105" creationId="{A36759AF-AF89-463C-BAB3-4680DC99FD06}"/>
          </ac:cxnSpMkLst>
        </pc:cxnChg>
        <pc:cxnChg chg="add del mod">
          <ac:chgData name="CHOI JUNHO" userId="2ed797a4709b55ca" providerId="LiveId" clId="{5B9CC2E5-527B-4B3B-BD11-698718A29A94}" dt="2019-10-25T06:32:48.607" v="719" actId="478"/>
          <ac:cxnSpMkLst>
            <pc:docMk/>
            <pc:sldMk cId="3701024981" sldId="269"/>
            <ac:cxnSpMk id="106" creationId="{052D78D7-57D9-4C47-9020-0A600D3C5380}"/>
          </ac:cxnSpMkLst>
        </pc:cxnChg>
        <pc:cxnChg chg="add del mod">
          <ac:chgData name="CHOI JUNHO" userId="2ed797a4709b55ca" providerId="LiveId" clId="{5B9CC2E5-527B-4B3B-BD11-698718A29A94}" dt="2019-10-25T06:32:48.607" v="719" actId="478"/>
          <ac:cxnSpMkLst>
            <pc:docMk/>
            <pc:sldMk cId="3701024981" sldId="269"/>
            <ac:cxnSpMk id="109" creationId="{A58DC7D0-3FD2-40A5-8183-8077FD8FDF3C}"/>
          </ac:cxnSpMkLst>
        </pc:cxnChg>
        <pc:cxnChg chg="add del mod">
          <ac:chgData name="CHOI JUNHO" userId="2ed797a4709b55ca" providerId="LiveId" clId="{5B9CC2E5-527B-4B3B-BD11-698718A29A94}" dt="2019-10-25T07:13:15.741" v="1182" actId="478"/>
          <ac:cxnSpMkLst>
            <pc:docMk/>
            <pc:sldMk cId="3701024981" sldId="269"/>
            <ac:cxnSpMk id="113" creationId="{A2214370-40F2-4D7B-93AC-05D0BC99C6C0}"/>
          </ac:cxnSpMkLst>
        </pc:cxnChg>
        <pc:cxnChg chg="add del">
          <ac:chgData name="CHOI JUNHO" userId="2ed797a4709b55ca" providerId="LiveId" clId="{5B9CC2E5-527B-4B3B-BD11-698718A29A94}" dt="2019-10-25T05:39:54.069" v="162" actId="478"/>
          <ac:cxnSpMkLst>
            <pc:docMk/>
            <pc:sldMk cId="3701024981" sldId="269"/>
            <ac:cxnSpMk id="122" creationId="{EB0EFF9E-80F3-4A60-8B2F-03E97EB2DC74}"/>
          </ac:cxnSpMkLst>
        </pc:cxnChg>
        <pc:cxnChg chg="add del mod">
          <ac:chgData name="CHOI JUNHO" userId="2ed797a4709b55ca" providerId="LiveId" clId="{5B9CC2E5-527B-4B3B-BD11-698718A29A94}" dt="2019-10-25T06:32:48.607" v="719" actId="478"/>
          <ac:cxnSpMkLst>
            <pc:docMk/>
            <pc:sldMk cId="3701024981" sldId="269"/>
            <ac:cxnSpMk id="129" creationId="{BA0AB1E8-26AA-410F-AEFC-695C43A5A608}"/>
          </ac:cxnSpMkLst>
        </pc:cxnChg>
        <pc:cxnChg chg="add del mod">
          <ac:chgData name="CHOI JUNHO" userId="2ed797a4709b55ca" providerId="LiveId" clId="{5B9CC2E5-527B-4B3B-BD11-698718A29A94}" dt="2019-10-25T07:13:15.741" v="1182" actId="478"/>
          <ac:cxnSpMkLst>
            <pc:docMk/>
            <pc:sldMk cId="3701024981" sldId="269"/>
            <ac:cxnSpMk id="130" creationId="{387D208A-160D-4847-B605-F532134080E8}"/>
          </ac:cxnSpMkLst>
        </pc:cxnChg>
        <pc:cxnChg chg="add del mod">
          <ac:chgData name="CHOI JUNHO" userId="2ed797a4709b55ca" providerId="LiveId" clId="{5B9CC2E5-527B-4B3B-BD11-698718A29A94}" dt="2019-10-25T07:13:15.741" v="1182" actId="478"/>
          <ac:cxnSpMkLst>
            <pc:docMk/>
            <pc:sldMk cId="3701024981" sldId="269"/>
            <ac:cxnSpMk id="132" creationId="{AE5F4CD1-B006-4839-A069-1AF149D652B2}"/>
          </ac:cxnSpMkLst>
        </pc:cxnChg>
        <pc:cxnChg chg="add del">
          <ac:chgData name="CHOI JUNHO" userId="2ed797a4709b55ca" providerId="LiveId" clId="{5B9CC2E5-527B-4B3B-BD11-698718A29A94}" dt="2019-10-25T06:19:24.893" v="413" actId="478"/>
          <ac:cxnSpMkLst>
            <pc:docMk/>
            <pc:sldMk cId="3701024981" sldId="269"/>
            <ac:cxnSpMk id="144" creationId="{563164BD-0186-4492-81E6-AF722D320517}"/>
          </ac:cxnSpMkLst>
        </pc:cxnChg>
        <pc:cxnChg chg="add mod">
          <ac:chgData name="CHOI JUNHO" userId="2ed797a4709b55ca" providerId="LiveId" clId="{5B9CC2E5-527B-4B3B-BD11-698718A29A94}" dt="2019-10-25T07:13:42.093" v="1189" actId="1076"/>
          <ac:cxnSpMkLst>
            <pc:docMk/>
            <pc:sldMk cId="3701024981" sldId="269"/>
            <ac:cxnSpMk id="145" creationId="{1844ECF1-8D41-4F66-9DF0-1A724E1BBF8D}"/>
          </ac:cxnSpMkLst>
        </pc:cxnChg>
        <pc:cxnChg chg="add mod">
          <ac:chgData name="CHOI JUNHO" userId="2ed797a4709b55ca" providerId="LiveId" clId="{5B9CC2E5-527B-4B3B-BD11-698718A29A94}" dt="2019-10-25T07:13:42.093" v="1189" actId="1076"/>
          <ac:cxnSpMkLst>
            <pc:docMk/>
            <pc:sldMk cId="3701024981" sldId="269"/>
            <ac:cxnSpMk id="151" creationId="{CD6A5F96-73E1-42FF-92DC-3027731D9A6D}"/>
          </ac:cxnSpMkLst>
        </pc:cxnChg>
        <pc:cxnChg chg="add del mod">
          <ac:chgData name="CHOI JUNHO" userId="2ed797a4709b55ca" providerId="LiveId" clId="{5B9CC2E5-527B-4B3B-BD11-698718A29A94}" dt="2019-10-25T06:32:12.084" v="714" actId="478"/>
          <ac:cxnSpMkLst>
            <pc:docMk/>
            <pc:sldMk cId="3701024981" sldId="269"/>
            <ac:cxnSpMk id="154" creationId="{81E88BD0-4DBA-4347-B762-6A491B45153C}"/>
          </ac:cxnSpMkLst>
        </pc:cxnChg>
        <pc:cxnChg chg="add mod">
          <ac:chgData name="CHOI JUNHO" userId="2ed797a4709b55ca" providerId="LiveId" clId="{5B9CC2E5-527B-4B3B-BD11-698718A29A94}" dt="2019-10-25T07:13:42.093" v="1189" actId="1076"/>
          <ac:cxnSpMkLst>
            <pc:docMk/>
            <pc:sldMk cId="3701024981" sldId="269"/>
            <ac:cxnSpMk id="176" creationId="{F0764B5C-7996-4555-A6C8-DCF384F07B15}"/>
          </ac:cxnSpMkLst>
        </pc:cxnChg>
        <pc:cxnChg chg="add mod">
          <ac:chgData name="CHOI JUNHO" userId="2ed797a4709b55ca" providerId="LiveId" clId="{5B9CC2E5-527B-4B3B-BD11-698718A29A94}" dt="2019-10-25T07:13:42.093" v="1189" actId="1076"/>
          <ac:cxnSpMkLst>
            <pc:docMk/>
            <pc:sldMk cId="3701024981" sldId="269"/>
            <ac:cxnSpMk id="184" creationId="{2038451C-79FF-48C2-8602-E9EAA305AAD6}"/>
          </ac:cxnSpMkLst>
        </pc:cxnChg>
      </pc:sldChg>
      <pc:sldChg chg="addSp delSp modSp add">
        <pc:chgData name="CHOI JUNHO" userId="2ed797a4709b55ca" providerId="LiveId" clId="{5B9CC2E5-527B-4B3B-BD11-698718A29A94}" dt="2019-10-28T03:27:06.874" v="5463" actId="20577"/>
        <pc:sldMkLst>
          <pc:docMk/>
          <pc:sldMk cId="1665297153" sldId="270"/>
        </pc:sldMkLst>
        <pc:spChg chg="mod">
          <ac:chgData name="CHOI JUNHO" userId="2ed797a4709b55ca" providerId="LiveId" clId="{5B9CC2E5-527B-4B3B-BD11-698718A29A94}" dt="2019-10-28T03:22:41.795" v="5423" actId="20577"/>
          <ac:spMkLst>
            <pc:docMk/>
            <pc:sldMk cId="1665297153" sldId="270"/>
            <ac:spMk id="2" creationId="{C0A9B755-95D3-4E21-9F5C-A6467321ABBF}"/>
          </ac:spMkLst>
        </pc:spChg>
        <pc:spChg chg="add mod">
          <ac:chgData name="CHOI JUNHO" userId="2ed797a4709b55ca" providerId="LiveId" clId="{5B9CC2E5-527B-4B3B-BD11-698718A29A94}" dt="2019-10-25T08:20:09.419" v="3103" actId="1076"/>
          <ac:spMkLst>
            <pc:docMk/>
            <pc:sldMk cId="1665297153" sldId="270"/>
            <ac:spMk id="3" creationId="{08404561-832C-42A9-BCE1-4B921D68F947}"/>
          </ac:spMkLst>
        </pc:spChg>
        <pc:spChg chg="add del mod">
          <ac:chgData name="CHOI JUNHO" userId="2ed797a4709b55ca" providerId="LiveId" clId="{5B9CC2E5-527B-4B3B-BD11-698718A29A94}" dt="2019-10-25T08:13:03.332" v="2949" actId="478"/>
          <ac:spMkLst>
            <pc:docMk/>
            <pc:sldMk cId="1665297153" sldId="270"/>
            <ac:spMk id="4" creationId="{FF4389FC-924B-442D-9CE5-AE54ADC0657C}"/>
          </ac:spMkLst>
        </pc:spChg>
        <pc:spChg chg="add del mod">
          <ac:chgData name="CHOI JUNHO" userId="2ed797a4709b55ca" providerId="LiveId" clId="{5B9CC2E5-527B-4B3B-BD11-698718A29A94}" dt="2019-10-25T07:34:11.627" v="1816" actId="478"/>
          <ac:spMkLst>
            <pc:docMk/>
            <pc:sldMk cId="1665297153" sldId="270"/>
            <ac:spMk id="6" creationId="{10832364-E72E-4F8B-BFF7-FBA34E68733F}"/>
          </ac:spMkLst>
        </pc:spChg>
        <pc:spChg chg="add mod">
          <ac:chgData name="CHOI JUNHO" userId="2ed797a4709b55ca" providerId="LiveId" clId="{5B9CC2E5-527B-4B3B-BD11-698718A29A94}" dt="2019-10-25T08:20:09.419" v="3103" actId="1076"/>
          <ac:spMkLst>
            <pc:docMk/>
            <pc:sldMk cId="1665297153" sldId="270"/>
            <ac:spMk id="8" creationId="{5B3699D4-E2C7-49B9-B41C-250D3577104E}"/>
          </ac:spMkLst>
        </pc:spChg>
        <pc:spChg chg="add del mod">
          <ac:chgData name="CHOI JUNHO" userId="2ed797a4709b55ca" providerId="LiveId" clId="{5B9CC2E5-527B-4B3B-BD11-698718A29A94}" dt="2019-10-25T07:34:11.627" v="1816" actId="478"/>
          <ac:spMkLst>
            <pc:docMk/>
            <pc:sldMk cId="1665297153" sldId="270"/>
            <ac:spMk id="9" creationId="{249044E2-7F89-4F2D-98B4-F40F27701E2B}"/>
          </ac:spMkLst>
        </pc:spChg>
        <pc:spChg chg="add del mod">
          <ac:chgData name="CHOI JUNHO" userId="2ed797a4709b55ca" providerId="LiveId" clId="{5B9CC2E5-527B-4B3B-BD11-698718A29A94}" dt="2019-10-25T07:34:11.627" v="1816" actId="478"/>
          <ac:spMkLst>
            <pc:docMk/>
            <pc:sldMk cId="1665297153" sldId="270"/>
            <ac:spMk id="12" creationId="{9263FB49-5653-42EE-9DE3-44B39B5864DF}"/>
          </ac:spMkLst>
        </pc:spChg>
        <pc:spChg chg="add del mod">
          <ac:chgData name="CHOI JUNHO" userId="2ed797a4709b55ca" providerId="LiveId" clId="{5B9CC2E5-527B-4B3B-BD11-698718A29A94}" dt="2019-10-25T07:34:11.627" v="1816" actId="478"/>
          <ac:spMkLst>
            <pc:docMk/>
            <pc:sldMk cId="1665297153" sldId="270"/>
            <ac:spMk id="13" creationId="{D82CBA51-CB7F-44EF-BE32-A3EF4EB0264B}"/>
          </ac:spMkLst>
        </pc:spChg>
        <pc:spChg chg="add mod">
          <ac:chgData name="CHOI JUNHO" userId="2ed797a4709b55ca" providerId="LiveId" clId="{5B9CC2E5-527B-4B3B-BD11-698718A29A94}" dt="2019-10-25T08:20:09.419" v="3103" actId="1076"/>
          <ac:spMkLst>
            <pc:docMk/>
            <pc:sldMk cId="1665297153" sldId="270"/>
            <ac:spMk id="14" creationId="{E186A483-920D-49FF-BB8D-66835DCA4BF2}"/>
          </ac:spMkLst>
        </pc:spChg>
        <pc:spChg chg="add del mod">
          <ac:chgData name="CHOI JUNHO" userId="2ed797a4709b55ca" providerId="LiveId" clId="{5B9CC2E5-527B-4B3B-BD11-698718A29A94}" dt="2019-10-25T08:13:03.332" v="2949" actId="478"/>
          <ac:spMkLst>
            <pc:docMk/>
            <pc:sldMk cId="1665297153" sldId="270"/>
            <ac:spMk id="16" creationId="{13495D62-71EC-4A55-8745-A80EEF8D4AE7}"/>
          </ac:spMkLst>
        </pc:spChg>
        <pc:spChg chg="add del mod">
          <ac:chgData name="CHOI JUNHO" userId="2ed797a4709b55ca" providerId="LiveId" clId="{5B9CC2E5-527B-4B3B-BD11-698718A29A94}" dt="2019-10-25T08:13:03.332" v="2949" actId="478"/>
          <ac:spMkLst>
            <pc:docMk/>
            <pc:sldMk cId="1665297153" sldId="270"/>
            <ac:spMk id="17" creationId="{47ECFC45-9AAF-4992-905F-0E47D5B88A07}"/>
          </ac:spMkLst>
        </pc:spChg>
        <pc:spChg chg="add mod">
          <ac:chgData name="CHOI JUNHO" userId="2ed797a4709b55ca" providerId="LiveId" clId="{5B9CC2E5-527B-4B3B-BD11-698718A29A94}" dt="2019-10-25T07:26:51.746" v="1431" actId="164"/>
          <ac:spMkLst>
            <pc:docMk/>
            <pc:sldMk cId="1665297153" sldId="270"/>
            <ac:spMk id="19" creationId="{FD0B5C08-D654-41F3-A606-8B332515FE24}"/>
          </ac:spMkLst>
        </pc:spChg>
        <pc:spChg chg="add mod">
          <ac:chgData name="CHOI JUNHO" userId="2ed797a4709b55ca" providerId="LiveId" clId="{5B9CC2E5-527B-4B3B-BD11-698718A29A94}" dt="2019-10-25T09:32:46.964" v="4240" actId="20577"/>
          <ac:spMkLst>
            <pc:docMk/>
            <pc:sldMk cId="1665297153" sldId="270"/>
            <ac:spMk id="20" creationId="{B08C0ABE-CEC2-45B7-B4B6-4CED578B42DD}"/>
          </ac:spMkLst>
        </pc:spChg>
        <pc:spChg chg="add del mod">
          <ac:chgData name="CHOI JUNHO" userId="2ed797a4709b55ca" providerId="LiveId" clId="{5B9CC2E5-527B-4B3B-BD11-698718A29A94}" dt="2019-10-25T07:41:04.896" v="2215" actId="478"/>
          <ac:spMkLst>
            <pc:docMk/>
            <pc:sldMk cId="1665297153" sldId="270"/>
            <ac:spMk id="23" creationId="{5B2EB2E4-7ED3-49A4-8255-F4CAA485C6C4}"/>
          </ac:spMkLst>
        </pc:spChg>
        <pc:spChg chg="add del mod">
          <ac:chgData name="CHOI JUNHO" userId="2ed797a4709b55ca" providerId="LiveId" clId="{5B9CC2E5-527B-4B3B-BD11-698718A29A94}" dt="2019-10-25T07:41:04.896" v="2215" actId="478"/>
          <ac:spMkLst>
            <pc:docMk/>
            <pc:sldMk cId="1665297153" sldId="270"/>
            <ac:spMk id="26" creationId="{A21C7313-6FEB-41E8-B2C8-06DEF7FA9861}"/>
          </ac:spMkLst>
        </pc:spChg>
        <pc:spChg chg="mod topLvl">
          <ac:chgData name="CHOI JUNHO" userId="2ed797a4709b55ca" providerId="LiveId" clId="{5B9CC2E5-527B-4B3B-BD11-698718A29A94}" dt="2019-10-25T08:08:26.670" v="2783" actId="164"/>
          <ac:spMkLst>
            <pc:docMk/>
            <pc:sldMk cId="1665297153" sldId="270"/>
            <ac:spMk id="31" creationId="{3DB5C3AF-CB45-4EE4-B307-366664B5C5B0}"/>
          </ac:spMkLst>
        </pc:spChg>
        <pc:spChg chg="del mod topLvl">
          <ac:chgData name="CHOI JUNHO" userId="2ed797a4709b55ca" providerId="LiveId" clId="{5B9CC2E5-527B-4B3B-BD11-698718A29A94}" dt="2019-10-25T07:41:03.633" v="2214" actId="478"/>
          <ac:spMkLst>
            <pc:docMk/>
            <pc:sldMk cId="1665297153" sldId="270"/>
            <ac:spMk id="32" creationId="{0783D4FA-5DB4-48B1-8D7F-3E4CFB83A192}"/>
          </ac:spMkLst>
        </pc:spChg>
        <pc:spChg chg="del mod topLvl">
          <ac:chgData name="CHOI JUNHO" userId="2ed797a4709b55ca" providerId="LiveId" clId="{5B9CC2E5-527B-4B3B-BD11-698718A29A94}" dt="2019-10-25T07:30:26.829" v="1757" actId="478"/>
          <ac:spMkLst>
            <pc:docMk/>
            <pc:sldMk cId="1665297153" sldId="270"/>
            <ac:spMk id="33" creationId="{DDCC2AE1-558B-4A27-A9D2-473142282FE0}"/>
          </ac:spMkLst>
        </pc:spChg>
        <pc:spChg chg="del mod topLvl">
          <ac:chgData name="CHOI JUNHO" userId="2ed797a4709b55ca" providerId="LiveId" clId="{5B9CC2E5-527B-4B3B-BD11-698718A29A94}" dt="2019-10-25T07:41:03.633" v="2214" actId="478"/>
          <ac:spMkLst>
            <pc:docMk/>
            <pc:sldMk cId="1665297153" sldId="270"/>
            <ac:spMk id="35" creationId="{04AC251E-AE3A-4597-9D09-8990198704B2}"/>
          </ac:spMkLst>
        </pc:spChg>
        <pc:spChg chg="mod topLvl">
          <ac:chgData name="CHOI JUNHO" userId="2ed797a4709b55ca" providerId="LiveId" clId="{5B9CC2E5-527B-4B3B-BD11-698718A29A94}" dt="2019-10-25T08:08:26.670" v="2783" actId="164"/>
          <ac:spMkLst>
            <pc:docMk/>
            <pc:sldMk cId="1665297153" sldId="270"/>
            <ac:spMk id="36" creationId="{60260993-490A-46A8-B8B1-6468B822C259}"/>
          </ac:spMkLst>
        </pc:spChg>
        <pc:spChg chg="add mod topLvl">
          <ac:chgData name="CHOI JUNHO" userId="2ed797a4709b55ca" providerId="LiveId" clId="{5B9CC2E5-527B-4B3B-BD11-698718A29A94}" dt="2019-10-25T08:08:26.670" v="2783" actId="164"/>
          <ac:spMkLst>
            <pc:docMk/>
            <pc:sldMk cId="1665297153" sldId="270"/>
            <ac:spMk id="37" creationId="{A84E1EA7-FC20-4F13-959F-3F8D1C5D07AF}"/>
          </ac:spMkLst>
        </pc:spChg>
        <pc:spChg chg="add">
          <ac:chgData name="CHOI JUNHO" userId="2ed797a4709b55ca" providerId="LiveId" clId="{5B9CC2E5-527B-4B3B-BD11-698718A29A94}" dt="2019-10-25T08:56:56.736" v="4214"/>
          <ac:spMkLst>
            <pc:docMk/>
            <pc:sldMk cId="1665297153" sldId="270"/>
            <ac:spMk id="38" creationId="{3E92179B-1D51-42D9-BFB2-F36184AEE02B}"/>
          </ac:spMkLst>
        </pc:spChg>
        <pc:spChg chg="add del mod">
          <ac:chgData name="CHOI JUNHO" userId="2ed797a4709b55ca" providerId="LiveId" clId="{5B9CC2E5-527B-4B3B-BD11-698718A29A94}" dt="2019-10-25T07:53:55.807" v="2615" actId="478"/>
          <ac:spMkLst>
            <pc:docMk/>
            <pc:sldMk cId="1665297153" sldId="270"/>
            <ac:spMk id="41" creationId="{1ACD5A0F-2823-4294-A943-32E9C5491F8D}"/>
          </ac:spMkLst>
        </pc:spChg>
        <pc:spChg chg="mod topLvl">
          <ac:chgData name="CHOI JUNHO" userId="2ed797a4709b55ca" providerId="LiveId" clId="{5B9CC2E5-527B-4B3B-BD11-698718A29A94}" dt="2019-10-25T08:20:09.419" v="3103" actId="1076"/>
          <ac:spMkLst>
            <pc:docMk/>
            <pc:sldMk cId="1665297153" sldId="270"/>
            <ac:spMk id="46" creationId="{2DC549A4-4D7F-4D65-BD73-01C1CF8475E9}"/>
          </ac:spMkLst>
        </pc:spChg>
        <pc:spChg chg="mod topLvl">
          <ac:chgData name="CHOI JUNHO" userId="2ed797a4709b55ca" providerId="LiveId" clId="{5B9CC2E5-527B-4B3B-BD11-698718A29A94}" dt="2019-10-25T08:20:09.419" v="3103" actId="1076"/>
          <ac:spMkLst>
            <pc:docMk/>
            <pc:sldMk cId="1665297153" sldId="270"/>
            <ac:spMk id="47" creationId="{3E80AAAD-A83C-439E-B0A3-8E7F6C20DBC8}"/>
          </ac:spMkLst>
        </pc:spChg>
        <pc:spChg chg="del">
          <ac:chgData name="CHOI JUNHO" userId="2ed797a4709b55ca" providerId="LiveId" clId="{5B9CC2E5-527B-4B3B-BD11-698718A29A94}" dt="2019-10-25T07:38:16.789" v="2175" actId="478"/>
          <ac:spMkLst>
            <pc:docMk/>
            <pc:sldMk cId="1665297153" sldId="270"/>
            <ac:spMk id="48" creationId="{E17CEA51-8EF5-420D-984C-71614A8DD1C5}"/>
          </ac:spMkLst>
        </pc:spChg>
        <pc:spChg chg="del mod topLvl">
          <ac:chgData name="CHOI JUNHO" userId="2ed797a4709b55ca" providerId="LiveId" clId="{5B9CC2E5-527B-4B3B-BD11-698718A29A94}" dt="2019-10-25T07:53:58.013" v="2616" actId="478"/>
          <ac:spMkLst>
            <pc:docMk/>
            <pc:sldMk cId="1665297153" sldId="270"/>
            <ac:spMk id="50" creationId="{538A412E-9DE7-4197-8E99-CC9F254D0EC9}"/>
          </ac:spMkLst>
        </pc:spChg>
        <pc:spChg chg="add del mod">
          <ac:chgData name="CHOI JUNHO" userId="2ed797a4709b55ca" providerId="LiveId" clId="{5B9CC2E5-527B-4B3B-BD11-698718A29A94}" dt="2019-10-25T07:41:26.623" v="2219" actId="767"/>
          <ac:spMkLst>
            <pc:docMk/>
            <pc:sldMk cId="1665297153" sldId="270"/>
            <ac:spMk id="56" creationId="{DE062B81-7231-44E2-BA83-E461FA56650B}"/>
          </ac:spMkLst>
        </pc:spChg>
        <pc:spChg chg="add mod">
          <ac:chgData name="CHOI JUNHO" userId="2ed797a4709b55ca" providerId="LiveId" clId="{5B9CC2E5-527B-4B3B-BD11-698718A29A94}" dt="2019-10-25T08:20:09.419" v="3103" actId="1076"/>
          <ac:spMkLst>
            <pc:docMk/>
            <pc:sldMk cId="1665297153" sldId="270"/>
            <ac:spMk id="57" creationId="{68FAE4D7-BB0A-46BD-A061-97A3CEB0F2F5}"/>
          </ac:spMkLst>
        </pc:spChg>
        <pc:spChg chg="add del mod">
          <ac:chgData name="CHOI JUNHO" userId="2ed797a4709b55ca" providerId="LiveId" clId="{5B9CC2E5-527B-4B3B-BD11-698718A29A94}" dt="2019-10-25T08:08:34.471" v="2784" actId="478"/>
          <ac:spMkLst>
            <pc:docMk/>
            <pc:sldMk cId="1665297153" sldId="270"/>
            <ac:spMk id="59" creationId="{2279EB48-075C-4094-99E4-324AC760D962}"/>
          </ac:spMkLst>
        </pc:spChg>
        <pc:spChg chg="add mod">
          <ac:chgData name="CHOI JUNHO" userId="2ed797a4709b55ca" providerId="LiveId" clId="{5B9CC2E5-527B-4B3B-BD11-698718A29A94}" dt="2019-10-25T08:20:09.419" v="3103" actId="1076"/>
          <ac:spMkLst>
            <pc:docMk/>
            <pc:sldMk cId="1665297153" sldId="270"/>
            <ac:spMk id="68" creationId="{C63591AB-0CF9-4E01-B39E-A6360DC90A6D}"/>
          </ac:spMkLst>
        </pc:spChg>
        <pc:spChg chg="mod topLvl">
          <ac:chgData name="CHOI JUNHO" userId="2ed797a4709b55ca" providerId="LiveId" clId="{5B9CC2E5-527B-4B3B-BD11-698718A29A94}" dt="2019-10-25T08:14:54.459" v="3003" actId="164"/>
          <ac:spMkLst>
            <pc:docMk/>
            <pc:sldMk cId="1665297153" sldId="270"/>
            <ac:spMk id="73" creationId="{D111A169-F994-4110-99B5-EA8B17DCAD2D}"/>
          </ac:spMkLst>
        </pc:spChg>
        <pc:spChg chg="del">
          <ac:chgData name="CHOI JUNHO" userId="2ed797a4709b55ca" providerId="LiveId" clId="{5B9CC2E5-527B-4B3B-BD11-698718A29A94}" dt="2019-10-25T07:49:09.543" v="2495" actId="478"/>
          <ac:spMkLst>
            <pc:docMk/>
            <pc:sldMk cId="1665297153" sldId="270"/>
            <ac:spMk id="74" creationId="{AEB8241C-6D1F-441B-880E-244202BB7940}"/>
          </ac:spMkLst>
        </pc:spChg>
        <pc:spChg chg="add del mod ord topLvl">
          <ac:chgData name="CHOI JUNHO" userId="2ed797a4709b55ca" providerId="LiveId" clId="{5B9CC2E5-527B-4B3B-BD11-698718A29A94}" dt="2019-10-25T08:20:09.419" v="3103" actId="1076"/>
          <ac:spMkLst>
            <pc:docMk/>
            <pc:sldMk cId="1665297153" sldId="270"/>
            <ac:spMk id="75" creationId="{14F262EB-1BC7-4F2B-9D2B-63FC7E71CD5A}"/>
          </ac:spMkLst>
        </pc:spChg>
        <pc:spChg chg="add mod">
          <ac:chgData name="CHOI JUNHO" userId="2ed797a4709b55ca" providerId="LiveId" clId="{5B9CC2E5-527B-4B3B-BD11-698718A29A94}" dt="2019-10-25T08:20:09.419" v="3103" actId="1076"/>
          <ac:spMkLst>
            <pc:docMk/>
            <pc:sldMk cId="1665297153" sldId="270"/>
            <ac:spMk id="80" creationId="{57A8CDCE-DDDB-4E80-9AE1-1E7CE689232A}"/>
          </ac:spMkLst>
        </pc:spChg>
        <pc:spChg chg="add del mod">
          <ac:chgData name="CHOI JUNHO" userId="2ed797a4709b55ca" providerId="LiveId" clId="{5B9CC2E5-527B-4B3B-BD11-698718A29A94}" dt="2019-10-25T07:54:16.926" v="2621" actId="478"/>
          <ac:spMkLst>
            <pc:docMk/>
            <pc:sldMk cId="1665297153" sldId="270"/>
            <ac:spMk id="84" creationId="{7CE575BD-B19F-422B-8F85-D1D0C10022DD}"/>
          </ac:spMkLst>
        </pc:spChg>
        <pc:spChg chg="add del mod">
          <ac:chgData name="CHOI JUNHO" userId="2ed797a4709b55ca" providerId="LiveId" clId="{5B9CC2E5-527B-4B3B-BD11-698718A29A94}" dt="2019-10-25T08:07:49.502" v="2774" actId="478"/>
          <ac:spMkLst>
            <pc:docMk/>
            <pc:sldMk cId="1665297153" sldId="270"/>
            <ac:spMk id="85" creationId="{20E77269-D0A0-410D-B60C-7E7F819E3DDD}"/>
          </ac:spMkLst>
        </pc:spChg>
        <pc:spChg chg="add mod topLvl">
          <ac:chgData name="CHOI JUNHO" userId="2ed797a4709b55ca" providerId="LiveId" clId="{5B9CC2E5-527B-4B3B-BD11-698718A29A94}" dt="2019-10-25T08:14:54.459" v="3003" actId="164"/>
          <ac:spMkLst>
            <pc:docMk/>
            <pc:sldMk cId="1665297153" sldId="270"/>
            <ac:spMk id="86" creationId="{22E48F6F-3D65-4529-BD02-7F2D93386095}"/>
          </ac:spMkLst>
        </pc:spChg>
        <pc:spChg chg="add del mod">
          <ac:chgData name="CHOI JUNHO" userId="2ed797a4709b55ca" providerId="LiveId" clId="{5B9CC2E5-527B-4B3B-BD11-698718A29A94}" dt="2019-10-25T07:58:52.438" v="2718" actId="478"/>
          <ac:spMkLst>
            <pc:docMk/>
            <pc:sldMk cId="1665297153" sldId="270"/>
            <ac:spMk id="91" creationId="{67F1DDFF-34E8-4894-B0FC-DC44A1455F55}"/>
          </ac:spMkLst>
        </pc:spChg>
        <pc:spChg chg="add mod">
          <ac:chgData name="CHOI JUNHO" userId="2ed797a4709b55ca" providerId="LiveId" clId="{5B9CC2E5-527B-4B3B-BD11-698718A29A94}" dt="2019-10-25T08:08:26.670" v="2783" actId="164"/>
          <ac:spMkLst>
            <pc:docMk/>
            <pc:sldMk cId="1665297153" sldId="270"/>
            <ac:spMk id="92" creationId="{AA2D3D75-EA4C-449C-873C-C730950E86E4}"/>
          </ac:spMkLst>
        </pc:spChg>
        <pc:spChg chg="add mod">
          <ac:chgData name="CHOI JUNHO" userId="2ed797a4709b55ca" providerId="LiveId" clId="{5B9CC2E5-527B-4B3B-BD11-698718A29A94}" dt="2019-10-25T09:46:05.612" v="4456" actId="1076"/>
          <ac:spMkLst>
            <pc:docMk/>
            <pc:sldMk cId="1665297153" sldId="270"/>
            <ac:spMk id="96" creationId="{F58E4629-1E48-4386-8446-A683258391AE}"/>
          </ac:spMkLst>
        </pc:spChg>
        <pc:spChg chg="add mod">
          <ac:chgData name="CHOI JUNHO" userId="2ed797a4709b55ca" providerId="LiveId" clId="{5B9CC2E5-527B-4B3B-BD11-698718A29A94}" dt="2019-10-25T08:14:54.459" v="3003" actId="164"/>
          <ac:spMkLst>
            <pc:docMk/>
            <pc:sldMk cId="1665297153" sldId="270"/>
            <ac:spMk id="103" creationId="{C4D6C2E9-5807-4764-B68C-4C88956C2063}"/>
          </ac:spMkLst>
        </pc:spChg>
        <pc:spChg chg="add mod">
          <ac:chgData name="CHOI JUNHO" userId="2ed797a4709b55ca" providerId="LiveId" clId="{5B9CC2E5-527B-4B3B-BD11-698718A29A94}" dt="2019-10-25T08:14:54.459" v="3003" actId="164"/>
          <ac:spMkLst>
            <pc:docMk/>
            <pc:sldMk cId="1665297153" sldId="270"/>
            <ac:spMk id="104" creationId="{2817011C-12DD-4994-AC93-5BAFA35132C9}"/>
          </ac:spMkLst>
        </pc:spChg>
        <pc:spChg chg="add del mod">
          <ac:chgData name="CHOI JUNHO" userId="2ed797a4709b55ca" providerId="LiveId" clId="{5B9CC2E5-527B-4B3B-BD11-698718A29A94}" dt="2019-10-25T08:19:20.311" v="3095" actId="478"/>
          <ac:spMkLst>
            <pc:docMk/>
            <pc:sldMk cId="1665297153" sldId="270"/>
            <ac:spMk id="106" creationId="{E78DF8CF-CB56-4D51-8214-73FCC7AEF031}"/>
          </ac:spMkLst>
        </pc:spChg>
        <pc:spChg chg="add mod">
          <ac:chgData name="CHOI JUNHO" userId="2ed797a4709b55ca" providerId="LiveId" clId="{5B9CC2E5-527B-4B3B-BD11-698718A29A94}" dt="2019-10-25T08:20:09.419" v="3103" actId="1076"/>
          <ac:spMkLst>
            <pc:docMk/>
            <pc:sldMk cId="1665297153" sldId="270"/>
            <ac:spMk id="114" creationId="{E364806D-439F-4E93-B0A7-7B5A59C5CE47}"/>
          </ac:spMkLst>
        </pc:spChg>
        <pc:spChg chg="add mod">
          <ac:chgData name="CHOI JUNHO" userId="2ed797a4709b55ca" providerId="LiveId" clId="{5B9CC2E5-527B-4B3B-BD11-698718A29A94}" dt="2019-10-28T03:27:06.874" v="5463" actId="20577"/>
          <ac:spMkLst>
            <pc:docMk/>
            <pc:sldMk cId="1665297153" sldId="270"/>
            <ac:spMk id="118" creationId="{2ED7D25B-A6C1-4E95-A9E7-0F388DA42AAE}"/>
          </ac:spMkLst>
        </pc:spChg>
        <pc:grpChg chg="add del mod">
          <ac:chgData name="CHOI JUNHO" userId="2ed797a4709b55ca" providerId="LiveId" clId="{5B9CC2E5-527B-4B3B-BD11-698718A29A94}" dt="2019-10-25T07:28:47.302" v="1599" actId="478"/>
          <ac:grpSpMkLst>
            <pc:docMk/>
            <pc:sldMk cId="1665297153" sldId="270"/>
            <ac:grpSpMk id="27" creationId="{3368E6F3-F30E-482C-B805-957F25DF2443}"/>
          </ac:grpSpMkLst>
        </pc:grpChg>
        <pc:grpChg chg="add del mod">
          <ac:chgData name="CHOI JUNHO" userId="2ed797a4709b55ca" providerId="LiveId" clId="{5B9CC2E5-527B-4B3B-BD11-698718A29A94}" dt="2019-10-25T07:29:28.637" v="1711" actId="165"/>
          <ac:grpSpMkLst>
            <pc:docMk/>
            <pc:sldMk cId="1665297153" sldId="270"/>
            <ac:grpSpMk id="30" creationId="{3F6370BF-4211-40BD-8AFD-18954BCA191C}"/>
          </ac:grpSpMkLst>
        </pc:grpChg>
        <pc:grpChg chg="add del mod">
          <ac:chgData name="CHOI JUNHO" userId="2ed797a4709b55ca" providerId="LiveId" clId="{5B9CC2E5-527B-4B3B-BD11-698718A29A94}" dt="2019-10-25T07:33:26.324" v="1805" actId="165"/>
          <ac:grpSpMkLst>
            <pc:docMk/>
            <pc:sldMk cId="1665297153" sldId="270"/>
            <ac:grpSpMk id="40" creationId="{3F3DF6D3-0261-46B1-AFD6-2E7600460A6A}"/>
          </ac:grpSpMkLst>
        </pc:grpChg>
        <pc:grpChg chg="add del mod">
          <ac:chgData name="CHOI JUNHO" userId="2ed797a4709b55ca" providerId="LiveId" clId="{5B9CC2E5-527B-4B3B-BD11-698718A29A94}" dt="2019-10-25T07:54:03.279" v="2617" actId="165"/>
          <ac:grpSpMkLst>
            <pc:docMk/>
            <pc:sldMk cId="1665297153" sldId="270"/>
            <ac:grpSpMk id="42" creationId="{5F5C1189-9D0E-4C85-BEBE-EC1D1447F596}"/>
          </ac:grpSpMkLst>
        </pc:grpChg>
        <pc:grpChg chg="add del mod">
          <ac:chgData name="CHOI JUNHO" userId="2ed797a4709b55ca" providerId="LiveId" clId="{5B9CC2E5-527B-4B3B-BD11-698718A29A94}" dt="2019-10-25T07:40:42.354" v="2210" actId="165"/>
          <ac:grpSpMkLst>
            <pc:docMk/>
            <pc:sldMk cId="1665297153" sldId="270"/>
            <ac:grpSpMk id="45" creationId="{4AE4DF5F-9827-4516-8D2D-7B01958A6779}"/>
          </ac:grpSpMkLst>
        </pc:grpChg>
        <pc:grpChg chg="add del mod">
          <ac:chgData name="CHOI JUNHO" userId="2ed797a4709b55ca" providerId="LiveId" clId="{5B9CC2E5-527B-4B3B-BD11-698718A29A94}" dt="2019-10-25T07:54:03.279" v="2617" actId="165"/>
          <ac:grpSpMkLst>
            <pc:docMk/>
            <pc:sldMk cId="1665297153" sldId="270"/>
            <ac:grpSpMk id="54" creationId="{DDCC1116-7722-4B5E-A1C8-5891DE8732BC}"/>
          </ac:grpSpMkLst>
        </pc:grpChg>
        <pc:grpChg chg="add del mod">
          <ac:chgData name="CHOI JUNHO" userId="2ed797a4709b55ca" providerId="LiveId" clId="{5B9CC2E5-527B-4B3B-BD11-698718A29A94}" dt="2019-10-25T08:09:12.116" v="2793" actId="165"/>
          <ac:grpSpMkLst>
            <pc:docMk/>
            <pc:sldMk cId="1665297153" sldId="270"/>
            <ac:grpSpMk id="72" creationId="{68A830F9-3255-4C5F-B838-BA83E73058F4}"/>
          </ac:grpSpMkLst>
        </pc:grpChg>
        <pc:grpChg chg="add del mod">
          <ac:chgData name="CHOI JUNHO" userId="2ed797a4709b55ca" providerId="LiveId" clId="{5B9CC2E5-527B-4B3B-BD11-698718A29A94}" dt="2019-10-25T08:08:00.600" v="2777" actId="165"/>
          <ac:grpSpMkLst>
            <pc:docMk/>
            <pc:sldMk cId="1665297153" sldId="270"/>
            <ac:grpSpMk id="87" creationId="{027E4341-D817-430E-9C31-125D48C5639D}"/>
          </ac:grpSpMkLst>
        </pc:grpChg>
        <pc:grpChg chg="add del mod">
          <ac:chgData name="CHOI JUNHO" userId="2ed797a4709b55ca" providerId="LiveId" clId="{5B9CC2E5-527B-4B3B-BD11-698718A29A94}" dt="2019-10-25T08:09:07.932" v="2792" actId="165"/>
          <ac:grpSpMkLst>
            <pc:docMk/>
            <pc:sldMk cId="1665297153" sldId="270"/>
            <ac:grpSpMk id="88" creationId="{30D59F65-8669-4F83-8A82-7B0EA1ED0E3A}"/>
          </ac:grpSpMkLst>
        </pc:grpChg>
        <pc:grpChg chg="add mod">
          <ac:chgData name="CHOI JUNHO" userId="2ed797a4709b55ca" providerId="LiveId" clId="{5B9CC2E5-527B-4B3B-BD11-698718A29A94}" dt="2019-10-25T08:20:09.419" v="3103" actId="1076"/>
          <ac:grpSpMkLst>
            <pc:docMk/>
            <pc:sldMk cId="1665297153" sldId="270"/>
            <ac:grpSpMk id="93" creationId="{7EBDC559-2322-4B0D-8983-7D1B8A5826EA}"/>
          </ac:grpSpMkLst>
        </pc:grpChg>
        <pc:grpChg chg="add mod">
          <ac:chgData name="CHOI JUNHO" userId="2ed797a4709b55ca" providerId="LiveId" clId="{5B9CC2E5-527B-4B3B-BD11-698718A29A94}" dt="2019-10-25T08:20:09.419" v="3103" actId="1076"/>
          <ac:grpSpMkLst>
            <pc:docMk/>
            <pc:sldMk cId="1665297153" sldId="270"/>
            <ac:grpSpMk id="105" creationId="{2662D227-6225-4458-9FB5-2E0E9702A5BC}"/>
          </ac:grpSpMkLst>
        </pc:grpChg>
        <pc:picChg chg="add mod">
          <ac:chgData name="CHOI JUNHO" userId="2ed797a4709b55ca" providerId="LiveId" clId="{5B9CC2E5-527B-4B3B-BD11-698718A29A94}" dt="2019-10-25T07:26:51.746" v="1431" actId="164"/>
          <ac:picMkLst>
            <pc:docMk/>
            <pc:sldMk cId="1665297153" sldId="270"/>
            <ac:picMk id="18" creationId="{92803924-2A8D-4CF4-84C7-AD03F726F7EA}"/>
          </ac:picMkLst>
        </pc:picChg>
        <pc:picChg chg="mod ord topLvl">
          <ac:chgData name="CHOI JUNHO" userId="2ed797a4709b55ca" providerId="LiveId" clId="{5B9CC2E5-527B-4B3B-BD11-698718A29A94}" dt="2019-10-25T08:20:09.419" v="3103" actId="1076"/>
          <ac:picMkLst>
            <pc:docMk/>
            <pc:sldMk cId="1665297153" sldId="270"/>
            <ac:picMk id="34" creationId="{C7C5B50E-959A-41B7-8539-177BBE7B8C77}"/>
          </ac:picMkLst>
        </pc:picChg>
        <pc:picChg chg="add mod topLvl modCrop">
          <ac:chgData name="CHOI JUNHO" userId="2ed797a4709b55ca" providerId="LiveId" clId="{5B9CC2E5-527B-4B3B-BD11-698718A29A94}" dt="2019-10-25T08:08:26.670" v="2783" actId="164"/>
          <ac:picMkLst>
            <pc:docMk/>
            <pc:sldMk cId="1665297153" sldId="270"/>
            <ac:picMk id="39" creationId="{52E9C2A4-8114-4691-86F0-B79073D42AFB}"/>
          </ac:picMkLst>
        </pc:picChg>
        <pc:picChg chg="del">
          <ac:chgData name="CHOI JUNHO" userId="2ed797a4709b55ca" providerId="LiveId" clId="{5B9CC2E5-527B-4B3B-BD11-698718A29A94}" dt="2019-10-25T07:38:08.831" v="2173" actId="478"/>
          <ac:picMkLst>
            <pc:docMk/>
            <pc:sldMk cId="1665297153" sldId="270"/>
            <ac:picMk id="49" creationId="{8AF34FF4-8A92-4904-85A8-B2CFB397D0AE}"/>
          </ac:picMkLst>
        </pc:picChg>
        <pc:picChg chg="del">
          <ac:chgData name="CHOI JUNHO" userId="2ed797a4709b55ca" providerId="LiveId" clId="{5B9CC2E5-527B-4B3B-BD11-698718A29A94}" dt="2019-10-25T07:50:14.512" v="2504" actId="478"/>
          <ac:picMkLst>
            <pc:docMk/>
            <pc:sldMk cId="1665297153" sldId="270"/>
            <ac:picMk id="76" creationId="{3DCEF547-8981-44C8-BB94-BFB08B063186}"/>
          </ac:picMkLst>
        </pc:picChg>
        <pc:picChg chg="add mod modCrop">
          <ac:chgData name="CHOI JUNHO" userId="2ed797a4709b55ca" providerId="LiveId" clId="{5B9CC2E5-527B-4B3B-BD11-698718A29A94}" dt="2019-10-25T08:14:54.459" v="3003" actId="164"/>
          <ac:picMkLst>
            <pc:docMk/>
            <pc:sldMk cId="1665297153" sldId="270"/>
            <ac:picMk id="78" creationId="{CD365DB4-A05C-409F-B8F7-0DF616DDBA55}"/>
          </ac:picMkLst>
        </pc:picChg>
        <pc:picChg chg="add mod modCrop">
          <ac:chgData name="CHOI JUNHO" userId="2ed797a4709b55ca" providerId="LiveId" clId="{5B9CC2E5-527B-4B3B-BD11-698718A29A94}" dt="2019-10-25T08:20:09.419" v="3103" actId="1076"/>
          <ac:picMkLst>
            <pc:docMk/>
            <pc:sldMk cId="1665297153" sldId="270"/>
            <ac:picMk id="111" creationId="{CA00BE5E-BE9A-4557-ACD3-5ABD08F8A7E0}"/>
          </ac:picMkLst>
        </pc:picChg>
        <pc:cxnChg chg="add mod">
          <ac:chgData name="CHOI JUNHO" userId="2ed797a4709b55ca" providerId="LiveId" clId="{5B9CC2E5-527B-4B3B-BD11-698718A29A94}" dt="2019-10-25T08:20:09.419" v="3103" actId="1076"/>
          <ac:cxnSpMkLst>
            <pc:docMk/>
            <pc:sldMk cId="1665297153" sldId="270"/>
            <ac:cxnSpMk id="5" creationId="{B72EB233-21F1-4FF6-AEB8-3E8D04E8B5BC}"/>
          </ac:cxnSpMkLst>
        </pc:cxnChg>
        <pc:cxnChg chg="add del mod">
          <ac:chgData name="CHOI JUNHO" userId="2ed797a4709b55ca" providerId="LiveId" clId="{5B9CC2E5-527B-4B3B-BD11-698718A29A94}" dt="2019-10-25T07:34:11.627" v="1816" actId="478"/>
          <ac:cxnSpMkLst>
            <pc:docMk/>
            <pc:sldMk cId="1665297153" sldId="270"/>
            <ac:cxnSpMk id="7" creationId="{287321A6-D9D2-4F2D-B464-CE9F079BFACC}"/>
          </ac:cxnSpMkLst>
        </pc:cxnChg>
        <pc:cxnChg chg="add del mod">
          <ac:chgData name="CHOI JUNHO" userId="2ed797a4709b55ca" providerId="LiveId" clId="{5B9CC2E5-527B-4B3B-BD11-698718A29A94}" dt="2019-10-25T08:13:03.332" v="2949" actId="478"/>
          <ac:cxnSpMkLst>
            <pc:docMk/>
            <pc:sldMk cId="1665297153" sldId="270"/>
            <ac:cxnSpMk id="10" creationId="{025B6E5D-19EF-4831-861B-B8AAC492AD6B}"/>
          </ac:cxnSpMkLst>
        </pc:cxnChg>
        <pc:cxnChg chg="add del mod">
          <ac:chgData name="CHOI JUNHO" userId="2ed797a4709b55ca" providerId="LiveId" clId="{5B9CC2E5-527B-4B3B-BD11-698718A29A94}" dt="2019-10-25T07:34:11.627" v="1816" actId="478"/>
          <ac:cxnSpMkLst>
            <pc:docMk/>
            <pc:sldMk cId="1665297153" sldId="270"/>
            <ac:cxnSpMk id="11" creationId="{B06C80DC-36FD-4267-A339-EF4C6BBDD2D5}"/>
          </ac:cxnSpMkLst>
        </pc:cxnChg>
        <pc:cxnChg chg="add mod">
          <ac:chgData name="CHOI JUNHO" userId="2ed797a4709b55ca" providerId="LiveId" clId="{5B9CC2E5-527B-4B3B-BD11-698718A29A94}" dt="2019-10-25T08:20:09.419" v="3103" actId="1076"/>
          <ac:cxnSpMkLst>
            <pc:docMk/>
            <pc:sldMk cId="1665297153" sldId="270"/>
            <ac:cxnSpMk id="15" creationId="{BB1A0A9F-62C1-48D2-B7FE-14611D9533F8}"/>
          </ac:cxnSpMkLst>
        </pc:cxnChg>
        <pc:cxnChg chg="add del mod">
          <ac:chgData name="CHOI JUNHO" userId="2ed797a4709b55ca" providerId="LiveId" clId="{5B9CC2E5-527B-4B3B-BD11-698718A29A94}" dt="2019-10-25T07:46:20.582" v="2376" actId="478"/>
          <ac:cxnSpMkLst>
            <pc:docMk/>
            <pc:sldMk cId="1665297153" sldId="270"/>
            <ac:cxnSpMk id="21" creationId="{BAFCADFD-B834-405A-8B44-93C9AFB49D5A}"/>
          </ac:cxnSpMkLst>
        </pc:cxnChg>
        <pc:cxnChg chg="add del mod">
          <ac:chgData name="CHOI JUNHO" userId="2ed797a4709b55ca" providerId="LiveId" clId="{5B9CC2E5-527B-4B3B-BD11-698718A29A94}" dt="2019-10-25T08:13:03.332" v="2949" actId="478"/>
          <ac:cxnSpMkLst>
            <pc:docMk/>
            <pc:sldMk cId="1665297153" sldId="270"/>
            <ac:cxnSpMk id="22" creationId="{88AF2647-D04F-48B5-A4C9-D9555EA81EB7}"/>
          </ac:cxnSpMkLst>
        </pc:cxnChg>
        <pc:cxnChg chg="add del mod">
          <ac:chgData name="CHOI JUNHO" userId="2ed797a4709b55ca" providerId="LiveId" clId="{5B9CC2E5-527B-4B3B-BD11-698718A29A94}" dt="2019-10-25T07:34:56.110" v="1861" actId="478"/>
          <ac:cxnSpMkLst>
            <pc:docMk/>
            <pc:sldMk cId="1665297153" sldId="270"/>
            <ac:cxnSpMk id="24" creationId="{C91DF4F3-A699-4137-AAF8-907F8A42960B}"/>
          </ac:cxnSpMkLst>
        </pc:cxnChg>
        <pc:cxnChg chg="add del mod">
          <ac:chgData name="CHOI JUNHO" userId="2ed797a4709b55ca" providerId="LiveId" clId="{5B9CC2E5-527B-4B3B-BD11-698718A29A94}" dt="2019-10-25T08:13:03.332" v="2949" actId="478"/>
          <ac:cxnSpMkLst>
            <pc:docMk/>
            <pc:sldMk cId="1665297153" sldId="270"/>
            <ac:cxnSpMk id="25" creationId="{66149250-3D3D-4B47-AF62-0467FD23BE33}"/>
          </ac:cxnSpMkLst>
        </pc:cxnChg>
        <pc:cxnChg chg="add del">
          <ac:chgData name="CHOI JUNHO" userId="2ed797a4709b55ca" providerId="LiveId" clId="{5B9CC2E5-527B-4B3B-BD11-698718A29A94}" dt="2019-10-25T07:46:47.269" v="2410" actId="478"/>
          <ac:cxnSpMkLst>
            <pc:docMk/>
            <pc:sldMk cId="1665297153" sldId="270"/>
            <ac:cxnSpMk id="61" creationId="{4122B7E4-C8E5-4DE3-B4EF-0EF25FF98EC6}"/>
          </ac:cxnSpMkLst>
        </pc:cxnChg>
        <pc:cxnChg chg="add del mod">
          <ac:chgData name="CHOI JUNHO" userId="2ed797a4709b55ca" providerId="LiveId" clId="{5B9CC2E5-527B-4B3B-BD11-698718A29A94}" dt="2019-10-25T07:50:38.286" v="2506" actId="478"/>
          <ac:cxnSpMkLst>
            <pc:docMk/>
            <pc:sldMk cId="1665297153" sldId="270"/>
            <ac:cxnSpMk id="62" creationId="{1F03ADC4-0D0F-4676-A877-D9A8ADF53E88}"/>
          </ac:cxnSpMkLst>
        </pc:cxnChg>
        <pc:cxnChg chg="add del mod">
          <ac:chgData name="CHOI JUNHO" userId="2ed797a4709b55ca" providerId="LiveId" clId="{5B9CC2E5-527B-4B3B-BD11-698718A29A94}" dt="2019-10-25T08:08:35.998" v="2785" actId="478"/>
          <ac:cxnSpMkLst>
            <pc:docMk/>
            <pc:sldMk cId="1665297153" sldId="270"/>
            <ac:cxnSpMk id="65" creationId="{2591DA9C-0986-472C-9A97-2BD7A3FB6E14}"/>
          </ac:cxnSpMkLst>
        </pc:cxnChg>
        <pc:cxnChg chg="add mod">
          <ac:chgData name="CHOI JUNHO" userId="2ed797a4709b55ca" providerId="LiveId" clId="{5B9CC2E5-527B-4B3B-BD11-698718A29A94}" dt="2019-10-25T08:20:09.419" v="3103" actId="1076"/>
          <ac:cxnSpMkLst>
            <pc:docMk/>
            <pc:sldMk cId="1665297153" sldId="270"/>
            <ac:cxnSpMk id="69" creationId="{C4366319-B2D5-4D58-AFC6-34F8BF90B9E8}"/>
          </ac:cxnSpMkLst>
        </pc:cxnChg>
        <pc:cxnChg chg="add del mod">
          <ac:chgData name="CHOI JUNHO" userId="2ed797a4709b55ca" providerId="LiveId" clId="{5B9CC2E5-527B-4B3B-BD11-698718A29A94}" dt="2019-10-25T08:11:48.927" v="2931" actId="478"/>
          <ac:cxnSpMkLst>
            <pc:docMk/>
            <pc:sldMk cId="1665297153" sldId="270"/>
            <ac:cxnSpMk id="81" creationId="{A466E47F-EB6C-4BFB-8C64-B1199F2E30F0}"/>
          </ac:cxnSpMkLst>
        </pc:cxnChg>
        <pc:cxnChg chg="add del mod">
          <ac:chgData name="CHOI JUNHO" userId="2ed797a4709b55ca" providerId="LiveId" clId="{5B9CC2E5-527B-4B3B-BD11-698718A29A94}" dt="2019-10-25T08:20:10.863" v="3104" actId="478"/>
          <ac:cxnSpMkLst>
            <pc:docMk/>
            <pc:sldMk cId="1665297153" sldId="270"/>
            <ac:cxnSpMk id="99" creationId="{6BB26CB7-7A9A-472F-B50A-5D7BB2D8CCB9}"/>
          </ac:cxnSpMkLst>
        </pc:cxnChg>
        <pc:cxnChg chg="add mod">
          <ac:chgData name="CHOI JUNHO" userId="2ed797a4709b55ca" providerId="LiveId" clId="{5B9CC2E5-527B-4B3B-BD11-698718A29A94}" dt="2019-10-25T08:20:09.419" v="3103" actId="1076"/>
          <ac:cxnSpMkLst>
            <pc:docMk/>
            <pc:sldMk cId="1665297153" sldId="270"/>
            <ac:cxnSpMk id="100" creationId="{A8FFE34E-66CC-49DE-A575-5D2180E98504}"/>
          </ac:cxnSpMkLst>
        </pc:cxnChg>
        <pc:cxnChg chg="add mod">
          <ac:chgData name="CHOI JUNHO" userId="2ed797a4709b55ca" providerId="LiveId" clId="{5B9CC2E5-527B-4B3B-BD11-698718A29A94}" dt="2019-10-25T08:20:09.419" v="3103" actId="1076"/>
          <ac:cxnSpMkLst>
            <pc:docMk/>
            <pc:sldMk cId="1665297153" sldId="270"/>
            <ac:cxnSpMk id="107" creationId="{9EE6AC4F-B731-49E5-905C-104A7B4328B5}"/>
          </ac:cxnSpMkLst>
        </pc:cxnChg>
        <pc:cxnChg chg="add mod">
          <ac:chgData name="CHOI JUNHO" userId="2ed797a4709b55ca" providerId="LiveId" clId="{5B9CC2E5-527B-4B3B-BD11-698718A29A94}" dt="2019-10-25T08:20:09.419" v="3103" actId="1076"/>
          <ac:cxnSpMkLst>
            <pc:docMk/>
            <pc:sldMk cId="1665297153" sldId="270"/>
            <ac:cxnSpMk id="116" creationId="{2BCB1A80-B9EE-4AAC-AAF6-5A2E3EC336A6}"/>
          </ac:cxnSpMkLst>
        </pc:cxnChg>
      </pc:sldChg>
      <pc:sldChg chg="del">
        <pc:chgData name="CHOI JUNHO" userId="2ed797a4709b55ca" providerId="LiveId" clId="{5B9CC2E5-527B-4B3B-BD11-698718A29A94}" dt="2019-10-25T05:40:59.921" v="208" actId="47"/>
        <pc:sldMkLst>
          <pc:docMk/>
          <pc:sldMk cId="2010584314" sldId="270"/>
        </pc:sldMkLst>
      </pc:sldChg>
      <pc:sldChg chg="addSp delSp modSp add ord">
        <pc:chgData name="CHOI JUNHO" userId="2ed797a4709b55ca" providerId="LiveId" clId="{5B9CC2E5-527B-4B3B-BD11-698718A29A94}" dt="2019-10-28T03:22:28.184" v="5421"/>
        <pc:sldMkLst>
          <pc:docMk/>
          <pc:sldMk cId="3762929551" sldId="271"/>
        </pc:sldMkLst>
        <pc:spChg chg="mod">
          <ac:chgData name="CHOI JUNHO" userId="2ed797a4709b55ca" providerId="LiveId" clId="{5B9CC2E5-527B-4B3B-BD11-698718A29A94}" dt="2019-10-28T02:40:41.201" v="5287" actId="20577"/>
          <ac:spMkLst>
            <pc:docMk/>
            <pc:sldMk cId="3762929551" sldId="271"/>
            <ac:spMk id="2" creationId="{51A453BC-D400-441D-93EE-79FC188C93F5}"/>
          </ac:spMkLst>
        </pc:spChg>
        <pc:spChg chg="add mod">
          <ac:chgData name="CHOI JUNHO" userId="2ed797a4709b55ca" providerId="LiveId" clId="{5B9CC2E5-527B-4B3B-BD11-698718A29A94}" dt="2019-10-28T02:39:20.105" v="5282" actId="1076"/>
          <ac:spMkLst>
            <pc:docMk/>
            <pc:sldMk cId="3762929551" sldId="271"/>
            <ac:spMk id="3" creationId="{018F6117-8D2C-4956-8FFC-7AEE382D5B6A}"/>
          </ac:spMkLst>
        </pc:spChg>
        <pc:spChg chg="add mod">
          <ac:chgData name="CHOI JUNHO" userId="2ed797a4709b55ca" providerId="LiveId" clId="{5B9CC2E5-527B-4B3B-BD11-698718A29A94}" dt="2019-10-28T02:39:20.105" v="5282" actId="1076"/>
          <ac:spMkLst>
            <pc:docMk/>
            <pc:sldMk cId="3762929551" sldId="271"/>
            <ac:spMk id="4" creationId="{7A2ADDFB-BBD3-44CC-9AAA-64F9E9D60D4E}"/>
          </ac:spMkLst>
        </pc:spChg>
        <pc:spChg chg="add mod">
          <ac:chgData name="CHOI JUNHO" userId="2ed797a4709b55ca" providerId="LiveId" clId="{5B9CC2E5-527B-4B3B-BD11-698718A29A94}" dt="2019-10-28T02:39:20.105" v="5282" actId="1076"/>
          <ac:spMkLst>
            <pc:docMk/>
            <pc:sldMk cId="3762929551" sldId="271"/>
            <ac:spMk id="6" creationId="{07E14B24-2E8A-4B12-ABCC-D3E2390FE0C4}"/>
          </ac:spMkLst>
        </pc:spChg>
        <pc:spChg chg="add mod">
          <ac:chgData name="CHOI JUNHO" userId="2ed797a4709b55ca" providerId="LiveId" clId="{5B9CC2E5-527B-4B3B-BD11-698718A29A94}" dt="2019-10-28T02:39:20.105" v="5282" actId="1076"/>
          <ac:spMkLst>
            <pc:docMk/>
            <pc:sldMk cId="3762929551" sldId="271"/>
            <ac:spMk id="8" creationId="{27078A90-B8DE-4535-B097-8F7EBD801EA7}"/>
          </ac:spMkLst>
        </pc:spChg>
        <pc:spChg chg="add mod">
          <ac:chgData name="CHOI JUNHO" userId="2ed797a4709b55ca" providerId="LiveId" clId="{5B9CC2E5-527B-4B3B-BD11-698718A29A94}" dt="2019-10-28T02:39:20.105" v="5282" actId="1076"/>
          <ac:spMkLst>
            <pc:docMk/>
            <pc:sldMk cId="3762929551" sldId="271"/>
            <ac:spMk id="9" creationId="{DEC0CDDF-D3E7-4827-807B-91EFD077A55F}"/>
          </ac:spMkLst>
        </pc:spChg>
        <pc:spChg chg="add mod">
          <ac:chgData name="CHOI JUNHO" userId="2ed797a4709b55ca" providerId="LiveId" clId="{5B9CC2E5-527B-4B3B-BD11-698718A29A94}" dt="2019-10-28T02:39:20.105" v="5282" actId="1076"/>
          <ac:spMkLst>
            <pc:docMk/>
            <pc:sldMk cId="3762929551" sldId="271"/>
            <ac:spMk id="12" creationId="{C6EF2AAE-4687-4367-874D-C8D0DFAF4450}"/>
          </ac:spMkLst>
        </pc:spChg>
        <pc:spChg chg="add mod">
          <ac:chgData name="CHOI JUNHO" userId="2ed797a4709b55ca" providerId="LiveId" clId="{5B9CC2E5-527B-4B3B-BD11-698718A29A94}" dt="2019-10-28T02:39:20.105" v="5282" actId="1076"/>
          <ac:spMkLst>
            <pc:docMk/>
            <pc:sldMk cId="3762929551" sldId="271"/>
            <ac:spMk id="13" creationId="{DBBAAC12-6536-44ED-9F3A-E9A3B537184C}"/>
          </ac:spMkLst>
        </pc:spChg>
        <pc:spChg chg="add mod">
          <ac:chgData name="CHOI JUNHO" userId="2ed797a4709b55ca" providerId="LiveId" clId="{5B9CC2E5-527B-4B3B-BD11-698718A29A94}" dt="2019-10-28T02:39:20.105" v="5282" actId="1076"/>
          <ac:spMkLst>
            <pc:docMk/>
            <pc:sldMk cId="3762929551" sldId="271"/>
            <ac:spMk id="14" creationId="{7052604D-B0CA-404A-BC0F-122EFF9EBB21}"/>
          </ac:spMkLst>
        </pc:spChg>
        <pc:spChg chg="add del mod">
          <ac:chgData name="CHOI JUNHO" userId="2ed797a4709b55ca" providerId="LiveId" clId="{5B9CC2E5-527B-4B3B-BD11-698718A29A94}" dt="2019-10-28T02:33:35.981" v="5186" actId="478"/>
          <ac:spMkLst>
            <pc:docMk/>
            <pc:sldMk cId="3762929551" sldId="271"/>
            <ac:spMk id="16" creationId="{731835B8-CE1C-448A-839C-CBB712F6B162}"/>
          </ac:spMkLst>
        </pc:spChg>
        <pc:spChg chg="add mod">
          <ac:chgData name="CHOI JUNHO" userId="2ed797a4709b55ca" providerId="LiveId" clId="{5B9CC2E5-527B-4B3B-BD11-698718A29A94}" dt="2019-10-28T02:39:20.105" v="5282" actId="1076"/>
          <ac:spMkLst>
            <pc:docMk/>
            <pc:sldMk cId="3762929551" sldId="271"/>
            <ac:spMk id="17" creationId="{9EA6AF26-CE29-4628-A962-E8EC25E1A2BC}"/>
          </ac:spMkLst>
        </pc:spChg>
        <pc:spChg chg="add mod">
          <ac:chgData name="CHOI JUNHO" userId="2ed797a4709b55ca" providerId="LiveId" clId="{5B9CC2E5-527B-4B3B-BD11-698718A29A94}" dt="2019-10-28T02:14:34.727" v="4675" actId="164"/>
          <ac:spMkLst>
            <pc:docMk/>
            <pc:sldMk cId="3762929551" sldId="271"/>
            <ac:spMk id="19" creationId="{DC0F3975-526F-4A0B-A160-02AF74964D8D}"/>
          </ac:spMkLst>
        </pc:spChg>
        <pc:spChg chg="add del">
          <ac:chgData name="CHOI JUNHO" userId="2ed797a4709b55ca" providerId="LiveId" clId="{5B9CC2E5-527B-4B3B-BD11-698718A29A94}" dt="2019-10-28T02:17:20.296" v="4764" actId="478"/>
          <ac:spMkLst>
            <pc:docMk/>
            <pc:sldMk cId="3762929551" sldId="271"/>
            <ac:spMk id="20" creationId="{22316EDF-A89D-4301-B6C5-695B3300D3EB}"/>
          </ac:spMkLst>
        </pc:spChg>
        <pc:spChg chg="add del">
          <ac:chgData name="CHOI JUNHO" userId="2ed797a4709b55ca" providerId="LiveId" clId="{5B9CC2E5-527B-4B3B-BD11-698718A29A94}" dt="2019-10-28T02:33:35.981" v="5186" actId="478"/>
          <ac:spMkLst>
            <pc:docMk/>
            <pc:sldMk cId="3762929551" sldId="271"/>
            <ac:spMk id="30" creationId="{0E440DC3-D031-4827-A212-B62C3A5895DD}"/>
          </ac:spMkLst>
        </pc:spChg>
        <pc:spChg chg="add del">
          <ac:chgData name="CHOI JUNHO" userId="2ed797a4709b55ca" providerId="LiveId" clId="{5B9CC2E5-527B-4B3B-BD11-698718A29A94}" dt="2019-10-28T02:33:35.981" v="5186" actId="478"/>
          <ac:spMkLst>
            <pc:docMk/>
            <pc:sldMk cId="3762929551" sldId="271"/>
            <ac:spMk id="33" creationId="{73664827-7F79-4D2D-919A-2D2B0E0E900E}"/>
          </ac:spMkLst>
        </pc:spChg>
        <pc:spChg chg="add mod">
          <ac:chgData name="CHOI JUNHO" userId="2ed797a4709b55ca" providerId="LiveId" clId="{5B9CC2E5-527B-4B3B-BD11-698718A29A94}" dt="2019-10-28T02:17:14.166" v="4762" actId="164"/>
          <ac:spMkLst>
            <pc:docMk/>
            <pc:sldMk cId="3762929551" sldId="271"/>
            <ac:spMk id="36" creationId="{B14E0A68-BFCC-4E1F-8B9B-D063C2C860C1}"/>
          </ac:spMkLst>
        </pc:spChg>
        <pc:spChg chg="add mod">
          <ac:chgData name="CHOI JUNHO" userId="2ed797a4709b55ca" providerId="LiveId" clId="{5B9CC2E5-527B-4B3B-BD11-698718A29A94}" dt="2019-10-28T02:34:29.387" v="5222" actId="164"/>
          <ac:spMkLst>
            <pc:docMk/>
            <pc:sldMk cId="3762929551" sldId="271"/>
            <ac:spMk id="54" creationId="{AB66FF58-E540-4DC6-AC82-EFFD7A4F4D23}"/>
          </ac:spMkLst>
        </pc:spChg>
        <pc:spChg chg="add mod">
          <ac:chgData name="CHOI JUNHO" userId="2ed797a4709b55ca" providerId="LiveId" clId="{5B9CC2E5-527B-4B3B-BD11-698718A29A94}" dt="2019-10-28T02:34:29.387" v="5222" actId="164"/>
          <ac:spMkLst>
            <pc:docMk/>
            <pc:sldMk cId="3762929551" sldId="271"/>
            <ac:spMk id="55" creationId="{0015F306-379D-4D73-8414-C95B83513F47}"/>
          </ac:spMkLst>
        </pc:spChg>
        <pc:spChg chg="add mod">
          <ac:chgData name="CHOI JUNHO" userId="2ed797a4709b55ca" providerId="LiveId" clId="{5B9CC2E5-527B-4B3B-BD11-698718A29A94}" dt="2019-10-28T02:34:29.387" v="5222" actId="164"/>
          <ac:spMkLst>
            <pc:docMk/>
            <pc:sldMk cId="3762929551" sldId="271"/>
            <ac:spMk id="58" creationId="{DEFFD7CE-10F5-41B3-B770-3086D903176B}"/>
          </ac:spMkLst>
        </pc:spChg>
        <pc:spChg chg="add mod topLvl">
          <ac:chgData name="CHOI JUNHO" userId="2ed797a4709b55ca" providerId="LiveId" clId="{5B9CC2E5-527B-4B3B-BD11-698718A29A94}" dt="2019-10-28T02:39:47.303" v="5286" actId="164"/>
          <ac:spMkLst>
            <pc:docMk/>
            <pc:sldMk cId="3762929551" sldId="271"/>
            <ac:spMk id="60" creationId="{E43044EA-E54D-46BF-8C69-57DFAD245667}"/>
          </ac:spMkLst>
        </pc:spChg>
        <pc:spChg chg="add mod topLvl">
          <ac:chgData name="CHOI JUNHO" userId="2ed797a4709b55ca" providerId="LiveId" clId="{5B9CC2E5-527B-4B3B-BD11-698718A29A94}" dt="2019-10-28T02:36:00.489" v="5242" actId="164"/>
          <ac:spMkLst>
            <pc:docMk/>
            <pc:sldMk cId="3762929551" sldId="271"/>
            <ac:spMk id="61" creationId="{E3DDDF74-E86C-4B5D-AA56-FA6A7D6EE65C}"/>
          </ac:spMkLst>
        </pc:spChg>
        <pc:spChg chg="add mod">
          <ac:chgData name="CHOI JUNHO" userId="2ed797a4709b55ca" providerId="LiveId" clId="{5B9CC2E5-527B-4B3B-BD11-698718A29A94}" dt="2019-10-28T02:34:29.387" v="5222" actId="164"/>
          <ac:spMkLst>
            <pc:docMk/>
            <pc:sldMk cId="3762929551" sldId="271"/>
            <ac:spMk id="67" creationId="{D0FDC32C-A92C-4505-92E9-8F572C61F2CD}"/>
          </ac:spMkLst>
        </pc:spChg>
        <pc:spChg chg="add mod">
          <ac:chgData name="CHOI JUNHO" userId="2ed797a4709b55ca" providerId="LiveId" clId="{5B9CC2E5-527B-4B3B-BD11-698718A29A94}" dt="2019-10-28T02:36:00.489" v="5242" actId="164"/>
          <ac:spMkLst>
            <pc:docMk/>
            <pc:sldMk cId="3762929551" sldId="271"/>
            <ac:spMk id="69" creationId="{D9BAC9C1-602A-476D-8803-1909EAE73AFA}"/>
          </ac:spMkLst>
        </pc:spChg>
        <pc:spChg chg="add del mod">
          <ac:chgData name="CHOI JUNHO" userId="2ed797a4709b55ca" providerId="LiveId" clId="{5B9CC2E5-527B-4B3B-BD11-698718A29A94}" dt="2019-10-28T02:37:11.574" v="5260" actId="478"/>
          <ac:spMkLst>
            <pc:docMk/>
            <pc:sldMk cId="3762929551" sldId="271"/>
            <ac:spMk id="71" creationId="{038A34B1-2407-43AA-B322-879C44A0C998}"/>
          </ac:spMkLst>
        </pc:spChg>
        <pc:spChg chg="add mod">
          <ac:chgData name="CHOI JUNHO" userId="2ed797a4709b55ca" providerId="LiveId" clId="{5B9CC2E5-527B-4B3B-BD11-698718A29A94}" dt="2019-10-28T02:39:47.303" v="5286" actId="164"/>
          <ac:spMkLst>
            <pc:docMk/>
            <pc:sldMk cId="3762929551" sldId="271"/>
            <ac:spMk id="72" creationId="{5DD07F48-14B0-4928-B6E6-3256A3650BA7}"/>
          </ac:spMkLst>
        </pc:spChg>
        <pc:grpChg chg="add del mod">
          <ac:chgData name="CHOI JUNHO" userId="2ed797a4709b55ca" providerId="LiveId" clId="{5B9CC2E5-527B-4B3B-BD11-698718A29A94}" dt="2019-10-28T02:39:10.824" v="5281" actId="478"/>
          <ac:grpSpMkLst>
            <pc:docMk/>
            <pc:sldMk cId="3762929551" sldId="271"/>
            <ac:grpSpMk id="23" creationId="{838084B6-DB3D-4984-BFB3-B70B64C33E66}"/>
          </ac:grpSpMkLst>
        </pc:grpChg>
        <pc:grpChg chg="add del mod">
          <ac:chgData name="CHOI JUNHO" userId="2ed797a4709b55ca" providerId="LiveId" clId="{5B9CC2E5-527B-4B3B-BD11-698718A29A94}" dt="2019-10-28T02:23:42.101" v="4972" actId="478"/>
          <ac:grpSpMkLst>
            <pc:docMk/>
            <pc:sldMk cId="3762929551" sldId="271"/>
            <ac:grpSpMk id="34" creationId="{F672C725-FA6C-4C6B-8626-49F7F2F737E8}"/>
          </ac:grpSpMkLst>
        </pc:grpChg>
        <pc:grpChg chg="add mod">
          <ac:chgData name="CHOI JUNHO" userId="2ed797a4709b55ca" providerId="LiveId" clId="{5B9CC2E5-527B-4B3B-BD11-698718A29A94}" dt="2019-10-28T02:39:20.105" v="5282" actId="1076"/>
          <ac:grpSpMkLst>
            <pc:docMk/>
            <pc:sldMk cId="3762929551" sldId="271"/>
            <ac:grpSpMk id="37" creationId="{354D6E4C-9270-4B3F-A406-D658EF2334CF}"/>
          </ac:grpSpMkLst>
        </pc:grpChg>
        <pc:grpChg chg="add del mod">
          <ac:chgData name="CHOI JUNHO" userId="2ed797a4709b55ca" providerId="LiveId" clId="{5B9CC2E5-527B-4B3B-BD11-698718A29A94}" dt="2019-10-28T02:35:56.861" v="5241" actId="165"/>
          <ac:grpSpMkLst>
            <pc:docMk/>
            <pc:sldMk cId="3762929551" sldId="271"/>
            <ac:grpSpMk id="62" creationId="{E8FAF61B-102B-4D60-A038-B0E4BFCAB826}"/>
          </ac:grpSpMkLst>
        </pc:grpChg>
        <pc:grpChg chg="add mod">
          <ac:chgData name="CHOI JUNHO" userId="2ed797a4709b55ca" providerId="LiveId" clId="{5B9CC2E5-527B-4B3B-BD11-698718A29A94}" dt="2019-10-28T02:39:20.105" v="5282" actId="1076"/>
          <ac:grpSpMkLst>
            <pc:docMk/>
            <pc:sldMk cId="3762929551" sldId="271"/>
            <ac:grpSpMk id="68" creationId="{4F255B62-79ED-4032-89E7-E296771AC053}"/>
          </ac:grpSpMkLst>
        </pc:grpChg>
        <pc:grpChg chg="add mod">
          <ac:chgData name="CHOI JUNHO" userId="2ed797a4709b55ca" providerId="LiveId" clId="{5B9CC2E5-527B-4B3B-BD11-698718A29A94}" dt="2019-10-28T02:39:47.303" v="5286" actId="164"/>
          <ac:grpSpMkLst>
            <pc:docMk/>
            <pc:sldMk cId="3762929551" sldId="271"/>
            <ac:grpSpMk id="70" creationId="{9495F5CB-7F2A-4AF8-9E05-179A7596B532}"/>
          </ac:grpSpMkLst>
        </pc:grpChg>
        <pc:grpChg chg="add mod">
          <ac:chgData name="CHOI JUNHO" userId="2ed797a4709b55ca" providerId="LiveId" clId="{5B9CC2E5-527B-4B3B-BD11-698718A29A94}" dt="2019-10-28T02:39:07.475" v="5280" actId="164"/>
          <ac:grpSpMkLst>
            <pc:docMk/>
            <pc:sldMk cId="3762929551" sldId="271"/>
            <ac:grpSpMk id="73" creationId="{CFA521FA-6140-48E1-90BC-84026DE2C397}"/>
          </ac:grpSpMkLst>
        </pc:grpChg>
        <pc:grpChg chg="add mod">
          <ac:chgData name="CHOI JUNHO" userId="2ed797a4709b55ca" providerId="LiveId" clId="{5B9CC2E5-527B-4B3B-BD11-698718A29A94}" dt="2019-10-28T02:39:47.303" v="5286" actId="164"/>
          <ac:grpSpMkLst>
            <pc:docMk/>
            <pc:sldMk cId="3762929551" sldId="271"/>
            <ac:grpSpMk id="74" creationId="{0FD44511-1BFD-4438-AF81-13A94A6C3070}"/>
          </ac:grpSpMkLst>
        </pc:grpChg>
        <pc:picChg chg="add mod">
          <ac:chgData name="CHOI JUNHO" userId="2ed797a4709b55ca" providerId="LiveId" clId="{5B9CC2E5-527B-4B3B-BD11-698718A29A94}" dt="2019-10-28T02:14:34.727" v="4675" actId="164"/>
          <ac:picMkLst>
            <pc:docMk/>
            <pc:sldMk cId="3762929551" sldId="271"/>
            <ac:picMk id="18" creationId="{EE567E22-D4E6-4BC7-848D-E02901AD6ED5}"/>
          </ac:picMkLst>
        </pc:picChg>
        <pc:picChg chg="add mod">
          <ac:chgData name="CHOI JUNHO" userId="2ed797a4709b55ca" providerId="LiveId" clId="{5B9CC2E5-527B-4B3B-BD11-698718A29A94}" dt="2019-10-28T02:17:14.166" v="4762" actId="164"/>
          <ac:picMkLst>
            <pc:docMk/>
            <pc:sldMk cId="3762929551" sldId="271"/>
            <ac:picMk id="35" creationId="{9A1C3276-E79F-4469-B265-1A5C8E923C82}"/>
          </ac:picMkLst>
        </pc:picChg>
        <pc:cxnChg chg="add mod">
          <ac:chgData name="CHOI JUNHO" userId="2ed797a4709b55ca" providerId="LiveId" clId="{5B9CC2E5-527B-4B3B-BD11-698718A29A94}" dt="2019-10-28T02:39:20.105" v="5282" actId="1076"/>
          <ac:cxnSpMkLst>
            <pc:docMk/>
            <pc:sldMk cId="3762929551" sldId="271"/>
            <ac:cxnSpMk id="5" creationId="{CC2E4D45-240B-40FF-9913-F6F16F4E5742}"/>
          </ac:cxnSpMkLst>
        </pc:cxnChg>
        <pc:cxnChg chg="add mod">
          <ac:chgData name="CHOI JUNHO" userId="2ed797a4709b55ca" providerId="LiveId" clId="{5B9CC2E5-527B-4B3B-BD11-698718A29A94}" dt="2019-10-28T02:39:20.105" v="5282" actId="1076"/>
          <ac:cxnSpMkLst>
            <pc:docMk/>
            <pc:sldMk cId="3762929551" sldId="271"/>
            <ac:cxnSpMk id="7" creationId="{67ED1E2B-5D36-4ABD-B74E-98448CEE8BCB}"/>
          </ac:cxnSpMkLst>
        </pc:cxnChg>
        <pc:cxnChg chg="add del mod">
          <ac:chgData name="CHOI JUNHO" userId="2ed797a4709b55ca" providerId="LiveId" clId="{5B9CC2E5-527B-4B3B-BD11-698718A29A94}" dt="2019-10-28T02:17:21.412" v="4765" actId="478"/>
          <ac:cxnSpMkLst>
            <pc:docMk/>
            <pc:sldMk cId="3762929551" sldId="271"/>
            <ac:cxnSpMk id="10" creationId="{BAE77A55-F636-432A-82EB-89ED51B02FB2}"/>
          </ac:cxnSpMkLst>
        </pc:cxnChg>
        <pc:cxnChg chg="add del mod">
          <ac:chgData name="CHOI JUNHO" userId="2ed797a4709b55ca" providerId="LiveId" clId="{5B9CC2E5-527B-4B3B-BD11-698718A29A94}" dt="2019-10-28T02:21:29.960" v="4822" actId="478"/>
          <ac:cxnSpMkLst>
            <pc:docMk/>
            <pc:sldMk cId="3762929551" sldId="271"/>
            <ac:cxnSpMk id="11" creationId="{C9E61EBE-C7B8-41B6-A8C1-1053AC5382B9}"/>
          </ac:cxnSpMkLst>
        </pc:cxnChg>
        <pc:cxnChg chg="add mod">
          <ac:chgData name="CHOI JUNHO" userId="2ed797a4709b55ca" providerId="LiveId" clId="{5B9CC2E5-527B-4B3B-BD11-698718A29A94}" dt="2019-10-28T02:39:20.105" v="5282" actId="1076"/>
          <ac:cxnSpMkLst>
            <pc:docMk/>
            <pc:sldMk cId="3762929551" sldId="271"/>
            <ac:cxnSpMk id="15" creationId="{AA0067CE-1463-4FF2-947F-09EAF0E1B361}"/>
          </ac:cxnSpMkLst>
        </pc:cxnChg>
        <pc:cxnChg chg="add mod">
          <ac:chgData name="CHOI JUNHO" userId="2ed797a4709b55ca" providerId="LiveId" clId="{5B9CC2E5-527B-4B3B-BD11-698718A29A94}" dt="2019-10-28T02:39:20.105" v="5282" actId="1076"/>
          <ac:cxnSpMkLst>
            <pc:docMk/>
            <pc:sldMk cId="3762929551" sldId="271"/>
            <ac:cxnSpMk id="21" creationId="{9D7CE066-BC19-4BBA-9231-8CAEB5029FE3}"/>
          </ac:cxnSpMkLst>
        </pc:cxnChg>
        <pc:cxnChg chg="add mod">
          <ac:chgData name="CHOI JUNHO" userId="2ed797a4709b55ca" providerId="LiveId" clId="{5B9CC2E5-527B-4B3B-BD11-698718A29A94}" dt="2019-10-28T02:39:20.105" v="5282" actId="1076"/>
          <ac:cxnSpMkLst>
            <pc:docMk/>
            <pc:sldMk cId="3762929551" sldId="271"/>
            <ac:cxnSpMk id="22" creationId="{D49E32F5-39E2-47A5-854E-6E2DB7455B66}"/>
          </ac:cxnSpMkLst>
        </pc:cxnChg>
        <pc:cxnChg chg="add del mod">
          <ac:chgData name="CHOI JUNHO" userId="2ed797a4709b55ca" providerId="LiveId" clId="{5B9CC2E5-527B-4B3B-BD11-698718A29A94}" dt="2019-10-28T02:33:35.981" v="5186" actId="478"/>
          <ac:cxnSpMkLst>
            <pc:docMk/>
            <pc:sldMk cId="3762929551" sldId="271"/>
            <ac:cxnSpMk id="31" creationId="{345846EC-6333-44D9-BAB7-032320C96F51}"/>
          </ac:cxnSpMkLst>
        </pc:cxnChg>
        <pc:cxnChg chg="add del mod">
          <ac:chgData name="CHOI JUNHO" userId="2ed797a4709b55ca" providerId="LiveId" clId="{5B9CC2E5-527B-4B3B-BD11-698718A29A94}" dt="2019-10-28T02:33:35.981" v="5186" actId="478"/>
          <ac:cxnSpMkLst>
            <pc:docMk/>
            <pc:sldMk cId="3762929551" sldId="271"/>
            <ac:cxnSpMk id="32" creationId="{05A30DD0-A14C-44F9-AC0F-E72D7D213896}"/>
          </ac:cxnSpMkLst>
        </pc:cxnChg>
        <pc:cxnChg chg="add mod">
          <ac:chgData name="CHOI JUNHO" userId="2ed797a4709b55ca" providerId="LiveId" clId="{5B9CC2E5-527B-4B3B-BD11-698718A29A94}" dt="2019-10-28T02:39:20.105" v="5282" actId="1076"/>
          <ac:cxnSpMkLst>
            <pc:docMk/>
            <pc:sldMk cId="3762929551" sldId="271"/>
            <ac:cxnSpMk id="47" creationId="{9246FD28-E392-4084-9195-D314C4E3E277}"/>
          </ac:cxnSpMkLst>
        </pc:cxnChg>
        <pc:cxnChg chg="add mod">
          <ac:chgData name="CHOI JUNHO" userId="2ed797a4709b55ca" providerId="LiveId" clId="{5B9CC2E5-527B-4B3B-BD11-698718A29A94}" dt="2019-10-28T02:34:29.387" v="5222" actId="164"/>
          <ac:cxnSpMkLst>
            <pc:docMk/>
            <pc:sldMk cId="3762929551" sldId="271"/>
            <ac:cxnSpMk id="56" creationId="{34B8BCDB-8A65-420D-B167-CCE04EC6E6E5}"/>
          </ac:cxnSpMkLst>
        </pc:cxnChg>
      </pc:sldChg>
      <pc:sldChg chg="addSp delSp modSp add">
        <pc:chgData name="CHOI JUNHO" userId="2ed797a4709b55ca" providerId="LiveId" clId="{5B9CC2E5-527B-4B3B-BD11-698718A29A94}" dt="2019-10-28T03:22:08.367" v="5420" actId="478"/>
        <pc:sldMkLst>
          <pc:docMk/>
          <pc:sldMk cId="1819313943" sldId="272"/>
        </pc:sldMkLst>
        <pc:spChg chg="mod">
          <ac:chgData name="CHOI JUNHO" userId="2ed797a4709b55ca" providerId="LiveId" clId="{5B9CC2E5-527B-4B3B-BD11-698718A29A94}" dt="2019-10-28T03:18:33.032" v="5343" actId="20577"/>
          <ac:spMkLst>
            <pc:docMk/>
            <pc:sldMk cId="1819313943" sldId="272"/>
            <ac:spMk id="2" creationId="{3B1F6875-2E40-4D83-BE2A-E3D8C7789D9A}"/>
          </ac:spMkLst>
        </pc:spChg>
        <pc:spChg chg="add del">
          <ac:chgData name="CHOI JUNHO" userId="2ed797a4709b55ca" providerId="LiveId" clId="{5B9CC2E5-527B-4B3B-BD11-698718A29A94}" dt="2019-10-28T03:18:27.497" v="5334"/>
          <ac:spMkLst>
            <pc:docMk/>
            <pc:sldMk cId="1819313943" sldId="272"/>
            <ac:spMk id="3" creationId="{5FCEE909-E00D-4656-9F71-6A5B5249E571}"/>
          </ac:spMkLst>
        </pc:spChg>
        <pc:spChg chg="add">
          <ac:chgData name="CHOI JUNHO" userId="2ed797a4709b55ca" providerId="LiveId" clId="{5B9CC2E5-527B-4B3B-BD11-698718A29A94}" dt="2019-10-28T03:18:37.356" v="5344"/>
          <ac:spMkLst>
            <pc:docMk/>
            <pc:sldMk cId="1819313943" sldId="272"/>
            <ac:spMk id="4" creationId="{EFF250C4-7D27-446F-AF1E-9CE87A9830E0}"/>
          </ac:spMkLst>
        </pc:spChg>
        <pc:spChg chg="add">
          <ac:chgData name="CHOI JUNHO" userId="2ed797a4709b55ca" providerId="LiveId" clId="{5B9CC2E5-527B-4B3B-BD11-698718A29A94}" dt="2019-10-28T03:18:37.356" v="5344"/>
          <ac:spMkLst>
            <pc:docMk/>
            <pc:sldMk cId="1819313943" sldId="272"/>
            <ac:spMk id="5" creationId="{AB548B68-BEC2-44BF-B1DA-89B10C876891}"/>
          </ac:spMkLst>
        </pc:spChg>
        <pc:spChg chg="add">
          <ac:chgData name="CHOI JUNHO" userId="2ed797a4709b55ca" providerId="LiveId" clId="{5B9CC2E5-527B-4B3B-BD11-698718A29A94}" dt="2019-10-28T03:18:37.356" v="5344"/>
          <ac:spMkLst>
            <pc:docMk/>
            <pc:sldMk cId="1819313943" sldId="272"/>
            <ac:spMk id="7" creationId="{41B83BCC-CC48-4F40-AF32-9009CB4811EE}"/>
          </ac:spMkLst>
        </pc:spChg>
        <pc:spChg chg="add">
          <ac:chgData name="CHOI JUNHO" userId="2ed797a4709b55ca" providerId="LiveId" clId="{5B9CC2E5-527B-4B3B-BD11-698718A29A94}" dt="2019-10-28T03:18:37.356" v="5344"/>
          <ac:spMkLst>
            <pc:docMk/>
            <pc:sldMk cId="1819313943" sldId="272"/>
            <ac:spMk id="9" creationId="{7C6F6572-A055-40FE-A183-9A9BD6412157}"/>
          </ac:spMkLst>
        </pc:spChg>
        <pc:spChg chg="add">
          <ac:chgData name="CHOI JUNHO" userId="2ed797a4709b55ca" providerId="LiveId" clId="{5B9CC2E5-527B-4B3B-BD11-698718A29A94}" dt="2019-10-28T03:18:37.356" v="5344"/>
          <ac:spMkLst>
            <pc:docMk/>
            <pc:sldMk cId="1819313943" sldId="272"/>
            <ac:spMk id="10" creationId="{E6DA8361-FFBE-413C-AAA0-BF7A718E20C4}"/>
          </ac:spMkLst>
        </pc:spChg>
        <pc:spChg chg="add">
          <ac:chgData name="CHOI JUNHO" userId="2ed797a4709b55ca" providerId="LiveId" clId="{5B9CC2E5-527B-4B3B-BD11-698718A29A94}" dt="2019-10-28T03:18:37.356" v="5344"/>
          <ac:spMkLst>
            <pc:docMk/>
            <pc:sldMk cId="1819313943" sldId="272"/>
            <ac:spMk id="13" creationId="{E4A1E0F1-B9A0-4518-8BF9-BF851632F15F}"/>
          </ac:spMkLst>
        </pc:spChg>
        <pc:spChg chg="add">
          <ac:chgData name="CHOI JUNHO" userId="2ed797a4709b55ca" providerId="LiveId" clId="{5B9CC2E5-527B-4B3B-BD11-698718A29A94}" dt="2019-10-28T03:18:37.356" v="5344"/>
          <ac:spMkLst>
            <pc:docMk/>
            <pc:sldMk cId="1819313943" sldId="272"/>
            <ac:spMk id="14" creationId="{8895BBB1-1E5F-455A-822D-630B3BFE26B4}"/>
          </ac:spMkLst>
        </pc:spChg>
        <pc:spChg chg="add">
          <ac:chgData name="CHOI JUNHO" userId="2ed797a4709b55ca" providerId="LiveId" clId="{5B9CC2E5-527B-4B3B-BD11-698718A29A94}" dt="2019-10-28T03:18:37.356" v="5344"/>
          <ac:spMkLst>
            <pc:docMk/>
            <pc:sldMk cId="1819313943" sldId="272"/>
            <ac:spMk id="15" creationId="{C30759E5-EA69-492E-B767-30CD145B3277}"/>
          </ac:spMkLst>
        </pc:spChg>
        <pc:spChg chg="add">
          <ac:chgData name="CHOI JUNHO" userId="2ed797a4709b55ca" providerId="LiveId" clId="{5B9CC2E5-527B-4B3B-BD11-698718A29A94}" dt="2019-10-28T03:18:37.356" v="5344"/>
          <ac:spMkLst>
            <pc:docMk/>
            <pc:sldMk cId="1819313943" sldId="272"/>
            <ac:spMk id="17" creationId="{E46CD9D4-5A00-431F-9530-7FB8E2EBB42D}"/>
          </ac:spMkLst>
        </pc:spChg>
        <pc:spChg chg="add">
          <ac:chgData name="CHOI JUNHO" userId="2ed797a4709b55ca" providerId="LiveId" clId="{5B9CC2E5-527B-4B3B-BD11-698718A29A94}" dt="2019-10-28T03:18:37.356" v="5344"/>
          <ac:spMkLst>
            <pc:docMk/>
            <pc:sldMk cId="1819313943" sldId="272"/>
            <ac:spMk id="18" creationId="{296B7A56-75A5-4BD2-94E1-B91B9D4D894E}"/>
          </ac:spMkLst>
        </pc:spChg>
        <pc:spChg chg="add mod">
          <ac:chgData name="CHOI JUNHO" userId="2ed797a4709b55ca" providerId="LiveId" clId="{5B9CC2E5-527B-4B3B-BD11-698718A29A94}" dt="2019-10-28T03:20:30.633" v="5418"/>
          <ac:spMkLst>
            <pc:docMk/>
            <pc:sldMk cId="1819313943" sldId="272"/>
            <ac:spMk id="20" creationId="{E2169E79-A20B-4D56-9AF1-1C89DAA7C6BB}"/>
          </ac:spMkLst>
        </pc:spChg>
        <pc:spChg chg="add">
          <ac:chgData name="CHOI JUNHO" userId="2ed797a4709b55ca" providerId="LiveId" clId="{5B9CC2E5-527B-4B3B-BD11-698718A29A94}" dt="2019-10-28T03:18:37.356" v="5344"/>
          <ac:spMkLst>
            <pc:docMk/>
            <pc:sldMk cId="1819313943" sldId="272"/>
            <ac:spMk id="21" creationId="{0A7784CB-7666-4850-8AAE-079F7826AF76}"/>
          </ac:spMkLst>
        </pc:spChg>
        <pc:spChg chg="add del">
          <ac:chgData name="CHOI JUNHO" userId="2ed797a4709b55ca" providerId="LiveId" clId="{5B9CC2E5-527B-4B3B-BD11-698718A29A94}" dt="2019-10-28T03:22:08.367" v="5420" actId="478"/>
          <ac:spMkLst>
            <pc:docMk/>
            <pc:sldMk cId="1819313943" sldId="272"/>
            <ac:spMk id="31" creationId="{15E38083-6C70-4C5C-BE4E-BB4C28F34264}"/>
          </ac:spMkLst>
        </pc:spChg>
        <pc:spChg chg="add del">
          <ac:chgData name="CHOI JUNHO" userId="2ed797a4709b55ca" providerId="LiveId" clId="{5B9CC2E5-527B-4B3B-BD11-698718A29A94}" dt="2019-10-28T03:22:08.367" v="5420" actId="478"/>
          <ac:spMkLst>
            <pc:docMk/>
            <pc:sldMk cId="1819313943" sldId="272"/>
            <ac:spMk id="34" creationId="{F126C7BE-174F-49E0-ADF4-B086120ED43D}"/>
          </ac:spMkLst>
        </pc:spChg>
        <pc:spChg chg="del topLvl">
          <ac:chgData name="CHOI JUNHO" userId="2ed797a4709b55ca" providerId="LiveId" clId="{5B9CC2E5-527B-4B3B-BD11-698718A29A94}" dt="2019-10-28T03:18:52.594" v="5347" actId="478"/>
          <ac:spMkLst>
            <pc:docMk/>
            <pc:sldMk cId="1819313943" sldId="272"/>
            <ac:spMk id="37" creationId="{F151B6C4-945C-49DE-9EB1-1CB000BA688E}"/>
          </ac:spMkLst>
        </pc:spChg>
        <pc:spChg chg="add del mod">
          <ac:chgData name="CHOI JUNHO" userId="2ed797a4709b55ca" providerId="LiveId" clId="{5B9CC2E5-527B-4B3B-BD11-698718A29A94}" dt="2019-10-28T03:20:17.189" v="5392" actId="478"/>
          <ac:spMkLst>
            <pc:docMk/>
            <pc:sldMk cId="1819313943" sldId="272"/>
            <ac:spMk id="39" creationId="{3ADE6C28-2F7D-4423-8CB4-2E113AD0D643}"/>
          </ac:spMkLst>
        </pc:spChg>
        <pc:spChg chg="add">
          <ac:chgData name="CHOI JUNHO" userId="2ed797a4709b55ca" providerId="LiveId" clId="{5B9CC2E5-527B-4B3B-BD11-698718A29A94}" dt="2019-10-28T03:20:17.438" v="5393"/>
          <ac:spMkLst>
            <pc:docMk/>
            <pc:sldMk cId="1819313943" sldId="272"/>
            <ac:spMk id="40" creationId="{DF37281B-FED9-4EAA-8209-F7B0E617FA3A}"/>
          </ac:spMkLst>
        </pc:spChg>
        <pc:grpChg chg="add del">
          <ac:chgData name="CHOI JUNHO" userId="2ed797a4709b55ca" providerId="LiveId" clId="{5B9CC2E5-527B-4B3B-BD11-698718A29A94}" dt="2019-10-28T03:21:37.367" v="5419" actId="478"/>
          <ac:grpSpMkLst>
            <pc:docMk/>
            <pc:sldMk cId="1819313943" sldId="272"/>
            <ac:grpSpMk id="24" creationId="{43702CDC-8ED7-419D-B706-6531E9E96EA2}"/>
          </ac:grpSpMkLst>
        </pc:grpChg>
        <pc:grpChg chg="add del">
          <ac:chgData name="CHOI JUNHO" userId="2ed797a4709b55ca" providerId="LiveId" clId="{5B9CC2E5-527B-4B3B-BD11-698718A29A94}" dt="2019-10-28T03:18:52.594" v="5347" actId="478"/>
          <ac:grpSpMkLst>
            <pc:docMk/>
            <pc:sldMk cId="1819313943" sldId="272"/>
            <ac:grpSpMk id="35" creationId="{57133B75-6206-457C-8C66-B8A54B65494A}"/>
          </ac:grpSpMkLst>
        </pc:grpChg>
        <pc:grpChg chg="add mod">
          <ac:chgData name="CHOI JUNHO" userId="2ed797a4709b55ca" providerId="LiveId" clId="{5B9CC2E5-527B-4B3B-BD11-698718A29A94}" dt="2019-10-28T03:18:59.881" v="5349" actId="164"/>
          <ac:grpSpMkLst>
            <pc:docMk/>
            <pc:sldMk cId="1819313943" sldId="272"/>
            <ac:grpSpMk id="38" creationId="{355D6FE0-3FC9-474D-8ACA-E859AD95EE20}"/>
          </ac:grpSpMkLst>
        </pc:grpChg>
        <pc:picChg chg="add del">
          <ac:chgData name="CHOI JUNHO" userId="2ed797a4709b55ca" providerId="LiveId" clId="{5B9CC2E5-527B-4B3B-BD11-698718A29A94}" dt="2019-10-28T03:18:40.767" v="5345" actId="478"/>
          <ac:picMkLst>
            <pc:docMk/>
            <pc:sldMk cId="1819313943" sldId="272"/>
            <ac:picMk id="19" creationId="{505F24A0-24BB-44AF-8BD3-BCAA73FC84ED}"/>
          </ac:picMkLst>
        </pc:picChg>
        <pc:picChg chg="mod topLvl">
          <ac:chgData name="CHOI JUNHO" userId="2ed797a4709b55ca" providerId="LiveId" clId="{5B9CC2E5-527B-4B3B-BD11-698718A29A94}" dt="2019-10-28T03:18:59.881" v="5349" actId="164"/>
          <ac:picMkLst>
            <pc:docMk/>
            <pc:sldMk cId="1819313943" sldId="272"/>
            <ac:picMk id="36" creationId="{AE4188EB-7FF4-4116-BA36-8CAEAB7CA08D}"/>
          </ac:picMkLst>
        </pc:picChg>
        <pc:cxnChg chg="add">
          <ac:chgData name="CHOI JUNHO" userId="2ed797a4709b55ca" providerId="LiveId" clId="{5B9CC2E5-527B-4B3B-BD11-698718A29A94}" dt="2019-10-28T03:18:37.356" v="5344"/>
          <ac:cxnSpMkLst>
            <pc:docMk/>
            <pc:sldMk cId="1819313943" sldId="272"/>
            <ac:cxnSpMk id="6" creationId="{B93FC20F-0D53-46AF-B098-EF89A396668E}"/>
          </ac:cxnSpMkLst>
        </pc:cxnChg>
        <pc:cxnChg chg="add">
          <ac:chgData name="CHOI JUNHO" userId="2ed797a4709b55ca" providerId="LiveId" clId="{5B9CC2E5-527B-4B3B-BD11-698718A29A94}" dt="2019-10-28T03:18:37.356" v="5344"/>
          <ac:cxnSpMkLst>
            <pc:docMk/>
            <pc:sldMk cId="1819313943" sldId="272"/>
            <ac:cxnSpMk id="8" creationId="{A9BC6FC7-7BEE-4A3C-B3DF-845EE93FB4F1}"/>
          </ac:cxnSpMkLst>
        </pc:cxnChg>
        <pc:cxnChg chg="add">
          <ac:chgData name="CHOI JUNHO" userId="2ed797a4709b55ca" providerId="LiveId" clId="{5B9CC2E5-527B-4B3B-BD11-698718A29A94}" dt="2019-10-28T03:18:37.356" v="5344"/>
          <ac:cxnSpMkLst>
            <pc:docMk/>
            <pc:sldMk cId="1819313943" sldId="272"/>
            <ac:cxnSpMk id="11" creationId="{BBE425D3-4762-4429-ADD4-BFA10BD74D42}"/>
          </ac:cxnSpMkLst>
        </pc:cxnChg>
        <pc:cxnChg chg="add">
          <ac:chgData name="CHOI JUNHO" userId="2ed797a4709b55ca" providerId="LiveId" clId="{5B9CC2E5-527B-4B3B-BD11-698718A29A94}" dt="2019-10-28T03:18:37.356" v="5344"/>
          <ac:cxnSpMkLst>
            <pc:docMk/>
            <pc:sldMk cId="1819313943" sldId="272"/>
            <ac:cxnSpMk id="12" creationId="{3406B44C-4C6B-448B-84DB-1E13A637B3CC}"/>
          </ac:cxnSpMkLst>
        </pc:cxnChg>
        <pc:cxnChg chg="add">
          <ac:chgData name="CHOI JUNHO" userId="2ed797a4709b55ca" providerId="LiveId" clId="{5B9CC2E5-527B-4B3B-BD11-698718A29A94}" dt="2019-10-28T03:18:37.356" v="5344"/>
          <ac:cxnSpMkLst>
            <pc:docMk/>
            <pc:sldMk cId="1819313943" sldId="272"/>
            <ac:cxnSpMk id="16" creationId="{9D56E380-8A27-48AC-ABEA-89FB076441D7}"/>
          </ac:cxnSpMkLst>
        </pc:cxnChg>
        <pc:cxnChg chg="add">
          <ac:chgData name="CHOI JUNHO" userId="2ed797a4709b55ca" providerId="LiveId" clId="{5B9CC2E5-527B-4B3B-BD11-698718A29A94}" dt="2019-10-28T03:18:37.356" v="5344"/>
          <ac:cxnSpMkLst>
            <pc:docMk/>
            <pc:sldMk cId="1819313943" sldId="272"/>
            <ac:cxnSpMk id="22" creationId="{440DC855-8DE9-42B5-9A42-92D933514614}"/>
          </ac:cxnSpMkLst>
        </pc:cxnChg>
        <pc:cxnChg chg="add">
          <ac:chgData name="CHOI JUNHO" userId="2ed797a4709b55ca" providerId="LiveId" clId="{5B9CC2E5-527B-4B3B-BD11-698718A29A94}" dt="2019-10-28T03:18:37.356" v="5344"/>
          <ac:cxnSpMkLst>
            <pc:docMk/>
            <pc:sldMk cId="1819313943" sldId="272"/>
            <ac:cxnSpMk id="23" creationId="{7937285D-FFCC-498B-AF1F-2E1E8F120D47}"/>
          </ac:cxnSpMkLst>
        </pc:cxnChg>
        <pc:cxnChg chg="add del mod">
          <ac:chgData name="CHOI JUNHO" userId="2ed797a4709b55ca" providerId="LiveId" clId="{5B9CC2E5-527B-4B3B-BD11-698718A29A94}" dt="2019-10-28T03:22:08.367" v="5420" actId="478"/>
          <ac:cxnSpMkLst>
            <pc:docMk/>
            <pc:sldMk cId="1819313943" sldId="272"/>
            <ac:cxnSpMk id="32" creationId="{0E25413F-7414-4AFB-AB5D-EF0AF248CA5D}"/>
          </ac:cxnSpMkLst>
        </pc:cxnChg>
        <pc:cxnChg chg="add">
          <ac:chgData name="CHOI JUNHO" userId="2ed797a4709b55ca" providerId="LiveId" clId="{5B9CC2E5-527B-4B3B-BD11-698718A29A94}" dt="2019-10-28T03:18:37.356" v="5344"/>
          <ac:cxnSpMkLst>
            <pc:docMk/>
            <pc:sldMk cId="1819313943" sldId="272"/>
            <ac:cxnSpMk id="33" creationId="{2ED726AA-B60A-4FF9-9201-A0DB1E8E6C26}"/>
          </ac:cxnSpMkLst>
        </pc:cxnChg>
      </pc:sldChg>
      <pc:sldMasterChg chg="modSldLayout">
        <pc:chgData name="CHOI JUNHO" userId="2ed797a4709b55ca" providerId="LiveId" clId="{5B9CC2E5-527B-4B3B-BD11-698718A29A94}" dt="2019-10-25T05:40:29.588" v="206" actId="1035"/>
        <pc:sldMasterMkLst>
          <pc:docMk/>
          <pc:sldMasterMk cId="2252684482" sldId="2147483648"/>
        </pc:sldMasterMkLst>
        <pc:sldLayoutChg chg="modSp">
          <pc:chgData name="CHOI JUNHO" userId="2ed797a4709b55ca" providerId="LiveId" clId="{5B9CC2E5-527B-4B3B-BD11-698718A29A94}" dt="2019-10-25T05:40:29.588" v="206" actId="1035"/>
          <pc:sldLayoutMkLst>
            <pc:docMk/>
            <pc:sldMasterMk cId="2252684482" sldId="2147483648"/>
            <pc:sldLayoutMk cId="17018372" sldId="2147483649"/>
          </pc:sldLayoutMkLst>
          <pc:spChg chg="mod">
            <ac:chgData name="CHOI JUNHO" userId="2ed797a4709b55ca" providerId="LiveId" clId="{5B9CC2E5-527B-4B3B-BD11-698718A29A94}" dt="2019-10-25T05:40:29.588" v="206" actId="1035"/>
            <ac:spMkLst>
              <pc:docMk/>
              <pc:sldMasterMk cId="2252684482" sldId="2147483648"/>
              <pc:sldLayoutMk cId="17018372" sldId="2147483649"/>
              <ac:spMk id="7" creationId="{00000000-0000-0000-0000-000000000000}"/>
            </ac:spMkLst>
          </pc:spChg>
          <pc:graphicFrameChg chg="mod">
            <ac:chgData name="CHOI JUNHO" userId="2ed797a4709b55ca" providerId="LiveId" clId="{5B9CC2E5-527B-4B3B-BD11-698718A29A94}" dt="2019-10-25T05:40:29.588" v="206" actId="1035"/>
            <ac:graphicFrameMkLst>
              <pc:docMk/>
              <pc:sldMasterMk cId="2252684482" sldId="2147483648"/>
              <pc:sldLayoutMk cId="17018372" sldId="2147483649"/>
              <ac:graphicFrameMk id="2" creationId="{00000000-0000-0000-0000-000000000000}"/>
            </ac:graphicFrameMkLst>
          </pc:graphicFrameChg>
        </pc:sldLayoutChg>
        <pc:sldLayoutChg chg="modSp">
          <pc:chgData name="CHOI JUNHO" userId="2ed797a4709b55ca" providerId="LiveId" clId="{5B9CC2E5-527B-4B3B-BD11-698718A29A94}" dt="2019-10-25T05:40:22.018" v="186" actId="1035"/>
          <pc:sldLayoutMkLst>
            <pc:docMk/>
            <pc:sldMasterMk cId="2252684482" sldId="2147483648"/>
            <pc:sldLayoutMk cId="2156045409" sldId="2147483651"/>
          </pc:sldLayoutMkLst>
          <pc:spChg chg="mod">
            <ac:chgData name="CHOI JUNHO" userId="2ed797a4709b55ca" providerId="LiveId" clId="{5B9CC2E5-527B-4B3B-BD11-698718A29A94}" dt="2019-10-25T05:40:22.018" v="186" actId="1035"/>
            <ac:spMkLst>
              <pc:docMk/>
              <pc:sldMasterMk cId="2252684482" sldId="2147483648"/>
              <pc:sldLayoutMk cId="2156045409" sldId="2147483651"/>
              <ac:spMk id="5" creationId="{45E6D0DC-F064-4EBA-906A-BF1306784A62}"/>
            </ac:spMkLst>
          </pc:spChg>
          <pc:graphicFrameChg chg="mod modGraphic">
            <ac:chgData name="CHOI JUNHO" userId="2ed797a4709b55ca" providerId="LiveId" clId="{5B9CC2E5-527B-4B3B-BD11-698718A29A94}" dt="2019-10-25T05:40:22.018" v="186" actId="1035"/>
            <ac:graphicFrameMkLst>
              <pc:docMk/>
              <pc:sldMasterMk cId="2252684482" sldId="2147483648"/>
              <pc:sldLayoutMk cId="2156045409" sldId="2147483651"/>
              <ac:graphicFrameMk id="4" creationId="{B42A6570-5196-43DE-85B2-428460B9C59C}"/>
            </ac:graphicFrameMkLst>
          </pc:graphicFrameChg>
        </pc:sldLayoutChg>
      </pc:sldMasterChg>
    </pc:docChg>
  </pc:docChgLst>
  <pc:docChgLst>
    <pc:chgData name="CHOI JUNHO" userId="2ed797a4709b55ca" providerId="LiveId" clId="{B85B9DB9-DC08-49E2-AE66-60597C8BC9AF}"/>
    <pc:docChg chg="undo custSel addSld delSld modSld modMainMaster modSection">
      <pc:chgData name="CHOI JUNHO" userId="2ed797a4709b55ca" providerId="LiveId" clId="{B85B9DB9-DC08-49E2-AE66-60597C8BC9AF}" dt="2019-10-25T03:07:02.207" v="594"/>
      <pc:docMkLst>
        <pc:docMk/>
      </pc:docMkLst>
      <pc:sldChg chg="modSp">
        <pc:chgData name="CHOI JUNHO" userId="2ed797a4709b55ca" providerId="LiveId" clId="{B85B9DB9-DC08-49E2-AE66-60597C8BC9AF}" dt="2019-10-25T01:33:34.944" v="226"/>
        <pc:sldMkLst>
          <pc:docMk/>
          <pc:sldMk cId="2612761801" sldId="256"/>
        </pc:sldMkLst>
        <pc:spChg chg="mod">
          <ac:chgData name="CHOI JUNHO" userId="2ed797a4709b55ca" providerId="LiveId" clId="{B85B9DB9-DC08-49E2-AE66-60597C8BC9AF}" dt="2019-10-25T01:33:34.944" v="226"/>
          <ac:spMkLst>
            <pc:docMk/>
            <pc:sldMk cId="2612761801" sldId="256"/>
            <ac:spMk id="2" creationId="{00000000-0000-0000-0000-000000000000}"/>
          </ac:spMkLst>
        </pc:spChg>
      </pc:sldChg>
      <pc:sldChg chg="addSp delSp modSp">
        <pc:chgData name="CHOI JUNHO" userId="2ed797a4709b55ca" providerId="LiveId" clId="{B85B9DB9-DC08-49E2-AE66-60597C8BC9AF}" dt="2019-10-25T03:02:53.290" v="510" actId="122"/>
        <pc:sldMkLst>
          <pc:docMk/>
          <pc:sldMk cId="1580783546" sldId="265"/>
        </pc:sldMkLst>
        <pc:spChg chg="mod">
          <ac:chgData name="CHOI JUNHO" userId="2ed797a4709b55ca" providerId="LiveId" clId="{B85B9DB9-DC08-49E2-AE66-60597C8BC9AF}" dt="2019-10-25T01:34:10.326" v="227" actId="1076"/>
          <ac:spMkLst>
            <pc:docMk/>
            <pc:sldMk cId="1580783546" sldId="265"/>
            <ac:spMk id="2" creationId="{00000000-0000-0000-0000-000000000000}"/>
          </ac:spMkLst>
        </pc:spChg>
        <pc:spChg chg="add del mod">
          <ac:chgData name="CHOI JUNHO" userId="2ed797a4709b55ca" providerId="LiveId" clId="{B85B9DB9-DC08-49E2-AE66-60597C8BC9AF}" dt="2019-10-25T01:45:40.867" v="281" actId="478"/>
          <ac:spMkLst>
            <pc:docMk/>
            <pc:sldMk cId="1580783546" sldId="265"/>
            <ac:spMk id="4" creationId="{B881BF1D-5E56-4F08-8D22-51CC2A47B5B5}"/>
          </ac:spMkLst>
        </pc:spChg>
        <pc:spChg chg="add">
          <ac:chgData name="CHOI JUNHO" userId="2ed797a4709b55ca" providerId="LiveId" clId="{B85B9DB9-DC08-49E2-AE66-60597C8BC9AF}" dt="2019-10-25T01:45:41.131" v="282"/>
          <ac:spMkLst>
            <pc:docMk/>
            <pc:sldMk cId="1580783546" sldId="265"/>
            <ac:spMk id="5" creationId="{90B8312E-970E-458B-87FB-84F7A22C22BA}"/>
          </ac:spMkLst>
        </pc:spChg>
        <pc:graphicFrameChg chg="mod modGraphic">
          <ac:chgData name="CHOI JUNHO" userId="2ed797a4709b55ca" providerId="LiveId" clId="{B85B9DB9-DC08-49E2-AE66-60597C8BC9AF}" dt="2019-10-25T03:02:53.290" v="510" actId="122"/>
          <ac:graphicFrameMkLst>
            <pc:docMk/>
            <pc:sldMk cId="1580783546" sldId="265"/>
            <ac:graphicFrameMk id="3" creationId="{00000000-0000-0000-0000-000000000000}"/>
          </ac:graphicFrameMkLst>
        </pc:graphicFrameChg>
      </pc:sldChg>
      <pc:sldChg chg="addSp delSp modSp">
        <pc:chgData name="CHOI JUNHO" userId="2ed797a4709b55ca" providerId="LiveId" clId="{B85B9DB9-DC08-49E2-AE66-60597C8BC9AF}" dt="2019-10-25T03:03:46.366" v="552"/>
        <pc:sldMkLst>
          <pc:docMk/>
          <pc:sldMk cId="2062586716" sldId="266"/>
        </pc:sldMkLst>
        <pc:spChg chg="del mod">
          <ac:chgData name="CHOI JUNHO" userId="2ed797a4709b55ca" providerId="LiveId" clId="{B85B9DB9-DC08-49E2-AE66-60597C8BC9AF}" dt="2019-10-25T01:34:39.668" v="230" actId="478"/>
          <ac:spMkLst>
            <pc:docMk/>
            <pc:sldMk cId="2062586716" sldId="266"/>
            <ac:spMk id="2" creationId="{F545666B-8493-4477-99D8-EE91343E4355}"/>
          </ac:spMkLst>
        </pc:spChg>
        <pc:spChg chg="add del mod">
          <ac:chgData name="CHOI JUNHO" userId="2ed797a4709b55ca" providerId="LiveId" clId="{B85B9DB9-DC08-49E2-AE66-60597C8BC9AF}" dt="2019-10-25T03:03:22.779" v="511" actId="478"/>
          <ac:spMkLst>
            <pc:docMk/>
            <pc:sldMk cId="2062586716" sldId="266"/>
            <ac:spMk id="6" creationId="{8118FEA1-4A80-49C3-9930-C51AF5C62F7E}"/>
          </ac:spMkLst>
        </pc:spChg>
        <pc:spChg chg="add del">
          <ac:chgData name="CHOI JUNHO" userId="2ed797a4709b55ca" providerId="LiveId" clId="{B85B9DB9-DC08-49E2-AE66-60597C8BC9AF}" dt="2019-10-25T01:45:36.837" v="279" actId="478"/>
          <ac:spMkLst>
            <pc:docMk/>
            <pc:sldMk cId="2062586716" sldId="266"/>
            <ac:spMk id="7" creationId="{3EB95EFF-3A7D-4091-BAAC-1CB1538929BA}"/>
          </ac:spMkLst>
        </pc:spChg>
        <pc:spChg chg="add">
          <ac:chgData name="CHOI JUNHO" userId="2ed797a4709b55ca" providerId="LiveId" clId="{B85B9DB9-DC08-49E2-AE66-60597C8BC9AF}" dt="2019-10-25T01:45:37.153" v="280"/>
          <ac:spMkLst>
            <pc:docMk/>
            <pc:sldMk cId="2062586716" sldId="266"/>
            <ac:spMk id="8" creationId="{23071584-DD65-431F-A8DF-AB180821E716}"/>
          </ac:spMkLst>
        </pc:spChg>
        <pc:spChg chg="add del mod">
          <ac:chgData name="CHOI JUNHO" userId="2ed797a4709b55ca" providerId="LiveId" clId="{B85B9DB9-DC08-49E2-AE66-60597C8BC9AF}" dt="2019-10-25T03:03:32.022" v="512"/>
          <ac:spMkLst>
            <pc:docMk/>
            <pc:sldMk cId="2062586716" sldId="266"/>
            <ac:spMk id="10" creationId="{EFB0F23F-4C67-4FF2-AFDE-63211541F701}"/>
          </ac:spMkLst>
        </pc:spChg>
        <pc:spChg chg="add mod">
          <ac:chgData name="CHOI JUNHO" userId="2ed797a4709b55ca" providerId="LiveId" clId="{B85B9DB9-DC08-49E2-AE66-60597C8BC9AF}" dt="2019-10-25T03:03:46.366" v="552"/>
          <ac:spMkLst>
            <pc:docMk/>
            <pc:sldMk cId="2062586716" sldId="266"/>
            <ac:spMk id="11" creationId="{E21B456B-D313-489D-8814-AD8BAFB1F0AE}"/>
          </ac:spMkLst>
        </pc:spChg>
      </pc:sldChg>
      <pc:sldChg chg="del">
        <pc:chgData name="CHOI JUNHO" userId="2ed797a4709b55ca" providerId="LiveId" clId="{B85B9DB9-DC08-49E2-AE66-60597C8BC9AF}" dt="2019-10-25T01:34:55.666" v="256" actId="47"/>
        <pc:sldMkLst>
          <pc:docMk/>
          <pc:sldMk cId="2600782532" sldId="267"/>
        </pc:sldMkLst>
      </pc:sldChg>
      <pc:sldChg chg="addSp delSp modSp">
        <pc:chgData name="CHOI JUNHO" userId="2ed797a4709b55ca" providerId="LiveId" clId="{B85B9DB9-DC08-49E2-AE66-60597C8BC9AF}" dt="2019-10-25T03:06:44.532" v="591" actId="572"/>
        <pc:sldMkLst>
          <pc:docMk/>
          <pc:sldMk cId="3410021434" sldId="268"/>
        </pc:sldMkLst>
        <pc:spChg chg="add mod">
          <ac:chgData name="CHOI JUNHO" userId="2ed797a4709b55ca" providerId="LiveId" clId="{B85B9DB9-DC08-49E2-AE66-60597C8BC9AF}" dt="2019-10-25T03:06:16.731" v="587"/>
          <ac:spMkLst>
            <pc:docMk/>
            <pc:sldMk cId="3410021434" sldId="268"/>
            <ac:spMk id="2" creationId="{EC4D4907-240D-4B06-B316-13332696469D}"/>
          </ac:spMkLst>
        </pc:spChg>
        <pc:spChg chg="del mod">
          <ac:chgData name="CHOI JUNHO" userId="2ed797a4709b55ca" providerId="LiveId" clId="{B85B9DB9-DC08-49E2-AE66-60597C8BC9AF}" dt="2019-10-25T03:06:16.731" v="587"/>
          <ac:spMkLst>
            <pc:docMk/>
            <pc:sldMk cId="3410021434" sldId="268"/>
            <ac:spMk id="3" creationId="{6C7AA625-D22A-4CDB-9C55-589DB51B0D40}"/>
          </ac:spMkLst>
        </pc:spChg>
        <pc:spChg chg="del mod">
          <ac:chgData name="CHOI JUNHO" userId="2ed797a4709b55ca" providerId="LiveId" clId="{B85B9DB9-DC08-49E2-AE66-60597C8BC9AF}" dt="2019-10-25T03:06:16.731" v="587"/>
          <ac:spMkLst>
            <pc:docMk/>
            <pc:sldMk cId="3410021434" sldId="268"/>
            <ac:spMk id="4" creationId="{F345B3F1-9D07-4554-8968-617B62B9E451}"/>
          </ac:spMkLst>
        </pc:spChg>
        <pc:spChg chg="add del mod">
          <ac:chgData name="CHOI JUNHO" userId="2ed797a4709b55ca" providerId="LiveId" clId="{B85B9DB9-DC08-49E2-AE66-60597C8BC9AF}" dt="2019-10-25T01:45:15.874" v="275" actId="478"/>
          <ac:spMkLst>
            <pc:docMk/>
            <pc:sldMk cId="3410021434" sldId="268"/>
            <ac:spMk id="5" creationId="{2108D399-ACF1-41D4-928B-BD5C5BE71961}"/>
          </ac:spMkLst>
        </pc:spChg>
        <pc:spChg chg="del mod">
          <ac:chgData name="CHOI JUNHO" userId="2ed797a4709b55ca" providerId="LiveId" clId="{B85B9DB9-DC08-49E2-AE66-60597C8BC9AF}" dt="2019-10-25T03:06:16.731" v="587"/>
          <ac:spMkLst>
            <pc:docMk/>
            <pc:sldMk cId="3410021434" sldId="268"/>
            <ac:spMk id="6" creationId="{C75E5778-2F5B-4B9C-AE7B-56832756C3B8}"/>
          </ac:spMkLst>
        </pc:spChg>
        <pc:spChg chg="add mod">
          <ac:chgData name="CHOI JUNHO" userId="2ed797a4709b55ca" providerId="LiveId" clId="{B85B9DB9-DC08-49E2-AE66-60597C8BC9AF}" dt="2019-10-25T01:45:21.629" v="277" actId="1076"/>
          <ac:spMkLst>
            <pc:docMk/>
            <pc:sldMk cId="3410021434" sldId="268"/>
            <ac:spMk id="8" creationId="{A478C3C5-FCBD-44D2-A2A0-9B786A1D8D0C}"/>
          </ac:spMkLst>
        </pc:spChg>
        <pc:spChg chg="add mod">
          <ac:chgData name="CHOI JUNHO" userId="2ed797a4709b55ca" providerId="LiveId" clId="{B85B9DB9-DC08-49E2-AE66-60597C8BC9AF}" dt="2019-10-25T03:06:16.731" v="587"/>
          <ac:spMkLst>
            <pc:docMk/>
            <pc:sldMk cId="3410021434" sldId="268"/>
            <ac:spMk id="9" creationId="{34AE6684-951E-41C8-9B02-BC66400E89EE}"/>
          </ac:spMkLst>
        </pc:spChg>
        <pc:spChg chg="add mod">
          <ac:chgData name="CHOI JUNHO" userId="2ed797a4709b55ca" providerId="LiveId" clId="{B85B9DB9-DC08-49E2-AE66-60597C8BC9AF}" dt="2019-10-25T03:06:16.731" v="587"/>
          <ac:spMkLst>
            <pc:docMk/>
            <pc:sldMk cId="3410021434" sldId="268"/>
            <ac:spMk id="10" creationId="{CFD98D77-76EC-446E-9F20-A5C62110D5DD}"/>
          </ac:spMkLst>
        </pc:spChg>
        <pc:graphicFrameChg chg="mod modGraphic">
          <ac:chgData name="CHOI JUNHO" userId="2ed797a4709b55ca" providerId="LiveId" clId="{B85B9DB9-DC08-49E2-AE66-60597C8BC9AF}" dt="2019-10-25T03:06:44.532" v="591" actId="572"/>
          <ac:graphicFrameMkLst>
            <pc:docMk/>
            <pc:sldMk cId="3410021434" sldId="268"/>
            <ac:graphicFrameMk id="7" creationId="{1CA85B1C-5C74-4B1C-AB51-4AEA3A54D33D}"/>
          </ac:graphicFrameMkLst>
        </pc:graphicFrameChg>
      </pc:sldChg>
      <pc:sldChg chg="add del">
        <pc:chgData name="CHOI JUNHO" userId="2ed797a4709b55ca" providerId="LiveId" clId="{B85B9DB9-DC08-49E2-AE66-60597C8BC9AF}" dt="2019-10-25T01:31:23.308" v="190"/>
        <pc:sldMkLst>
          <pc:docMk/>
          <pc:sldMk cId="1866466767" sldId="270"/>
        </pc:sldMkLst>
      </pc:sldChg>
      <pc:sldChg chg="addSp delSp modSp add">
        <pc:chgData name="CHOI JUNHO" userId="2ed797a4709b55ca" providerId="LiveId" clId="{B85B9DB9-DC08-49E2-AE66-60597C8BC9AF}" dt="2019-10-25T03:07:02.207" v="594"/>
        <pc:sldMkLst>
          <pc:docMk/>
          <pc:sldMk cId="2010584314" sldId="270"/>
        </pc:sldMkLst>
        <pc:spChg chg="del">
          <ac:chgData name="CHOI JUNHO" userId="2ed797a4709b55ca" providerId="LiveId" clId="{B85B9DB9-DC08-49E2-AE66-60597C8BC9AF}" dt="2019-10-25T02:57:20.568" v="376" actId="478"/>
          <ac:spMkLst>
            <pc:docMk/>
            <pc:sldMk cId="2010584314" sldId="270"/>
            <ac:spMk id="2" creationId="{7D0C4656-E49B-44EA-AF20-8ABC1B2C8AD4}"/>
          </ac:spMkLst>
        </pc:spChg>
        <pc:spChg chg="del">
          <ac:chgData name="CHOI JUNHO" userId="2ed797a4709b55ca" providerId="LiveId" clId="{B85B9DB9-DC08-49E2-AE66-60597C8BC9AF}" dt="2019-10-25T02:57:20.568" v="376" actId="478"/>
          <ac:spMkLst>
            <pc:docMk/>
            <pc:sldMk cId="2010584314" sldId="270"/>
            <ac:spMk id="3" creationId="{B659F2A8-88A9-4FCA-A911-041740866CAE}"/>
          </ac:spMkLst>
        </pc:spChg>
        <pc:spChg chg="del">
          <ac:chgData name="CHOI JUNHO" userId="2ed797a4709b55ca" providerId="LiveId" clId="{B85B9DB9-DC08-49E2-AE66-60597C8BC9AF}" dt="2019-10-25T02:57:27.175" v="378" actId="478"/>
          <ac:spMkLst>
            <pc:docMk/>
            <pc:sldMk cId="2010584314" sldId="270"/>
            <ac:spMk id="4" creationId="{CBDC7334-39F0-456A-9918-2BB72650FD7F}"/>
          </ac:spMkLst>
        </pc:spChg>
        <pc:spChg chg="add">
          <ac:chgData name="CHOI JUNHO" userId="2ed797a4709b55ca" providerId="LiveId" clId="{B85B9DB9-DC08-49E2-AE66-60597C8BC9AF}" dt="2019-10-25T01:45:32.908" v="278"/>
          <ac:spMkLst>
            <pc:docMk/>
            <pc:sldMk cId="2010584314" sldId="270"/>
            <ac:spMk id="5" creationId="{51D5DC1D-ADBD-459B-B857-35B962FEDE50}"/>
          </ac:spMkLst>
        </pc:spChg>
        <pc:spChg chg="add del">
          <ac:chgData name="CHOI JUNHO" userId="2ed797a4709b55ca" providerId="LiveId" clId="{B85B9DB9-DC08-49E2-AE66-60597C8BC9AF}" dt="2019-10-25T03:07:02.207" v="594"/>
          <ac:spMkLst>
            <pc:docMk/>
            <pc:sldMk cId="2010584314" sldId="270"/>
            <ac:spMk id="6" creationId="{F18D0D67-B30E-408D-BA45-598CD32B09C9}"/>
          </ac:spMkLst>
        </pc:spChg>
        <pc:spChg chg="add del">
          <ac:chgData name="CHOI JUNHO" userId="2ed797a4709b55ca" providerId="LiveId" clId="{B85B9DB9-DC08-49E2-AE66-60597C8BC9AF}" dt="2019-10-25T03:07:02.207" v="594"/>
          <ac:spMkLst>
            <pc:docMk/>
            <pc:sldMk cId="2010584314" sldId="270"/>
            <ac:spMk id="7" creationId="{117B048D-E10E-4930-B6E1-772368D06A2E}"/>
          </ac:spMkLst>
        </pc:spChg>
        <pc:spChg chg="add del">
          <ac:chgData name="CHOI JUNHO" userId="2ed797a4709b55ca" providerId="LiveId" clId="{B85B9DB9-DC08-49E2-AE66-60597C8BC9AF}" dt="2019-10-25T03:07:02.207" v="594"/>
          <ac:spMkLst>
            <pc:docMk/>
            <pc:sldMk cId="2010584314" sldId="270"/>
            <ac:spMk id="8" creationId="{2F7698A7-CD42-4A15-AC09-2A9F8CB03A4E}"/>
          </ac:spMkLst>
        </pc:spChg>
        <pc:spChg chg="add mod">
          <ac:chgData name="CHOI JUNHO" userId="2ed797a4709b55ca" providerId="LiveId" clId="{B85B9DB9-DC08-49E2-AE66-60597C8BC9AF}" dt="2019-10-25T03:07:02.207" v="594"/>
          <ac:spMkLst>
            <pc:docMk/>
            <pc:sldMk cId="2010584314" sldId="270"/>
            <ac:spMk id="11" creationId="{3C4F82C0-F0B4-4E77-B71E-946CB900EE93}"/>
          </ac:spMkLst>
        </pc:spChg>
        <pc:spChg chg="add mod">
          <ac:chgData name="CHOI JUNHO" userId="2ed797a4709b55ca" providerId="LiveId" clId="{B85B9DB9-DC08-49E2-AE66-60597C8BC9AF}" dt="2019-10-25T03:07:02.207" v="594"/>
          <ac:spMkLst>
            <pc:docMk/>
            <pc:sldMk cId="2010584314" sldId="270"/>
            <ac:spMk id="12" creationId="{C750E563-F302-4F75-B9E6-7F101F724CE2}"/>
          </ac:spMkLst>
        </pc:spChg>
        <pc:spChg chg="add mod">
          <ac:chgData name="CHOI JUNHO" userId="2ed797a4709b55ca" providerId="LiveId" clId="{B85B9DB9-DC08-49E2-AE66-60597C8BC9AF}" dt="2019-10-25T03:07:02.207" v="594"/>
          <ac:spMkLst>
            <pc:docMk/>
            <pc:sldMk cId="2010584314" sldId="270"/>
            <ac:spMk id="13" creationId="{222B9C09-D39C-4FD7-A9B3-BFEC8A9D73D0}"/>
          </ac:spMkLst>
        </pc:spChg>
        <pc:graphicFrameChg chg="add del">
          <ac:chgData name="CHOI JUNHO" userId="2ed797a4709b55ca" providerId="LiveId" clId="{B85B9DB9-DC08-49E2-AE66-60597C8BC9AF}" dt="2019-10-25T03:06:57.879" v="592" actId="478"/>
          <ac:graphicFrameMkLst>
            <pc:docMk/>
            <pc:sldMk cId="2010584314" sldId="270"/>
            <ac:graphicFrameMk id="9" creationId="{83855A88-BA53-4FFC-95CF-FDE79EAEF7C8}"/>
          </ac:graphicFrameMkLst>
        </pc:graphicFrameChg>
        <pc:graphicFrameChg chg="add">
          <ac:chgData name="CHOI JUNHO" userId="2ed797a4709b55ca" providerId="LiveId" clId="{B85B9DB9-DC08-49E2-AE66-60597C8BC9AF}" dt="2019-10-25T03:06:58.210" v="593"/>
          <ac:graphicFrameMkLst>
            <pc:docMk/>
            <pc:sldMk cId="2010584314" sldId="270"/>
            <ac:graphicFrameMk id="10" creationId="{10B57DFF-9D4B-4303-9748-47D281BAB84A}"/>
          </ac:graphicFrameMkLst>
        </pc:graphicFrameChg>
      </pc:sldChg>
      <pc:sldMasterChg chg="modSldLayout">
        <pc:chgData name="CHOI JUNHO" userId="2ed797a4709b55ca" providerId="LiveId" clId="{B85B9DB9-DC08-49E2-AE66-60597C8BC9AF}" dt="2019-10-25T03:05:13.875" v="585" actId="20577"/>
        <pc:sldMasterMkLst>
          <pc:docMk/>
          <pc:sldMasterMk cId="2252684482" sldId="2147483648"/>
        </pc:sldMasterMkLst>
        <pc:sldLayoutChg chg="addSp delSp modSp">
          <pc:chgData name="CHOI JUNHO" userId="2ed797a4709b55ca" providerId="LiveId" clId="{B85B9DB9-DC08-49E2-AE66-60597C8BC9AF}" dt="2019-10-25T01:50:08.293" v="337" actId="1076"/>
          <pc:sldLayoutMkLst>
            <pc:docMk/>
            <pc:sldMasterMk cId="2252684482" sldId="2147483648"/>
            <pc:sldLayoutMk cId="17018372" sldId="2147483649"/>
          </pc:sldLayoutMkLst>
          <pc:spChg chg="mod">
            <ac:chgData name="CHOI JUNHO" userId="2ed797a4709b55ca" providerId="LiveId" clId="{B85B9DB9-DC08-49E2-AE66-60597C8BC9AF}" dt="2019-10-25T01:00:43.709" v="1" actId="1076"/>
            <ac:spMkLst>
              <pc:docMk/>
              <pc:sldMasterMk cId="2252684482" sldId="2147483648"/>
              <pc:sldLayoutMk cId="17018372" sldId="2147483649"/>
              <ac:spMk id="7" creationId="{00000000-0000-0000-0000-000000000000}"/>
            </ac:spMkLst>
          </pc:spChg>
          <pc:spChg chg="add mod">
            <ac:chgData name="CHOI JUNHO" userId="2ed797a4709b55ca" providerId="LiveId" clId="{B85B9DB9-DC08-49E2-AE66-60597C8BC9AF}" dt="2019-10-25T01:06:49.894" v="57" actId="1076"/>
            <ac:spMkLst>
              <pc:docMk/>
              <pc:sldMasterMk cId="2252684482" sldId="2147483648"/>
              <pc:sldLayoutMk cId="17018372" sldId="2147483649"/>
              <ac:spMk id="8" creationId="{FD2F9934-9D0C-4E19-AE89-48CB9973F4AD}"/>
            </ac:spMkLst>
          </pc:spChg>
          <pc:spChg chg="add mod">
            <ac:chgData name="CHOI JUNHO" userId="2ed797a4709b55ca" providerId="LiveId" clId="{B85B9DB9-DC08-49E2-AE66-60597C8BC9AF}" dt="2019-10-25T01:06:54.490" v="58" actId="1076"/>
            <ac:spMkLst>
              <pc:docMk/>
              <pc:sldMasterMk cId="2252684482" sldId="2147483648"/>
              <pc:sldLayoutMk cId="17018372" sldId="2147483649"/>
              <ac:spMk id="9" creationId="{04047FE0-99CA-4A25-A7D8-E3A981F3FFF0}"/>
            </ac:spMkLst>
          </pc:spChg>
          <pc:spChg chg="add mod">
            <ac:chgData name="CHOI JUNHO" userId="2ed797a4709b55ca" providerId="LiveId" clId="{B85B9DB9-DC08-49E2-AE66-60597C8BC9AF}" dt="2019-10-25T01:05:12.433" v="42" actId="571"/>
            <ac:spMkLst>
              <pc:docMk/>
              <pc:sldMasterMk cId="2252684482" sldId="2147483648"/>
              <pc:sldLayoutMk cId="17018372" sldId="2147483649"/>
              <ac:spMk id="11" creationId="{B0466DD5-62C1-4182-89A2-E023954D0F31}"/>
            </ac:spMkLst>
          </pc:spChg>
          <pc:spChg chg="add mod">
            <ac:chgData name="CHOI JUNHO" userId="2ed797a4709b55ca" providerId="LiveId" clId="{B85B9DB9-DC08-49E2-AE66-60597C8BC9AF}" dt="2019-10-25T01:09:59.655" v="96" actId="1076"/>
            <ac:spMkLst>
              <pc:docMk/>
              <pc:sldMasterMk cId="2252684482" sldId="2147483648"/>
              <pc:sldLayoutMk cId="17018372" sldId="2147483649"/>
              <ac:spMk id="13" creationId="{26B85E55-A23B-4282-B1C2-26BA012C5C07}"/>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19"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0" creationId="{00000000-0000-0000-0000-000000000000}"/>
            </ac:spMkLst>
          </pc:spChg>
          <pc:spChg chg="mod">
            <ac:chgData name="CHOI JUNHO" userId="2ed797a4709b55ca" providerId="LiveId" clId="{B85B9DB9-DC08-49E2-AE66-60597C8BC9AF}" dt="2019-10-25T01:50:08.293" v="337" actId="1076"/>
            <ac:spMkLst>
              <pc:docMk/>
              <pc:sldMasterMk cId="2252684482" sldId="2147483648"/>
              <pc:sldLayoutMk cId="17018372" sldId="2147483649"/>
              <ac:spMk id="21" creationId="{00000000-0000-0000-0000-000000000000}"/>
            </ac:spMkLst>
          </pc:spChg>
          <pc:graphicFrameChg chg="mod">
            <ac:chgData name="CHOI JUNHO" userId="2ed797a4709b55ca" providerId="LiveId" clId="{B85B9DB9-DC08-49E2-AE66-60597C8BC9AF}" dt="2019-10-25T01:22:43.813" v="128"/>
            <ac:graphicFrameMkLst>
              <pc:docMk/>
              <pc:sldMasterMk cId="2252684482" sldId="2147483648"/>
              <pc:sldLayoutMk cId="17018372" sldId="2147483649"/>
              <ac:graphicFrameMk id="2" creationId="{00000000-0000-0000-0000-000000000000}"/>
            </ac:graphicFrameMkLst>
          </pc:graphicFrameChg>
          <pc:graphicFrameChg chg="mod modGraphic">
            <ac:chgData name="CHOI JUNHO" userId="2ed797a4709b55ca" providerId="LiveId" clId="{B85B9DB9-DC08-49E2-AE66-60597C8BC9AF}" dt="2019-10-25T01:50:08.293" v="337" actId="1076"/>
            <ac:graphicFrameMkLst>
              <pc:docMk/>
              <pc:sldMasterMk cId="2252684482" sldId="2147483648"/>
              <pc:sldLayoutMk cId="17018372" sldId="2147483649"/>
              <ac:graphicFrameMk id="10" creationId="{00000000-0000-0000-0000-000000000000}"/>
            </ac:graphicFrameMkLst>
          </pc:graphicFrameChg>
          <pc:cxnChg chg="add del mod">
            <ac:chgData name="CHOI JUNHO" userId="2ed797a4709b55ca" providerId="LiveId" clId="{B85B9DB9-DC08-49E2-AE66-60597C8BC9AF}" dt="2019-10-25T01:07:41.860" v="68" actId="478"/>
            <ac:cxnSpMkLst>
              <pc:docMk/>
              <pc:sldMasterMk cId="2252684482" sldId="2147483648"/>
              <pc:sldLayoutMk cId="17018372" sldId="2147483649"/>
              <ac:cxnSpMk id="4" creationId="{21A55588-8C90-42F5-B98F-76F2A7D9B633}"/>
            </ac:cxnSpMkLst>
          </pc:cxnChg>
        </pc:sldLayoutChg>
        <pc:sldLayoutChg chg="delSp modSp">
          <pc:chgData name="CHOI JUNHO" userId="2ed797a4709b55ca" providerId="LiveId" clId="{B85B9DB9-DC08-49E2-AE66-60597C8BC9AF}" dt="2019-10-25T03:05:13.875" v="585" actId="20577"/>
          <pc:sldLayoutMkLst>
            <pc:docMk/>
            <pc:sldMasterMk cId="2252684482" sldId="2147483648"/>
            <pc:sldLayoutMk cId="2377320761" sldId="2147483650"/>
          </pc:sldLayoutMkLst>
          <pc:spChg chg="mod">
            <ac:chgData name="CHOI JUNHO" userId="2ed797a4709b55ca" providerId="LiveId" clId="{B85B9DB9-DC08-49E2-AE66-60597C8BC9AF}" dt="2019-10-25T03:04:46.090" v="561" actId="1035"/>
            <ac:spMkLst>
              <pc:docMk/>
              <pc:sldMasterMk cId="2252684482" sldId="2147483648"/>
              <pc:sldLayoutMk cId="2377320761" sldId="2147483650"/>
              <ac:spMk id="22" creationId="{00000000-0000-0000-0000-000000000000}"/>
            </ac:spMkLst>
          </pc:spChg>
          <pc:spChg chg="mod">
            <ac:chgData name="CHOI JUNHO" userId="2ed797a4709b55ca" providerId="LiveId" clId="{B85B9DB9-DC08-49E2-AE66-60597C8BC9AF}" dt="2019-10-25T03:04:52.185" v="562" actId="14100"/>
            <ac:spMkLst>
              <pc:docMk/>
              <pc:sldMasterMk cId="2252684482" sldId="2147483648"/>
              <pc:sldLayoutMk cId="2377320761" sldId="2147483650"/>
              <ac:spMk id="23" creationId="{00000000-0000-0000-0000-000000000000}"/>
            </ac:spMkLst>
          </pc:spChg>
          <pc:spChg chg="del">
            <ac:chgData name="CHOI JUNHO" userId="2ed797a4709b55ca" providerId="LiveId" clId="{B85B9DB9-DC08-49E2-AE66-60597C8BC9AF}" dt="2019-10-25T01:29:27.885" v="182" actId="478"/>
            <ac:spMkLst>
              <pc:docMk/>
              <pc:sldMasterMk cId="2252684482" sldId="2147483648"/>
              <pc:sldLayoutMk cId="2377320761" sldId="2147483650"/>
              <ac:spMk id="24" creationId="{00000000-0000-0000-0000-000000000000}"/>
            </ac:spMkLst>
          </pc:spChg>
          <pc:spChg chg="mod">
            <ac:chgData name="CHOI JUNHO" userId="2ed797a4709b55ca" providerId="LiveId" clId="{B85B9DB9-DC08-49E2-AE66-60597C8BC9AF}" dt="2019-10-25T03:04:58.853" v="563" actId="14100"/>
            <ac:spMkLst>
              <pc:docMk/>
              <pc:sldMasterMk cId="2252684482" sldId="2147483648"/>
              <pc:sldLayoutMk cId="2377320761" sldId="2147483650"/>
              <ac:spMk id="30" creationId="{00000000-0000-0000-0000-000000000000}"/>
            </ac:spMkLst>
          </pc:spChg>
          <pc:graphicFrameChg chg="mod modGraphic">
            <ac:chgData name="CHOI JUNHO" userId="2ed797a4709b55ca" providerId="LiveId" clId="{B85B9DB9-DC08-49E2-AE66-60597C8BC9AF}" dt="2019-10-25T03:05:13.875" v="585" actId="20577"/>
            <ac:graphicFrameMkLst>
              <pc:docMk/>
              <pc:sldMasterMk cId="2252684482" sldId="2147483648"/>
              <pc:sldLayoutMk cId="2377320761" sldId="2147483650"/>
              <ac:graphicFrameMk id="2" creationId="{00000000-0000-0000-0000-000000000000}"/>
            </ac:graphicFrameMkLst>
          </pc:graphicFrameChg>
        </pc:sldLayoutChg>
        <pc:sldLayoutChg chg="addSp delSp modSp">
          <pc:chgData name="CHOI JUNHO" userId="2ed797a4709b55ca" providerId="LiveId" clId="{B85B9DB9-DC08-49E2-AE66-60597C8BC9AF}" dt="2019-10-25T03:04:12.493" v="554" actId="1076"/>
          <pc:sldLayoutMkLst>
            <pc:docMk/>
            <pc:sldMasterMk cId="2252684482" sldId="2147483648"/>
            <pc:sldLayoutMk cId="2156045409" sldId="2147483651"/>
          </pc:sldLayoutMkLst>
          <pc:spChg chg="add mod">
            <ac:chgData name="CHOI JUNHO" userId="2ed797a4709b55ca" providerId="LiveId" clId="{B85B9DB9-DC08-49E2-AE66-60597C8BC9AF}" dt="2019-10-25T03:04:12.493" v="554" actId="1076"/>
            <ac:spMkLst>
              <pc:docMk/>
              <pc:sldMasterMk cId="2252684482" sldId="2147483648"/>
              <pc:sldLayoutMk cId="2156045409" sldId="2147483651"/>
              <ac:spMk id="5" creationId="{45E6D0DC-F064-4EBA-906A-BF1306784A62}"/>
            </ac:spMkLst>
          </pc:spChg>
          <pc:spChg chg="del">
            <ac:chgData name="CHOI JUNHO" userId="2ed797a4709b55ca" providerId="LiveId" clId="{B85B9DB9-DC08-49E2-AE66-60597C8BC9AF}" dt="2019-10-25T01:10:22.035" v="98" actId="478"/>
            <ac:spMkLst>
              <pc:docMk/>
              <pc:sldMasterMk cId="2252684482" sldId="2147483648"/>
              <pc:sldLayoutMk cId="2156045409" sldId="2147483651"/>
              <ac:spMk id="18" creationId="{00000000-0000-0000-0000-000000000000}"/>
            </ac:spMkLst>
          </pc:spChg>
          <pc:graphicFrameChg chg="add mod">
            <ac:chgData name="CHOI JUNHO" userId="2ed797a4709b55ca" providerId="LiveId" clId="{B85B9DB9-DC08-49E2-AE66-60597C8BC9AF}" dt="2019-10-25T01:38:42.511" v="268" actId="1076"/>
            <ac:graphicFrameMkLst>
              <pc:docMk/>
              <pc:sldMasterMk cId="2252684482" sldId="2147483648"/>
              <pc:sldLayoutMk cId="2156045409" sldId="2147483651"/>
              <ac:graphicFrameMk id="4" creationId="{B42A6570-5196-43DE-85B2-428460B9C59C}"/>
            </ac:graphicFrameMkLst>
          </pc:graphicFrameChg>
          <pc:graphicFrameChg chg="del">
            <ac:chgData name="CHOI JUNHO" userId="2ed797a4709b55ca" providerId="LiveId" clId="{B85B9DB9-DC08-49E2-AE66-60597C8BC9AF}" dt="2019-10-25T01:10:19.390" v="97" actId="478"/>
            <ac:graphicFrameMkLst>
              <pc:docMk/>
              <pc:sldMasterMk cId="2252684482" sldId="2147483648"/>
              <pc:sldLayoutMk cId="2156045409" sldId="2147483651"/>
              <ac:graphicFrameMk id="17" creationId="{00000000-0000-0000-0000-000000000000}"/>
            </ac:graphicFrameMkLst>
          </pc:graphicFrameChg>
        </pc:sldLayoutChg>
        <pc:sldLayoutChg chg="modSp">
          <pc:chgData name="CHOI JUNHO" userId="2ed797a4709b55ca" providerId="LiveId" clId="{B85B9DB9-DC08-49E2-AE66-60597C8BC9AF}" dt="2019-10-25T01:10:42.790" v="124" actId="207"/>
          <pc:sldLayoutMkLst>
            <pc:docMk/>
            <pc:sldMasterMk cId="2252684482" sldId="2147483648"/>
            <pc:sldLayoutMk cId="1950302476" sldId="2147483665"/>
          </pc:sldLayoutMkLst>
          <pc:spChg chg="mod">
            <ac:chgData name="CHOI JUNHO" userId="2ed797a4709b55ca" providerId="LiveId" clId="{B85B9DB9-DC08-49E2-AE66-60597C8BC9AF}" dt="2019-10-25T01:10:35.668" v="123" actId="207"/>
            <ac:spMkLst>
              <pc:docMk/>
              <pc:sldMasterMk cId="2252684482" sldId="2147483648"/>
              <pc:sldLayoutMk cId="1950302476" sldId="2147483665"/>
              <ac:spMk id="4" creationId="{00000000-0000-0000-0000-000000000000}"/>
            </ac:spMkLst>
          </pc:spChg>
          <pc:spChg chg="mod">
            <ac:chgData name="CHOI JUNHO" userId="2ed797a4709b55ca" providerId="LiveId" clId="{B85B9DB9-DC08-49E2-AE66-60597C8BC9AF}" dt="2019-10-25T01:10:42.790" v="124" actId="207"/>
            <ac:spMkLst>
              <pc:docMk/>
              <pc:sldMasterMk cId="2252684482" sldId="2147483648"/>
              <pc:sldLayoutMk cId="1950302476" sldId="2147483665"/>
              <ac:spMk id="12" creationId="{00000000-0000-0000-0000-000000000000}"/>
            </ac:spMkLst>
          </pc:spChg>
        </pc:sldLayoutChg>
      </pc:sldMasterChg>
    </pc:docChg>
  </pc:docChgLst>
  <pc:docChgLst>
    <pc:chgData name="CHOI JUNHO" userId="2ed797a4709b55ca" providerId="LiveId" clId="{7F92A87C-AAB4-4837-A6B3-D4D781BEB7A7}"/>
    <pc:docChg chg="custSel addSld modSld modMainMaster">
      <pc:chgData name="CHOI JUNHO" userId="2ed797a4709b55ca" providerId="LiveId" clId="{7F92A87C-AAB4-4837-A6B3-D4D781BEB7A7}" dt="2019-12-28T08:56:57.866" v="334"/>
      <pc:docMkLst>
        <pc:docMk/>
      </pc:docMkLst>
      <pc:sldChg chg="addSp delSp modSp add">
        <pc:chgData name="CHOI JUNHO" userId="2ed797a4709b55ca" providerId="LiveId" clId="{7F92A87C-AAB4-4837-A6B3-D4D781BEB7A7}" dt="2019-12-28T07:30:51.844" v="279" actId="1076"/>
        <pc:sldMkLst>
          <pc:docMk/>
          <pc:sldMk cId="947082625" sldId="277"/>
        </pc:sldMkLst>
        <pc:spChg chg="mod">
          <ac:chgData name="CHOI JUNHO" userId="2ed797a4709b55ca" providerId="LiveId" clId="{7F92A87C-AAB4-4837-A6B3-D4D781BEB7A7}" dt="2019-12-28T07:23:01.530" v="22" actId="20577"/>
          <ac:spMkLst>
            <pc:docMk/>
            <pc:sldMk cId="947082625" sldId="277"/>
            <ac:spMk id="2" creationId="{7959323A-BA29-4853-97C4-82E74244E3A8}"/>
          </ac:spMkLst>
        </pc:spChg>
        <pc:spChg chg="add mod">
          <ac:chgData name="CHOI JUNHO" userId="2ed797a4709b55ca" providerId="LiveId" clId="{7F92A87C-AAB4-4837-A6B3-D4D781BEB7A7}" dt="2019-12-28T07:27:19.487" v="166" actId="20577"/>
          <ac:spMkLst>
            <pc:docMk/>
            <pc:sldMk cId="947082625" sldId="277"/>
            <ac:spMk id="3" creationId="{7ABCC58B-C902-4B98-9934-5568B03423A9}"/>
          </ac:spMkLst>
        </pc:spChg>
        <pc:spChg chg="add mod">
          <ac:chgData name="CHOI JUNHO" userId="2ed797a4709b55ca" providerId="LiveId" clId="{7F92A87C-AAB4-4837-A6B3-D4D781BEB7A7}" dt="2019-12-28T07:23:41.948" v="25" actId="207"/>
          <ac:spMkLst>
            <pc:docMk/>
            <pc:sldMk cId="947082625" sldId="277"/>
            <ac:spMk id="4" creationId="{09835F90-31FF-4CE6-93EA-384398F864F1}"/>
          </ac:spMkLst>
        </pc:spChg>
        <pc:spChg chg="add mod">
          <ac:chgData name="CHOI JUNHO" userId="2ed797a4709b55ca" providerId="LiveId" clId="{7F92A87C-AAB4-4837-A6B3-D4D781BEB7A7}" dt="2019-12-28T07:23:48.569" v="36" actId="20577"/>
          <ac:spMkLst>
            <pc:docMk/>
            <pc:sldMk cId="947082625" sldId="277"/>
            <ac:spMk id="5" creationId="{0E15F842-68E6-43D1-8D78-CCFA96B7A5EF}"/>
          </ac:spMkLst>
        </pc:spChg>
        <pc:spChg chg="add mod">
          <ac:chgData name="CHOI JUNHO" userId="2ed797a4709b55ca" providerId="LiveId" clId="{7F92A87C-AAB4-4837-A6B3-D4D781BEB7A7}" dt="2019-12-28T07:24:01.453" v="51" actId="20577"/>
          <ac:spMkLst>
            <pc:docMk/>
            <pc:sldMk cId="947082625" sldId="277"/>
            <ac:spMk id="6" creationId="{C240C327-982E-4DF0-92EF-6CBCA002AE79}"/>
          </ac:spMkLst>
        </pc:spChg>
        <pc:spChg chg="add mod">
          <ac:chgData name="CHOI JUNHO" userId="2ed797a4709b55ca" providerId="LiveId" clId="{7F92A87C-AAB4-4837-A6B3-D4D781BEB7A7}" dt="2019-12-28T07:24:09.565" v="62" actId="20577"/>
          <ac:spMkLst>
            <pc:docMk/>
            <pc:sldMk cId="947082625" sldId="277"/>
            <ac:spMk id="7" creationId="{1CC14481-805C-41C6-8ACD-B0F5E46B49E1}"/>
          </ac:spMkLst>
        </pc:spChg>
        <pc:spChg chg="add mod">
          <ac:chgData name="CHOI JUNHO" userId="2ed797a4709b55ca" providerId="LiveId" clId="{7F92A87C-AAB4-4837-A6B3-D4D781BEB7A7}" dt="2019-12-28T07:26:01.465" v="80" actId="20577"/>
          <ac:spMkLst>
            <pc:docMk/>
            <pc:sldMk cId="947082625" sldId="277"/>
            <ac:spMk id="8" creationId="{2690B69F-F877-4C2E-B2F8-D0F82777EE3A}"/>
          </ac:spMkLst>
        </pc:spChg>
        <pc:spChg chg="add mod">
          <ac:chgData name="CHOI JUNHO" userId="2ed797a4709b55ca" providerId="LiveId" clId="{7F92A87C-AAB4-4837-A6B3-D4D781BEB7A7}" dt="2019-12-28T07:26:06.311" v="89" actId="20577"/>
          <ac:spMkLst>
            <pc:docMk/>
            <pc:sldMk cId="947082625" sldId="277"/>
            <ac:spMk id="9" creationId="{D419C03A-C743-48B8-88E4-062566973580}"/>
          </ac:spMkLst>
        </pc:spChg>
        <pc:spChg chg="add mod">
          <ac:chgData name="CHOI JUNHO" userId="2ed797a4709b55ca" providerId="LiveId" clId="{7F92A87C-AAB4-4837-A6B3-D4D781BEB7A7}" dt="2019-12-28T07:23:57.657" v="47" actId="20577"/>
          <ac:spMkLst>
            <pc:docMk/>
            <pc:sldMk cId="947082625" sldId="277"/>
            <ac:spMk id="17" creationId="{532ECC3C-20A5-4EE8-BECA-7DAD3707C007}"/>
          </ac:spMkLst>
        </pc:spChg>
        <pc:spChg chg="add mod">
          <ac:chgData name="CHOI JUNHO" userId="2ed797a4709b55ca" providerId="LiveId" clId="{7F92A87C-AAB4-4837-A6B3-D4D781BEB7A7}" dt="2019-12-28T07:30:11.199" v="266" actId="20577"/>
          <ac:spMkLst>
            <pc:docMk/>
            <pc:sldMk cId="947082625" sldId="277"/>
            <ac:spMk id="21" creationId="{C979A595-E402-41D4-9AF5-FFDF67201D69}"/>
          </ac:spMkLst>
        </pc:spChg>
        <pc:spChg chg="add del">
          <ac:chgData name="CHOI JUNHO" userId="2ed797a4709b55ca" providerId="LiveId" clId="{7F92A87C-AAB4-4837-A6B3-D4D781BEB7A7}" dt="2019-12-28T07:30:18.184" v="267" actId="478"/>
          <ac:spMkLst>
            <pc:docMk/>
            <pc:sldMk cId="947082625" sldId="277"/>
            <ac:spMk id="22" creationId="{36E04CEA-795C-45D2-AD13-441CEF28D5BD}"/>
          </ac:spMkLst>
        </pc:spChg>
        <pc:spChg chg="add del">
          <ac:chgData name="CHOI JUNHO" userId="2ed797a4709b55ca" providerId="LiveId" clId="{7F92A87C-AAB4-4837-A6B3-D4D781BEB7A7}" dt="2019-12-28T07:30:42.654" v="277" actId="478"/>
          <ac:spMkLst>
            <pc:docMk/>
            <pc:sldMk cId="947082625" sldId="277"/>
            <ac:spMk id="23" creationId="{0848C145-E74E-442F-960E-34AB06D3A05F}"/>
          </ac:spMkLst>
        </pc:spChg>
        <pc:spChg chg="add mod">
          <ac:chgData name="CHOI JUNHO" userId="2ed797a4709b55ca" providerId="LiveId" clId="{7F92A87C-AAB4-4837-A6B3-D4D781BEB7A7}" dt="2019-12-28T07:25:54.917" v="67" actId="255"/>
          <ac:spMkLst>
            <pc:docMk/>
            <pc:sldMk cId="947082625" sldId="277"/>
            <ac:spMk id="24" creationId="{BFF3DC12-16D0-4852-A918-14BB455A5AA9}"/>
          </ac:spMkLst>
        </pc:spChg>
        <pc:spChg chg="add mod">
          <ac:chgData name="CHOI JUNHO" userId="2ed797a4709b55ca" providerId="LiveId" clId="{7F92A87C-AAB4-4837-A6B3-D4D781BEB7A7}" dt="2019-12-28T07:25:44.196" v="65" actId="255"/>
          <ac:spMkLst>
            <pc:docMk/>
            <pc:sldMk cId="947082625" sldId="277"/>
            <ac:spMk id="26" creationId="{BD3BFB7D-AB9B-4BFD-84DB-576DDAF7F07B}"/>
          </ac:spMkLst>
        </pc:spChg>
        <pc:spChg chg="add">
          <ac:chgData name="CHOI JUNHO" userId="2ed797a4709b55ca" providerId="LiveId" clId="{7F92A87C-AAB4-4837-A6B3-D4D781BEB7A7}" dt="2019-12-28T07:23:22.127" v="23"/>
          <ac:spMkLst>
            <pc:docMk/>
            <pc:sldMk cId="947082625" sldId="277"/>
            <ac:spMk id="28" creationId="{8EDE36BC-446C-4495-AFBF-EF2B2AE0A8CF}"/>
          </ac:spMkLst>
        </pc:spChg>
        <pc:spChg chg="add">
          <ac:chgData name="CHOI JUNHO" userId="2ed797a4709b55ca" providerId="LiveId" clId="{7F92A87C-AAB4-4837-A6B3-D4D781BEB7A7}" dt="2019-12-28T07:23:22.127" v="23"/>
          <ac:spMkLst>
            <pc:docMk/>
            <pc:sldMk cId="947082625" sldId="277"/>
            <ac:spMk id="30" creationId="{5683E7D5-B666-42FE-9394-6C8BC344AB76}"/>
          </ac:spMkLst>
        </pc:spChg>
        <pc:spChg chg="add">
          <ac:chgData name="CHOI JUNHO" userId="2ed797a4709b55ca" providerId="LiveId" clId="{7F92A87C-AAB4-4837-A6B3-D4D781BEB7A7}" dt="2019-12-28T07:23:22.127" v="23"/>
          <ac:spMkLst>
            <pc:docMk/>
            <pc:sldMk cId="947082625" sldId="277"/>
            <ac:spMk id="32" creationId="{43C9ED10-45FE-4752-B5BE-FE49D67C539F}"/>
          </ac:spMkLst>
        </pc:spChg>
        <pc:spChg chg="mod">
          <ac:chgData name="CHOI JUNHO" userId="2ed797a4709b55ca" providerId="LiveId" clId="{7F92A87C-AAB4-4837-A6B3-D4D781BEB7A7}" dt="2019-12-28T07:26:13.758" v="90" actId="20577"/>
          <ac:spMkLst>
            <pc:docMk/>
            <pc:sldMk cId="947082625" sldId="277"/>
            <ac:spMk id="37" creationId="{01B69E5D-8521-4959-946C-429B1E324AD0}"/>
          </ac:spMkLst>
        </pc:spChg>
        <pc:spChg chg="add">
          <ac:chgData name="CHOI JUNHO" userId="2ed797a4709b55ca" providerId="LiveId" clId="{7F92A87C-AAB4-4837-A6B3-D4D781BEB7A7}" dt="2019-12-28T07:23:22.127" v="23"/>
          <ac:spMkLst>
            <pc:docMk/>
            <pc:sldMk cId="947082625" sldId="277"/>
            <ac:spMk id="38" creationId="{CDBB834D-792F-4592-AEE0-7EC2F4179A1F}"/>
          </ac:spMkLst>
        </pc:spChg>
        <pc:spChg chg="add">
          <ac:chgData name="CHOI JUNHO" userId="2ed797a4709b55ca" providerId="LiveId" clId="{7F92A87C-AAB4-4837-A6B3-D4D781BEB7A7}" dt="2019-12-28T07:23:22.127" v="23"/>
          <ac:spMkLst>
            <pc:docMk/>
            <pc:sldMk cId="947082625" sldId="277"/>
            <ac:spMk id="39" creationId="{81780DCC-CFC5-4945-8991-19F7ACDD9636}"/>
          </ac:spMkLst>
        </pc:spChg>
        <pc:spChg chg="add mod">
          <ac:chgData name="CHOI JUNHO" userId="2ed797a4709b55ca" providerId="LiveId" clId="{7F92A87C-AAB4-4837-A6B3-D4D781BEB7A7}" dt="2019-12-28T07:26:31.125" v="94" actId="255"/>
          <ac:spMkLst>
            <pc:docMk/>
            <pc:sldMk cId="947082625" sldId="277"/>
            <ac:spMk id="40" creationId="{C8DFA961-9C3C-4C30-864F-C8B2495CDE41}"/>
          </ac:spMkLst>
        </pc:spChg>
        <pc:spChg chg="add mod">
          <ac:chgData name="CHOI JUNHO" userId="2ed797a4709b55ca" providerId="LiveId" clId="{7F92A87C-AAB4-4837-A6B3-D4D781BEB7A7}" dt="2019-12-28T07:26:24.323" v="92" actId="255"/>
          <ac:spMkLst>
            <pc:docMk/>
            <pc:sldMk cId="947082625" sldId="277"/>
            <ac:spMk id="44" creationId="{BE7AD93A-2836-4E1C-AE24-F846820318D6}"/>
          </ac:spMkLst>
        </pc:spChg>
        <pc:spChg chg="add del">
          <ac:chgData name="CHOI JUNHO" userId="2ed797a4709b55ca" providerId="LiveId" clId="{7F92A87C-AAB4-4837-A6B3-D4D781BEB7A7}" dt="2019-12-28T07:27:40.527" v="170" actId="478"/>
          <ac:spMkLst>
            <pc:docMk/>
            <pc:sldMk cId="947082625" sldId="277"/>
            <ac:spMk id="45" creationId="{3EBC789E-6C5C-4240-AD83-DFEB05F5B457}"/>
          </ac:spMkLst>
        </pc:spChg>
        <pc:spChg chg="add mod">
          <ac:chgData name="CHOI JUNHO" userId="2ed797a4709b55ca" providerId="LiveId" clId="{7F92A87C-AAB4-4837-A6B3-D4D781BEB7A7}" dt="2019-12-28T07:26:36.546" v="95"/>
          <ac:spMkLst>
            <pc:docMk/>
            <pc:sldMk cId="947082625" sldId="277"/>
            <ac:spMk id="46" creationId="{5EAE26FF-F860-4A3F-9D74-184928F86D0B}"/>
          </ac:spMkLst>
        </pc:spChg>
        <pc:spChg chg="add">
          <ac:chgData name="CHOI JUNHO" userId="2ed797a4709b55ca" providerId="LiveId" clId="{7F92A87C-AAB4-4837-A6B3-D4D781BEB7A7}" dt="2019-12-28T07:23:22.127" v="23"/>
          <ac:spMkLst>
            <pc:docMk/>
            <pc:sldMk cId="947082625" sldId="277"/>
            <ac:spMk id="49" creationId="{1988FC1E-2678-4D1D-B8F1-954C53280967}"/>
          </ac:spMkLst>
        </pc:spChg>
        <pc:spChg chg="add">
          <ac:chgData name="CHOI JUNHO" userId="2ed797a4709b55ca" providerId="LiveId" clId="{7F92A87C-AAB4-4837-A6B3-D4D781BEB7A7}" dt="2019-12-28T07:23:22.127" v="23"/>
          <ac:spMkLst>
            <pc:docMk/>
            <pc:sldMk cId="947082625" sldId="277"/>
            <ac:spMk id="50" creationId="{81A23C83-5988-462D-892A-64C4AF094FE7}"/>
          </ac:spMkLst>
        </pc:spChg>
        <pc:spChg chg="add mod">
          <ac:chgData name="CHOI JUNHO" userId="2ed797a4709b55ca" providerId="LiveId" clId="{7F92A87C-AAB4-4837-A6B3-D4D781BEB7A7}" dt="2019-12-28T07:27:08.376" v="148" actId="20577"/>
          <ac:spMkLst>
            <pc:docMk/>
            <pc:sldMk cId="947082625" sldId="277"/>
            <ac:spMk id="52" creationId="{04E3BD09-EC53-430B-BF0C-BA5D024354E7}"/>
          </ac:spMkLst>
        </pc:spChg>
        <pc:spChg chg="add del mod">
          <ac:chgData name="CHOI JUNHO" userId="2ed797a4709b55ca" providerId="LiveId" clId="{7F92A87C-AAB4-4837-A6B3-D4D781BEB7A7}" dt="2019-12-28T07:30:31.556" v="274" actId="478"/>
          <ac:spMkLst>
            <pc:docMk/>
            <pc:sldMk cId="947082625" sldId="277"/>
            <ac:spMk id="53" creationId="{06C8F101-037A-4483-A348-2B6DF9996D78}"/>
          </ac:spMkLst>
        </pc:spChg>
        <pc:spChg chg="add mod">
          <ac:chgData name="CHOI JUNHO" userId="2ed797a4709b55ca" providerId="LiveId" clId="{7F92A87C-AAB4-4837-A6B3-D4D781BEB7A7}" dt="2019-12-28T07:27:05.760" v="143" actId="20577"/>
          <ac:spMkLst>
            <pc:docMk/>
            <pc:sldMk cId="947082625" sldId="277"/>
            <ac:spMk id="55" creationId="{943037CC-35FF-4656-9CF3-B0C66F6D0BD6}"/>
          </ac:spMkLst>
        </pc:spChg>
        <pc:spChg chg="add mod">
          <ac:chgData name="CHOI JUNHO" userId="2ed797a4709b55ca" providerId="LiveId" clId="{7F92A87C-AAB4-4837-A6B3-D4D781BEB7A7}" dt="2019-12-28T07:27:23" v="169" actId="20577"/>
          <ac:spMkLst>
            <pc:docMk/>
            <pc:sldMk cId="947082625" sldId="277"/>
            <ac:spMk id="57" creationId="{3129425B-B6EC-4222-8620-C66B5B9C08FB}"/>
          </ac:spMkLst>
        </pc:spChg>
        <pc:spChg chg="add mod">
          <ac:chgData name="CHOI JUNHO" userId="2ed797a4709b55ca" providerId="LiveId" clId="{7F92A87C-AAB4-4837-A6B3-D4D781BEB7A7}" dt="2019-12-28T07:27:14.769" v="159" actId="20577"/>
          <ac:spMkLst>
            <pc:docMk/>
            <pc:sldMk cId="947082625" sldId="277"/>
            <ac:spMk id="58" creationId="{1A17BE9D-02F0-4564-B9C4-A6A36F23F1F3}"/>
          </ac:spMkLst>
        </pc:spChg>
        <pc:spChg chg="mod">
          <ac:chgData name="CHOI JUNHO" userId="2ed797a4709b55ca" providerId="LiveId" clId="{7F92A87C-AAB4-4837-A6B3-D4D781BEB7A7}" dt="2019-12-28T07:28:06.280" v="210" actId="2"/>
          <ac:spMkLst>
            <pc:docMk/>
            <pc:sldMk cId="947082625" sldId="277"/>
            <ac:spMk id="62" creationId="{EA7F49A6-AD47-4013-A835-5A363DC025E7}"/>
          </ac:spMkLst>
        </pc:spChg>
        <pc:spChg chg="add mod">
          <ac:chgData name="CHOI JUNHO" userId="2ed797a4709b55ca" providerId="LiveId" clId="{7F92A87C-AAB4-4837-A6B3-D4D781BEB7A7}" dt="2019-12-28T07:30:28.680" v="273" actId="20577"/>
          <ac:spMkLst>
            <pc:docMk/>
            <pc:sldMk cId="947082625" sldId="277"/>
            <ac:spMk id="64" creationId="{64538490-E039-4AE2-BB9D-E3F934CFCF62}"/>
          </ac:spMkLst>
        </pc:spChg>
        <pc:spChg chg="add mod">
          <ac:chgData name="CHOI JUNHO" userId="2ed797a4709b55ca" providerId="LiveId" clId="{7F92A87C-AAB4-4837-A6B3-D4D781BEB7A7}" dt="2019-12-28T07:30:40.626" v="276" actId="1076"/>
          <ac:spMkLst>
            <pc:docMk/>
            <pc:sldMk cId="947082625" sldId="277"/>
            <ac:spMk id="65" creationId="{DB9AC99A-21C6-4469-9114-614A9A90B5F2}"/>
          </ac:spMkLst>
        </pc:spChg>
        <pc:spChg chg="add mod">
          <ac:chgData name="CHOI JUNHO" userId="2ed797a4709b55ca" providerId="LiveId" clId="{7F92A87C-AAB4-4837-A6B3-D4D781BEB7A7}" dt="2019-12-28T07:30:51.844" v="279" actId="1076"/>
          <ac:spMkLst>
            <pc:docMk/>
            <pc:sldMk cId="947082625" sldId="277"/>
            <ac:spMk id="66" creationId="{5B96B6FB-4927-4C65-A560-BB50AAC2ED4E}"/>
          </ac:spMkLst>
        </pc:spChg>
        <pc:grpChg chg="add">
          <ac:chgData name="CHOI JUNHO" userId="2ed797a4709b55ca" providerId="LiveId" clId="{7F92A87C-AAB4-4837-A6B3-D4D781BEB7A7}" dt="2019-12-28T07:23:22.127" v="23"/>
          <ac:grpSpMkLst>
            <pc:docMk/>
            <pc:sldMk cId="947082625" sldId="277"/>
            <ac:grpSpMk id="35" creationId="{0B862C06-495F-4C96-A4CD-EA7B9024429C}"/>
          </ac:grpSpMkLst>
        </pc:grpChg>
        <pc:grpChg chg="add">
          <ac:chgData name="CHOI JUNHO" userId="2ed797a4709b55ca" providerId="LiveId" clId="{7F92A87C-AAB4-4837-A6B3-D4D781BEB7A7}" dt="2019-12-28T07:23:22.127" v="23"/>
          <ac:grpSpMkLst>
            <pc:docMk/>
            <pc:sldMk cId="947082625" sldId="277"/>
            <ac:grpSpMk id="61" creationId="{FB6A67B7-0440-423D-8FC0-28C93D04129C}"/>
          </ac:grpSpMkLst>
        </pc:grpChg>
        <pc:picChg chg="add">
          <ac:chgData name="CHOI JUNHO" userId="2ed797a4709b55ca" providerId="LiveId" clId="{7F92A87C-AAB4-4837-A6B3-D4D781BEB7A7}" dt="2019-12-28T07:23:22.127" v="23"/>
          <ac:picMkLst>
            <pc:docMk/>
            <pc:sldMk cId="947082625" sldId="277"/>
            <ac:picMk id="15" creationId="{BD256A01-B77D-45A8-AE8C-48708935CB2A}"/>
          </ac:picMkLst>
        </pc:picChg>
        <pc:picChg chg="add">
          <ac:chgData name="CHOI JUNHO" userId="2ed797a4709b55ca" providerId="LiveId" clId="{7F92A87C-AAB4-4837-A6B3-D4D781BEB7A7}" dt="2019-12-28T07:23:22.127" v="23"/>
          <ac:picMkLst>
            <pc:docMk/>
            <pc:sldMk cId="947082625" sldId="277"/>
            <ac:picMk id="51" creationId="{FD685D4A-DB66-4484-8D97-6EAD73310DFB}"/>
          </ac:picMkLst>
        </pc:picChg>
        <pc:picChg chg="add">
          <ac:chgData name="CHOI JUNHO" userId="2ed797a4709b55ca" providerId="LiveId" clId="{7F92A87C-AAB4-4837-A6B3-D4D781BEB7A7}" dt="2019-12-28T07:23:22.127" v="23"/>
          <ac:picMkLst>
            <pc:docMk/>
            <pc:sldMk cId="947082625" sldId="277"/>
            <ac:picMk id="54" creationId="{537EB6EC-E0EC-487A-A2C8-A893EBC55201}"/>
          </ac:picMkLst>
        </pc:picChg>
        <pc:cxnChg chg="add">
          <ac:chgData name="CHOI JUNHO" userId="2ed797a4709b55ca" providerId="LiveId" clId="{7F92A87C-AAB4-4837-A6B3-D4D781BEB7A7}" dt="2019-12-28T07:23:22.127" v="23"/>
          <ac:cxnSpMkLst>
            <pc:docMk/>
            <pc:sldMk cId="947082625" sldId="277"/>
            <ac:cxnSpMk id="10" creationId="{E0826F1B-8FF2-4E76-AC44-2B3FF6AF2695}"/>
          </ac:cxnSpMkLst>
        </pc:cxnChg>
        <pc:cxnChg chg="add">
          <ac:chgData name="CHOI JUNHO" userId="2ed797a4709b55ca" providerId="LiveId" clId="{7F92A87C-AAB4-4837-A6B3-D4D781BEB7A7}" dt="2019-12-28T07:23:22.127" v="23"/>
          <ac:cxnSpMkLst>
            <pc:docMk/>
            <pc:sldMk cId="947082625" sldId="277"/>
            <ac:cxnSpMk id="11" creationId="{847B850D-8C85-4A53-AA88-17B1200FA366}"/>
          </ac:cxnSpMkLst>
        </pc:cxnChg>
        <pc:cxnChg chg="add">
          <ac:chgData name="CHOI JUNHO" userId="2ed797a4709b55ca" providerId="LiveId" clId="{7F92A87C-AAB4-4837-A6B3-D4D781BEB7A7}" dt="2019-12-28T07:23:22.127" v="23"/>
          <ac:cxnSpMkLst>
            <pc:docMk/>
            <pc:sldMk cId="947082625" sldId="277"/>
            <ac:cxnSpMk id="12" creationId="{1C4B242B-070E-4DA4-B82E-DC6BD08754D0}"/>
          </ac:cxnSpMkLst>
        </pc:cxnChg>
        <pc:cxnChg chg="add">
          <ac:chgData name="CHOI JUNHO" userId="2ed797a4709b55ca" providerId="LiveId" clId="{7F92A87C-AAB4-4837-A6B3-D4D781BEB7A7}" dt="2019-12-28T07:23:22.127" v="23"/>
          <ac:cxnSpMkLst>
            <pc:docMk/>
            <pc:sldMk cId="947082625" sldId="277"/>
            <ac:cxnSpMk id="13" creationId="{D937FA9A-C378-4324-88EA-1083C90F53E7}"/>
          </ac:cxnSpMkLst>
        </pc:cxnChg>
        <pc:cxnChg chg="add">
          <ac:chgData name="CHOI JUNHO" userId="2ed797a4709b55ca" providerId="LiveId" clId="{7F92A87C-AAB4-4837-A6B3-D4D781BEB7A7}" dt="2019-12-28T07:23:22.127" v="23"/>
          <ac:cxnSpMkLst>
            <pc:docMk/>
            <pc:sldMk cId="947082625" sldId="277"/>
            <ac:cxnSpMk id="14" creationId="{01C6483E-736B-4876-9EA9-8091D3C9D39A}"/>
          </ac:cxnSpMkLst>
        </pc:cxnChg>
        <pc:cxnChg chg="add">
          <ac:chgData name="CHOI JUNHO" userId="2ed797a4709b55ca" providerId="LiveId" clId="{7F92A87C-AAB4-4837-A6B3-D4D781BEB7A7}" dt="2019-12-28T07:23:22.127" v="23"/>
          <ac:cxnSpMkLst>
            <pc:docMk/>
            <pc:sldMk cId="947082625" sldId="277"/>
            <ac:cxnSpMk id="16" creationId="{2745E9B1-FB5C-4A96-9469-E7331F8F373D}"/>
          </ac:cxnSpMkLst>
        </pc:cxnChg>
        <pc:cxnChg chg="add">
          <ac:chgData name="CHOI JUNHO" userId="2ed797a4709b55ca" providerId="LiveId" clId="{7F92A87C-AAB4-4837-A6B3-D4D781BEB7A7}" dt="2019-12-28T07:23:22.127" v="23"/>
          <ac:cxnSpMkLst>
            <pc:docMk/>
            <pc:sldMk cId="947082625" sldId="277"/>
            <ac:cxnSpMk id="18" creationId="{36FAF4B6-1649-424D-AAED-747439FA65F3}"/>
          </ac:cxnSpMkLst>
        </pc:cxnChg>
        <pc:cxnChg chg="add">
          <ac:chgData name="CHOI JUNHO" userId="2ed797a4709b55ca" providerId="LiveId" clId="{7F92A87C-AAB4-4837-A6B3-D4D781BEB7A7}" dt="2019-12-28T07:23:22.127" v="23"/>
          <ac:cxnSpMkLst>
            <pc:docMk/>
            <pc:sldMk cId="947082625" sldId="277"/>
            <ac:cxnSpMk id="19" creationId="{92D3540F-C78E-47B6-A8EA-D9ECFFEF2174}"/>
          </ac:cxnSpMkLst>
        </pc:cxnChg>
        <pc:cxnChg chg="add">
          <ac:chgData name="CHOI JUNHO" userId="2ed797a4709b55ca" providerId="LiveId" clId="{7F92A87C-AAB4-4837-A6B3-D4D781BEB7A7}" dt="2019-12-28T07:23:22.127" v="23"/>
          <ac:cxnSpMkLst>
            <pc:docMk/>
            <pc:sldMk cId="947082625" sldId="277"/>
            <ac:cxnSpMk id="20" creationId="{D044B870-BE70-4474-A759-21BFE34415F8}"/>
          </ac:cxnSpMkLst>
        </pc:cxnChg>
        <pc:cxnChg chg="add">
          <ac:chgData name="CHOI JUNHO" userId="2ed797a4709b55ca" providerId="LiveId" clId="{7F92A87C-AAB4-4837-A6B3-D4D781BEB7A7}" dt="2019-12-28T07:23:22.127" v="23"/>
          <ac:cxnSpMkLst>
            <pc:docMk/>
            <pc:sldMk cId="947082625" sldId="277"/>
            <ac:cxnSpMk id="25" creationId="{73BEF36F-A4D7-47E5-85FD-A62573759E3F}"/>
          </ac:cxnSpMkLst>
        </pc:cxnChg>
        <pc:cxnChg chg="add">
          <ac:chgData name="CHOI JUNHO" userId="2ed797a4709b55ca" providerId="LiveId" clId="{7F92A87C-AAB4-4837-A6B3-D4D781BEB7A7}" dt="2019-12-28T07:23:22.127" v="23"/>
          <ac:cxnSpMkLst>
            <pc:docMk/>
            <pc:sldMk cId="947082625" sldId="277"/>
            <ac:cxnSpMk id="27" creationId="{313B46C2-553D-4E74-B04A-6AC14D99B3C5}"/>
          </ac:cxnSpMkLst>
        </pc:cxnChg>
        <pc:cxnChg chg="add">
          <ac:chgData name="CHOI JUNHO" userId="2ed797a4709b55ca" providerId="LiveId" clId="{7F92A87C-AAB4-4837-A6B3-D4D781BEB7A7}" dt="2019-12-28T07:23:22.127" v="23"/>
          <ac:cxnSpMkLst>
            <pc:docMk/>
            <pc:sldMk cId="947082625" sldId="277"/>
            <ac:cxnSpMk id="29" creationId="{9640EE09-0671-4F06-9959-663C5E57C791}"/>
          </ac:cxnSpMkLst>
        </pc:cxnChg>
        <pc:cxnChg chg="add">
          <ac:chgData name="CHOI JUNHO" userId="2ed797a4709b55ca" providerId="LiveId" clId="{7F92A87C-AAB4-4837-A6B3-D4D781BEB7A7}" dt="2019-12-28T07:23:22.127" v="23"/>
          <ac:cxnSpMkLst>
            <pc:docMk/>
            <pc:sldMk cId="947082625" sldId="277"/>
            <ac:cxnSpMk id="31" creationId="{2E4557EB-9479-4FCF-A9B3-7B576194D96D}"/>
          </ac:cxnSpMkLst>
        </pc:cxnChg>
        <pc:cxnChg chg="add">
          <ac:chgData name="CHOI JUNHO" userId="2ed797a4709b55ca" providerId="LiveId" clId="{7F92A87C-AAB4-4837-A6B3-D4D781BEB7A7}" dt="2019-12-28T07:23:22.127" v="23"/>
          <ac:cxnSpMkLst>
            <pc:docMk/>
            <pc:sldMk cId="947082625" sldId="277"/>
            <ac:cxnSpMk id="33" creationId="{6BCDCBAA-6D4D-4914-844E-2669991E5920}"/>
          </ac:cxnSpMkLst>
        </pc:cxnChg>
        <pc:cxnChg chg="add">
          <ac:chgData name="CHOI JUNHO" userId="2ed797a4709b55ca" providerId="LiveId" clId="{7F92A87C-AAB4-4837-A6B3-D4D781BEB7A7}" dt="2019-12-28T07:23:22.127" v="23"/>
          <ac:cxnSpMkLst>
            <pc:docMk/>
            <pc:sldMk cId="947082625" sldId="277"/>
            <ac:cxnSpMk id="34" creationId="{90668E5C-AAEC-478B-B34E-32EF15E57B4D}"/>
          </ac:cxnSpMkLst>
        </pc:cxnChg>
        <pc:cxnChg chg="add">
          <ac:chgData name="CHOI JUNHO" userId="2ed797a4709b55ca" providerId="LiveId" clId="{7F92A87C-AAB4-4837-A6B3-D4D781BEB7A7}" dt="2019-12-28T07:23:22.127" v="23"/>
          <ac:cxnSpMkLst>
            <pc:docMk/>
            <pc:sldMk cId="947082625" sldId="277"/>
            <ac:cxnSpMk id="41" creationId="{24E8919D-8F8E-45BE-9A3D-EDDDB46B6E18}"/>
          </ac:cxnSpMkLst>
        </pc:cxnChg>
        <pc:cxnChg chg="add">
          <ac:chgData name="CHOI JUNHO" userId="2ed797a4709b55ca" providerId="LiveId" clId="{7F92A87C-AAB4-4837-A6B3-D4D781BEB7A7}" dt="2019-12-28T07:23:22.127" v="23"/>
          <ac:cxnSpMkLst>
            <pc:docMk/>
            <pc:sldMk cId="947082625" sldId="277"/>
            <ac:cxnSpMk id="42" creationId="{812B98E6-C4B3-479C-BD7F-B6F15875EA1B}"/>
          </ac:cxnSpMkLst>
        </pc:cxnChg>
        <pc:cxnChg chg="add">
          <ac:chgData name="CHOI JUNHO" userId="2ed797a4709b55ca" providerId="LiveId" clId="{7F92A87C-AAB4-4837-A6B3-D4D781BEB7A7}" dt="2019-12-28T07:23:22.127" v="23"/>
          <ac:cxnSpMkLst>
            <pc:docMk/>
            <pc:sldMk cId="947082625" sldId="277"/>
            <ac:cxnSpMk id="43" creationId="{F8C50822-0EF5-47D1-B5DB-0C5459D23882}"/>
          </ac:cxnSpMkLst>
        </pc:cxnChg>
        <pc:cxnChg chg="add">
          <ac:chgData name="CHOI JUNHO" userId="2ed797a4709b55ca" providerId="LiveId" clId="{7F92A87C-AAB4-4837-A6B3-D4D781BEB7A7}" dt="2019-12-28T07:23:22.127" v="23"/>
          <ac:cxnSpMkLst>
            <pc:docMk/>
            <pc:sldMk cId="947082625" sldId="277"/>
            <ac:cxnSpMk id="47" creationId="{E64056ED-19FC-4824-A1AF-4BD96DA61C75}"/>
          </ac:cxnSpMkLst>
        </pc:cxnChg>
        <pc:cxnChg chg="add">
          <ac:chgData name="CHOI JUNHO" userId="2ed797a4709b55ca" providerId="LiveId" clId="{7F92A87C-AAB4-4837-A6B3-D4D781BEB7A7}" dt="2019-12-28T07:23:22.127" v="23"/>
          <ac:cxnSpMkLst>
            <pc:docMk/>
            <pc:sldMk cId="947082625" sldId="277"/>
            <ac:cxnSpMk id="48" creationId="{F2D45B9C-1E73-4538-BED4-FBC135DAC96A}"/>
          </ac:cxnSpMkLst>
        </pc:cxnChg>
        <pc:cxnChg chg="add mod">
          <ac:chgData name="CHOI JUNHO" userId="2ed797a4709b55ca" providerId="LiveId" clId="{7F92A87C-AAB4-4837-A6B3-D4D781BEB7A7}" dt="2019-12-28T07:27:05.402" v="141" actId="20577"/>
          <ac:cxnSpMkLst>
            <pc:docMk/>
            <pc:sldMk cId="947082625" sldId="277"/>
            <ac:cxnSpMk id="56" creationId="{8729ABDC-30F6-4D3C-B100-45E176D0168E}"/>
          </ac:cxnSpMkLst>
        </pc:cxnChg>
        <pc:cxnChg chg="add">
          <ac:chgData name="CHOI JUNHO" userId="2ed797a4709b55ca" providerId="LiveId" clId="{7F92A87C-AAB4-4837-A6B3-D4D781BEB7A7}" dt="2019-12-28T07:23:22.127" v="23"/>
          <ac:cxnSpMkLst>
            <pc:docMk/>
            <pc:sldMk cId="947082625" sldId="277"/>
            <ac:cxnSpMk id="59" creationId="{73AD62FE-056E-4D7B-A4F8-AC3DFE955738}"/>
          </ac:cxnSpMkLst>
        </pc:cxnChg>
        <pc:cxnChg chg="add">
          <ac:chgData name="CHOI JUNHO" userId="2ed797a4709b55ca" providerId="LiveId" clId="{7F92A87C-AAB4-4837-A6B3-D4D781BEB7A7}" dt="2019-12-28T07:23:22.127" v="23"/>
          <ac:cxnSpMkLst>
            <pc:docMk/>
            <pc:sldMk cId="947082625" sldId="277"/>
            <ac:cxnSpMk id="60" creationId="{39FC0685-4DC9-4C0A-9F23-B39792807F43}"/>
          </ac:cxnSpMkLst>
        </pc:cxnChg>
      </pc:sldChg>
      <pc:sldMasterChg chg="modSldLayout">
        <pc:chgData name="CHOI JUNHO" userId="2ed797a4709b55ca" providerId="LiveId" clId="{7F92A87C-AAB4-4837-A6B3-D4D781BEB7A7}" dt="2019-12-28T08:56:57.866" v="334"/>
        <pc:sldMasterMkLst>
          <pc:docMk/>
          <pc:sldMasterMk cId="2252684482" sldId="2147483648"/>
        </pc:sldMasterMkLst>
        <pc:sldLayoutChg chg="modSp">
          <pc:chgData name="CHOI JUNHO" userId="2ed797a4709b55ca" providerId="LiveId" clId="{7F92A87C-AAB4-4837-A6B3-D4D781BEB7A7}" dt="2019-12-28T08:56:57.866" v="334"/>
          <pc:sldLayoutMkLst>
            <pc:docMk/>
            <pc:sldMasterMk cId="2252684482" sldId="2147483648"/>
            <pc:sldLayoutMk cId="2377320761" sldId="2147483650"/>
          </pc:sldLayoutMkLst>
          <pc:spChg chg="mod">
            <ac:chgData name="CHOI JUNHO" userId="2ed797a4709b55ca" providerId="LiveId" clId="{7F92A87C-AAB4-4837-A6B3-D4D781BEB7A7}" dt="2019-12-28T08:56:53.406" v="302"/>
            <ac:spMkLst>
              <pc:docMk/>
              <pc:sldMasterMk cId="2252684482" sldId="2147483648"/>
              <pc:sldLayoutMk cId="2377320761" sldId="2147483650"/>
              <ac:spMk id="22" creationId="{00000000-0000-0000-0000-000000000000}"/>
            </ac:spMkLst>
          </pc:spChg>
          <pc:spChg chg="mod">
            <ac:chgData name="CHOI JUNHO" userId="2ed797a4709b55ca" providerId="LiveId" clId="{7F92A87C-AAB4-4837-A6B3-D4D781BEB7A7}" dt="2019-12-28T08:56:57.866" v="334"/>
            <ac:spMkLst>
              <pc:docMk/>
              <pc:sldMasterMk cId="2252684482" sldId="2147483648"/>
              <pc:sldLayoutMk cId="2377320761" sldId="2147483650"/>
              <ac:spMk id="23"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슬라이드 번호 개체 틀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AF36E0AB-72DB-4914-B63B-4064A28DAAD3}" type="slidenum">
              <a:rPr lang="ko-KR" altLang="en-US" smtClean="0"/>
              <a:t>‹#›</a:t>
            </a:fld>
            <a:endParaRPr lang="ko-KR" altLang="en-US"/>
          </a:p>
        </p:txBody>
      </p:sp>
      <p:sp>
        <p:nvSpPr>
          <p:cNvPr id="6" name="바닥글 개체 틀 5"/>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Tree>
    <p:extLst>
      <p:ext uri="{BB962C8B-B14F-4D97-AF65-F5344CB8AC3E}">
        <p14:creationId xmlns:p14="http://schemas.microsoft.com/office/powerpoint/2010/main" val="2317696932"/>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98FBB39A-9110-43FD-8DF2-684D1523A0BC}" type="datetime1">
              <a:rPr lang="ko-KR" altLang="en-US" smtClean="0"/>
              <a:t>2026-09-28</a:t>
            </a:fld>
            <a:endParaRPr lang="ko-KR" altLang="en-US"/>
          </a:p>
        </p:txBody>
      </p:sp>
      <p:sp>
        <p:nvSpPr>
          <p:cNvPr id="4" name="슬라이드 이미지 개체 틀 3"/>
          <p:cNvSpPr>
            <a:spLocks noGrp="1" noRot="1" noChangeAspect="1"/>
          </p:cNvSpPr>
          <p:nvPr>
            <p:ph type="sldImg" idx="2"/>
          </p:nvPr>
        </p:nvSpPr>
        <p:spPr>
          <a:xfrm>
            <a:off x="90488" y="744538"/>
            <a:ext cx="6616700"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r>
              <a:rPr lang="en-US" altLang="ko-KR"/>
              <a:t>http://enjoyworks.co.kr</a:t>
            </a:r>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7C86328-D4B1-4A1C-AA9B-B5511E95EE22}" type="slidenum">
              <a:rPr lang="ko-KR" altLang="en-US" smtClean="0"/>
              <a:t>‹#›</a:t>
            </a:fld>
            <a:endParaRPr lang="ko-KR" altLang="en-US"/>
          </a:p>
        </p:txBody>
      </p:sp>
    </p:spTree>
    <p:extLst>
      <p:ext uri="{BB962C8B-B14F-4D97-AF65-F5344CB8AC3E}">
        <p14:creationId xmlns:p14="http://schemas.microsoft.com/office/powerpoint/2010/main" val="2498208439"/>
      </p:ext>
    </p:extLst>
  </p:cSld>
  <p:clrMap bg1="lt1" tx1="dk1" bg2="lt2" tx2="dk2" accent1="accent1" accent2="accent2" accent3="accent3" accent4="accent4" accent5="accent5" accent6="accent6" hlink="hlink" folHlink="folHlink"/>
  <p:hf sldNum="0"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936428" cy="11035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rPr>
              <a:t>Copyrights 201</a:t>
            </a:r>
            <a:r>
              <a:rPr lang="en-US" altLang="ko-KR" sz="600" dirty="0">
                <a:solidFill>
                  <a:srgbClr val="8D95A0"/>
                </a:solidFill>
              </a:rPr>
              <a:t>9</a:t>
            </a:r>
            <a:r>
              <a:rPr sz="600" dirty="0">
                <a:solidFill>
                  <a:srgbClr val="8D95A0"/>
                </a:solidFill>
              </a:rPr>
              <a:t>  ©</a:t>
            </a:r>
            <a:r>
              <a:rPr lang="en-US" altLang="ko-KR" sz="600" dirty="0">
                <a:solidFill>
                  <a:srgbClr val="8D95A0"/>
                </a:solidFill>
              </a:rPr>
              <a:t> </a:t>
            </a:r>
            <a:r>
              <a:rPr lang="en-US" altLang="ko-KR" sz="600" dirty="0">
                <a:solidFill>
                  <a:schemeClr val="bg2">
                    <a:lumMod val="50000"/>
                  </a:schemeClr>
                </a:solidFill>
              </a:rPr>
              <a:t>Your company name</a:t>
            </a:r>
            <a:r>
              <a:rPr sz="600" dirty="0">
                <a:solidFill>
                  <a:srgbClr val="8D95A0"/>
                </a:solidFill>
              </a:rPr>
              <a:t>.  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6496971" cy="230384"/>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sz="600" dirty="0">
                <a:solidFill>
                  <a:srgbClr val="8D95A0"/>
                </a:solidFill>
              </a:rPr>
              <a:t>This report contains information that is confidential and proprietary to petdoc and is solely for the use of Petdoc personnel. No part of it may be used, circulated, quoted, or reproduced for distribution outside</a:t>
            </a:r>
            <a:endParaRPr lang="en-US" sz="600" dirty="0">
              <a:solidFill>
                <a:srgbClr val="8D95A0"/>
              </a:solidFill>
            </a:endParaRP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chemeClr val="bg2">
                    <a:lumMod val="50000"/>
                  </a:schemeClr>
                </a:solidFill>
              </a:rPr>
              <a:t>Your company name</a:t>
            </a:r>
            <a:r>
              <a:rPr lang="en-US" sz="600" dirty="0">
                <a:solidFill>
                  <a:srgbClr val="8D95A0"/>
                </a:solidFill>
              </a:rPr>
              <a:t>. If you are not the intended recipient of this report, you are hereby notified that the use, circulation, quoting, or reproducing of this report is strictly prohibited and may be unlawful.</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FF5A5C"/>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i="0" dirty="0"/>
              <a:t>Confidential</a:t>
            </a:r>
          </a:p>
        </p:txBody>
      </p:sp>
    </p:spTree>
    <p:extLst>
      <p:ext uri="{BB962C8B-B14F-4D97-AF65-F5344CB8AC3E}">
        <p14:creationId xmlns:p14="http://schemas.microsoft.com/office/powerpoint/2010/main" val="170183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graphicFrame>
        <p:nvGraphicFramePr>
          <p:cNvPr id="4" name="표 3">
            <a:extLst>
              <a:ext uri="{FF2B5EF4-FFF2-40B4-BE49-F238E27FC236}">
                <a16:creationId xmlns:a16="http://schemas.microsoft.com/office/drawing/2014/main" id="{B42A6570-5196-43DE-85B2-428460B9C59C}"/>
              </a:ext>
            </a:extLst>
          </p:cNvPr>
          <p:cNvGraphicFramePr>
            <a:graphicFrameLocks noGrp="1"/>
          </p:cNvGraphicFramePr>
          <p:nvPr userDrawn="1">
            <p:extLst>
              <p:ext uri="{D42A27DB-BD31-4B8C-83A1-F6EECF244321}">
                <p14:modId xmlns:p14="http://schemas.microsoft.com/office/powerpoint/2010/main" val="1661613928"/>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5" name="제목 개체 틀 9">
            <a:extLst>
              <a:ext uri="{FF2B5EF4-FFF2-40B4-BE49-F238E27FC236}">
                <a16:creationId xmlns:a16="http://schemas.microsoft.com/office/drawing/2014/main" id="{45E6D0DC-F064-4EBA-906A-BF1306784A62}"/>
              </a:ext>
            </a:extLst>
          </p:cNvPr>
          <p:cNvSpPr>
            <a:spLocks noGrp="1"/>
          </p:cNvSpPr>
          <p:nvPr>
            <p:ph type="title" hasCustomPrompt="1"/>
          </p:nvPr>
        </p:nvSpPr>
        <p:spPr>
          <a:xfrm>
            <a:off x="452672" y="371730"/>
            <a:ext cx="11425269" cy="611352"/>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자유양식 페이지</a:t>
            </a:r>
          </a:p>
        </p:txBody>
      </p:sp>
    </p:spTree>
    <p:extLst>
      <p:ext uri="{BB962C8B-B14F-4D97-AF65-F5344CB8AC3E}">
        <p14:creationId xmlns:p14="http://schemas.microsoft.com/office/powerpoint/2010/main" val="215604540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4" name="제목 개체 틀 9"/>
          <p:cNvSpPr>
            <a:spLocks noGrp="1"/>
          </p:cNvSpPr>
          <p:nvPr>
            <p:ph type="title" hasCustomPrompt="1"/>
          </p:nvPr>
        </p:nvSpPr>
        <p:spPr>
          <a:xfrm>
            <a:off x="431372" y="2286628"/>
            <a:ext cx="11425269" cy="849577"/>
          </a:xfrm>
          <a:prstGeom prst="rect">
            <a:avLst/>
          </a:prstGeom>
        </p:spPr>
        <p:txBody>
          <a:bodyPr vert="horz" lIns="91440" tIns="45720" rIns="91440" bIns="45720" rtlCol="0" anchor="ctr">
            <a:noAutofit/>
          </a:bodyPr>
          <a:lstStyle>
            <a:lvl1pPr algn="ctr">
              <a:defRPr sz="2800" baseline="0">
                <a:solidFill>
                  <a:schemeClr val="tx1"/>
                </a:solidFill>
              </a:defRPr>
            </a:lvl1pPr>
          </a:lstStyle>
          <a:p>
            <a:r>
              <a:rPr lang="ko-KR" altLang="en-US" dirty="0"/>
              <a:t>메뉴 그룹 타이틀 명 작성</a:t>
            </a:r>
          </a:p>
        </p:txBody>
      </p:sp>
      <p:cxnSp>
        <p:nvCxnSpPr>
          <p:cNvPr id="6" name="직선 연결선 5"/>
          <p:cNvCxnSpPr/>
          <p:nvPr userDrawn="1"/>
        </p:nvCxnSpPr>
        <p:spPr>
          <a:xfrm>
            <a:off x="1687374" y="3236979"/>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 name="직선 연결선 9"/>
          <p:cNvCxnSpPr/>
          <p:nvPr userDrawn="1"/>
        </p:nvCxnSpPr>
        <p:spPr>
          <a:xfrm>
            <a:off x="1687374" y="2180861"/>
            <a:ext cx="8953804"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2" name="텍스트 개체 틀 18"/>
          <p:cNvSpPr>
            <a:spLocks noGrp="1"/>
          </p:cNvSpPr>
          <p:nvPr>
            <p:ph type="body" sz="quarter" idx="10" hasCustomPrompt="1"/>
          </p:nvPr>
        </p:nvSpPr>
        <p:spPr>
          <a:xfrm>
            <a:off x="1687373" y="3332989"/>
            <a:ext cx="8953804" cy="672075"/>
          </a:xfrm>
          <a:prstGeom prst="rect">
            <a:avLst/>
          </a:prstGeom>
        </p:spPr>
        <p:txBody>
          <a:bodyPr anchor="t" anchorCtr="0"/>
          <a:lstStyle>
            <a:lvl1pPr algn="ctr">
              <a:defRPr sz="900" baseline="0">
                <a:solidFill>
                  <a:schemeClr val="bg1">
                    <a:lumMod val="50000"/>
                  </a:schemeClr>
                </a:solidFill>
              </a:defRPr>
            </a:lvl1pPr>
          </a:lstStyle>
          <a:p>
            <a:pPr lvl="0"/>
            <a:r>
              <a:rPr lang="ko-KR" altLang="en-US" dirty="0"/>
              <a:t>메뉴 그룹 하위 </a:t>
            </a:r>
            <a:r>
              <a:rPr lang="en-US" altLang="ko-KR" dirty="0"/>
              <a:t>Depth</a:t>
            </a:r>
            <a:r>
              <a:rPr lang="ko-KR" altLang="en-US" dirty="0"/>
              <a:t>에 대한 개략적인 수록내용 서술</a:t>
            </a:r>
            <a:r>
              <a:rPr lang="en-US" altLang="ko-KR" dirty="0"/>
              <a:t>.</a:t>
            </a:r>
            <a:endParaRPr lang="ko-KR" altLang="en-US" dirty="0"/>
          </a:p>
        </p:txBody>
      </p:sp>
    </p:spTree>
    <p:extLst>
      <p:ext uri="{BB962C8B-B14F-4D97-AF65-F5344CB8AC3E}">
        <p14:creationId xmlns:p14="http://schemas.microsoft.com/office/powerpoint/2010/main" val="1950302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escription">
    <p:spTree>
      <p:nvGrpSpPr>
        <p:cNvPr id="1" name=""/>
        <p:cNvGrpSpPr/>
        <p:nvPr/>
      </p:nvGrpSpPr>
      <p:grpSpPr>
        <a:xfrm>
          <a:off x="0" y="0"/>
          <a:ext cx="0" cy="0"/>
          <a:chOff x="0" y="0"/>
          <a:chExt cx="0" cy="0"/>
        </a:xfrm>
      </p:grpSpPr>
      <p:graphicFrame>
        <p:nvGraphicFramePr>
          <p:cNvPr id="2" name="표 1"/>
          <p:cNvGraphicFramePr>
            <a:graphicFrameLocks noGrp="1"/>
          </p:cNvGraphicFramePr>
          <p:nvPr userDrawn="1">
            <p:extLst>
              <p:ext uri="{D42A27DB-BD31-4B8C-83A1-F6EECF244321}">
                <p14:modId xmlns:p14="http://schemas.microsoft.com/office/powerpoint/2010/main" val="3247006672"/>
              </p:ext>
            </p:extLst>
          </p:nvPr>
        </p:nvGraphicFramePr>
        <p:xfrm>
          <a:off x="47328" y="60081"/>
          <a:ext cx="12095665" cy="6399685"/>
        </p:xfrm>
        <a:graphic>
          <a:graphicData uri="http://schemas.openxmlformats.org/drawingml/2006/table">
            <a:tbl>
              <a:tblPr firstRow="1" bandRow="1">
                <a:tableStyleId>{5C22544A-7EE6-4342-B048-85BDC9FD1C3A}</a:tableStyleId>
              </a:tblPr>
              <a:tblGrid>
                <a:gridCol w="1152128">
                  <a:extLst>
                    <a:ext uri="{9D8B030D-6E8A-4147-A177-3AD203B41FA5}">
                      <a16:colId xmlns:a16="http://schemas.microsoft.com/office/drawing/2014/main" val="20000"/>
                    </a:ext>
                  </a:extLst>
                </a:gridCol>
                <a:gridCol w="2976331">
                  <a:extLst>
                    <a:ext uri="{9D8B030D-6E8A-4147-A177-3AD203B41FA5}">
                      <a16:colId xmlns:a16="http://schemas.microsoft.com/office/drawing/2014/main" val="20001"/>
                    </a:ext>
                  </a:extLst>
                </a:gridCol>
                <a:gridCol w="1055397">
                  <a:extLst>
                    <a:ext uri="{9D8B030D-6E8A-4147-A177-3AD203B41FA5}">
                      <a16:colId xmlns:a16="http://schemas.microsoft.com/office/drawing/2014/main" val="20002"/>
                    </a:ext>
                  </a:extLst>
                </a:gridCol>
                <a:gridCol w="3361093">
                  <a:extLst>
                    <a:ext uri="{9D8B030D-6E8A-4147-A177-3AD203B41FA5}">
                      <a16:colId xmlns:a16="http://schemas.microsoft.com/office/drawing/2014/main" val="20003"/>
                    </a:ext>
                  </a:extLst>
                </a:gridCol>
                <a:gridCol w="2370770">
                  <a:extLst>
                    <a:ext uri="{9D8B030D-6E8A-4147-A177-3AD203B41FA5}">
                      <a16:colId xmlns:a16="http://schemas.microsoft.com/office/drawing/2014/main" val="20004"/>
                    </a:ext>
                  </a:extLst>
                </a:gridCol>
                <a:gridCol w="555955">
                  <a:extLst>
                    <a:ext uri="{9D8B030D-6E8A-4147-A177-3AD203B41FA5}">
                      <a16:colId xmlns:a16="http://schemas.microsoft.com/office/drawing/2014/main" val="20006"/>
                    </a:ext>
                  </a:extLst>
                </a:gridCol>
                <a:gridCol w="623991">
                  <a:extLst>
                    <a:ext uri="{9D8B030D-6E8A-4147-A177-3AD203B41FA5}">
                      <a16:colId xmlns:a16="http://schemas.microsoft.com/office/drawing/2014/main" val="20007"/>
                    </a:ext>
                  </a:extLst>
                </a:gridCol>
              </a:tblGrid>
              <a:tr h="0">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Page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aseline="0" dirty="0">
                          <a:solidFill>
                            <a:schemeClr val="tx1"/>
                          </a:solidFill>
                          <a:latin typeface="+mn-ea"/>
                          <a:ea typeface="+mn-ea"/>
                        </a:rPr>
                        <a:t>Group Title.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latinLnBrk="1"/>
                      <a:endParaRPr lang="ko-KR" altLang="en-US" sz="1000" dirty="0">
                        <a:solidFill>
                          <a:schemeClr val="tx1"/>
                        </a:solidFill>
                        <a:latin typeface="+mn-ea"/>
                        <a:ea typeface="+mn-ea"/>
                      </a:endParaRPr>
                    </a:p>
                  </a:txBody>
                  <a:tcPr marL="121920" marR="121920" marT="60960" marB="60960" anchor="ctr">
                    <a:lnR w="3175" cap="flat" cmpd="sng" algn="ctr">
                      <a:solidFill>
                        <a:schemeClr val="bg1">
                          <a:lumMod val="85000"/>
                        </a:schemeClr>
                      </a:solidFill>
                      <a:prstDash val="solid"/>
                      <a:round/>
                      <a:headEnd type="none" w="med" len="med"/>
                      <a:tailEnd type="none" w="med" len="med"/>
                    </a:lnR>
                    <a:lnB w="3175" cap="flat" cmpd="sng" algn="ctr">
                      <a:solidFill>
                        <a:schemeClr val="bg1">
                          <a:lumMod val="85000"/>
                        </a:schemeClr>
                      </a:solidFill>
                      <a:prstDash val="solid"/>
                      <a:round/>
                      <a:headEnd type="none" w="med" len="med"/>
                      <a:tailEnd type="none" w="med" len="med"/>
                    </a:lnB>
                    <a:no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latin typeface="+mn-ea"/>
                          <a:ea typeface="+mn-ea"/>
                        </a:rPr>
                        <a:t>Description.</a:t>
                      </a:r>
                      <a:endParaRPr lang="ko-KR" altLang="en-US" sz="1000" b="1"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dirty="0">
                          <a:solidFill>
                            <a:schemeClr val="tx1"/>
                          </a:solidFill>
                          <a:latin typeface="+mn-ea"/>
                          <a:ea typeface="+mn-ea"/>
                        </a:rPr>
                        <a:t>Page.</a:t>
                      </a:r>
                      <a:endParaRPr lang="ko-KR" altLang="en-US" sz="10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marL="0" marR="0" indent="0" algn="r"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r h="6094885">
                <a:tc gridSpan="4">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lnR w="3175" cap="flat" cmpd="sng" algn="ctr">
                      <a:solidFill>
                        <a:schemeClr val="bg1">
                          <a:lumMod val="85000"/>
                        </a:schemeClr>
                      </a:solidFill>
                      <a:prstDash val="solid"/>
                      <a:round/>
                      <a:headEnd type="none" w="med" len="med"/>
                      <a:tailEnd type="none" w="med" len="med"/>
                    </a:lnR>
                    <a:lnT w="3175" cap="flat" cmpd="sng" algn="ctr">
                      <a:solidFill>
                        <a:schemeClr val="bg1">
                          <a:lumMod val="85000"/>
                        </a:schemeClr>
                      </a:solidFill>
                      <a:prstDash val="solid"/>
                      <a:round/>
                      <a:headEnd type="none" w="med" len="med"/>
                      <a:tailEnd type="none" w="med" len="med"/>
                    </a:lnT>
                    <a:no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latinLnBrk="1"/>
                      <a:endParaRPr lang="ko-KR" altLang="en-US" sz="900" dirty="0">
                        <a:solidFill>
                          <a:schemeClr val="tx1"/>
                        </a:solidFill>
                        <a:latin typeface="+mn-ea"/>
                        <a:ea typeface="+mn-ea"/>
                      </a:endParaRPr>
                    </a:p>
                  </a:txBody>
                  <a:tcPr anchor="ctr">
                    <a:solidFill>
                      <a:schemeClr val="bg1">
                        <a:lumMod val="95000"/>
                      </a:schemeClr>
                    </a:solidFill>
                  </a:tcPr>
                </a:tc>
                <a:tc gridSpan="3">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1200" dirty="0">
                        <a:solidFill>
                          <a:schemeClr val="tx1"/>
                        </a:solidFill>
                        <a:latin typeface="+mn-ea"/>
                        <a:ea typeface="+mn-ea"/>
                      </a:endParaRPr>
                    </a:p>
                  </a:txBody>
                  <a:tcPr marL="121920" marR="121920" marT="60960" marB="60960" anchor="ctr">
                    <a:lnL w="3175" cap="flat" cmpd="sng" algn="ctr">
                      <a:solidFill>
                        <a:schemeClr val="bg1">
                          <a:lumMod val="85000"/>
                        </a:schemeClr>
                      </a:solidFill>
                      <a:prstDash val="solid"/>
                      <a:round/>
                      <a:headEnd type="none" w="med" len="med"/>
                      <a:tailEnd type="none" w="med" len="med"/>
                    </a:lnL>
                    <a:lnT w="3175" cap="flat" cmpd="sng" algn="ctr">
                      <a:solidFill>
                        <a:schemeClr val="bg1">
                          <a:lumMod val="85000"/>
                        </a:schemeClr>
                      </a:solidFill>
                      <a:prstDash val="solid"/>
                      <a:round/>
                      <a:headEnd type="none" w="med" len="med"/>
                      <a:tailEnd type="none" w="med" len="med"/>
                    </a:lnT>
                    <a:no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tc hMerge="1">
                  <a:txBody>
                    <a:bodyPr/>
                    <a:lstStyle/>
                    <a:p>
                      <a:pPr marL="0" marR="0" indent="0" algn="l" defTabSz="914400" rtl="0" eaLnBrk="1" fontAlgn="auto" latinLnBrk="1" hangingPunct="1">
                        <a:lnSpc>
                          <a:spcPct val="100000"/>
                        </a:lnSpc>
                        <a:spcBef>
                          <a:spcPts val="0"/>
                        </a:spcBef>
                        <a:spcAft>
                          <a:spcPts val="0"/>
                        </a:spcAft>
                        <a:buClrTx/>
                        <a:buSzTx/>
                        <a:buFontTx/>
                        <a:buNone/>
                        <a:tabLst/>
                        <a:defRPr/>
                      </a:pPr>
                      <a:endParaRPr lang="ko-KR" altLang="en-US" sz="900" dirty="0">
                        <a:solidFill>
                          <a:schemeClr val="tx1"/>
                        </a:solidFill>
                        <a:latin typeface="+mn-ea"/>
                        <a:ea typeface="+mn-ea"/>
                      </a:endParaRP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sp>
        <p:nvSpPr>
          <p:cNvPr id="22" name="텍스트 개체 틀 18"/>
          <p:cNvSpPr>
            <a:spLocks noGrp="1"/>
          </p:cNvSpPr>
          <p:nvPr>
            <p:ph type="body" sz="quarter" idx="10" hasCustomPrompt="1"/>
          </p:nvPr>
        </p:nvSpPr>
        <p:spPr>
          <a:xfrm>
            <a:off x="1199457" y="110748"/>
            <a:ext cx="2965331"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페이지 명 작성</a:t>
            </a:r>
          </a:p>
        </p:txBody>
      </p:sp>
      <p:sp>
        <p:nvSpPr>
          <p:cNvPr id="23" name="텍스트 개체 틀 18"/>
          <p:cNvSpPr>
            <a:spLocks noGrp="1"/>
          </p:cNvSpPr>
          <p:nvPr>
            <p:ph type="body" sz="quarter" idx="11" hasCustomPrompt="1"/>
          </p:nvPr>
        </p:nvSpPr>
        <p:spPr>
          <a:xfrm>
            <a:off x="5231904" y="110748"/>
            <a:ext cx="3329469" cy="221025"/>
          </a:xfrm>
          <a:prstGeom prst="rect">
            <a:avLst/>
          </a:prstGeom>
        </p:spPr>
        <p:txBody>
          <a:bodyPr anchor="ctr" anchorCtr="0"/>
          <a:lstStyle>
            <a:lvl1pPr algn="l">
              <a:defRPr sz="900">
                <a:solidFill>
                  <a:schemeClr val="tx1">
                    <a:lumMod val="50000"/>
                    <a:lumOff val="50000"/>
                  </a:schemeClr>
                </a:solidFill>
                <a:latin typeface="+mn-ea"/>
                <a:ea typeface="+mn-ea"/>
              </a:defRPr>
            </a:lvl1pPr>
          </a:lstStyle>
          <a:p>
            <a:pPr lvl="0"/>
            <a:r>
              <a:rPr lang="ko-KR" altLang="en-US" dirty="0"/>
              <a:t>그룹 타이틀 명 작성</a:t>
            </a:r>
          </a:p>
        </p:txBody>
      </p:sp>
    </p:spTree>
    <p:extLst>
      <p:ext uri="{BB962C8B-B14F-4D97-AF65-F5344CB8AC3E}">
        <p14:creationId xmlns:p14="http://schemas.microsoft.com/office/powerpoint/2010/main" val="237732076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2684482"/>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5" r:id="rId3"/>
    <p:sldLayoutId id="2147483650" r:id="rId4"/>
  </p:sldLayoutIdLst>
  <p:hf hdr="0" ftr="0" dt="0"/>
  <p:txStyles>
    <p:titleStyle>
      <a:lvl1pPr algn="l" defTabSz="914400" rtl="0" eaLnBrk="1" latinLnBrk="1" hangingPunct="1">
        <a:spcBef>
          <a:spcPct val="0"/>
        </a:spcBef>
        <a:buNone/>
        <a:defRPr sz="3000" kern="1200">
          <a:solidFill>
            <a:schemeClr val="tx1"/>
          </a:solidFill>
          <a:latin typeface="+mj-lt"/>
          <a:ea typeface="+mj-ea"/>
          <a:cs typeface="+mj-cs"/>
        </a:defRPr>
      </a:lvl1pPr>
    </p:titleStyle>
    <p:bodyStyle>
      <a:lvl1pPr marL="0" indent="0" algn="l" defTabSz="914400" rtl="0" eaLnBrk="1" latinLnBrk="1"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화면설계서 양식</a:t>
            </a:r>
          </a:p>
        </p:txBody>
      </p:sp>
      <p:sp>
        <p:nvSpPr>
          <p:cNvPr id="3" name="텍스트 개체 틀 2"/>
          <p:cNvSpPr>
            <a:spLocks noGrp="1"/>
          </p:cNvSpPr>
          <p:nvPr>
            <p:ph type="body" sz="quarter" idx="10"/>
          </p:nvPr>
        </p:nvSpPr>
        <p:spPr/>
        <p:txBody>
          <a:bodyPr/>
          <a:lstStyle/>
          <a:p>
            <a:r>
              <a:rPr lang="en-US" altLang="ko-KR" dirty="0">
                <a:solidFill>
                  <a:schemeClr val="tx1"/>
                </a:solidFill>
              </a:rPr>
              <a:t>0.0</a:t>
            </a:r>
            <a:endParaRPr lang="ko-KR" altLang="en-US" dirty="0">
              <a:solidFill>
                <a:schemeClr val="tx1"/>
              </a:solidFill>
            </a:endParaRPr>
          </a:p>
        </p:txBody>
      </p:sp>
      <p:sp>
        <p:nvSpPr>
          <p:cNvPr id="4" name="텍스트 개체 틀 3"/>
          <p:cNvSpPr>
            <a:spLocks noGrp="1"/>
          </p:cNvSpPr>
          <p:nvPr>
            <p:ph type="body" sz="quarter" idx="11"/>
          </p:nvPr>
        </p:nvSpPr>
        <p:spPr/>
        <p:txBody>
          <a:bodyPr/>
          <a:lstStyle/>
          <a:p>
            <a:r>
              <a:rPr lang="en-US" altLang="ko-KR" dirty="0">
                <a:solidFill>
                  <a:schemeClr val="tx1"/>
                </a:solidFill>
              </a:rPr>
              <a:t>0000.00.00</a:t>
            </a:r>
            <a:endParaRPr lang="ko-KR" altLang="en-US" dirty="0">
              <a:solidFill>
                <a:schemeClr val="tx1"/>
              </a:solidFill>
            </a:endParaRPr>
          </a:p>
        </p:txBody>
      </p:sp>
      <p:sp>
        <p:nvSpPr>
          <p:cNvPr id="5" name="텍스트 개체 틀 4"/>
          <p:cNvSpPr>
            <a:spLocks noGrp="1"/>
          </p:cNvSpPr>
          <p:nvPr>
            <p:ph type="body" sz="quarter" idx="12"/>
          </p:nvPr>
        </p:nvSpPr>
        <p:spPr/>
        <p:txBody>
          <a:bodyPr/>
          <a:lstStyle/>
          <a:p>
            <a:r>
              <a:rPr lang="ko-KR" altLang="en-US" dirty="0">
                <a:solidFill>
                  <a:schemeClr val="tx1"/>
                </a:solidFill>
              </a:rPr>
              <a:t>홍길동</a:t>
            </a:r>
          </a:p>
        </p:txBody>
      </p:sp>
    </p:spTree>
    <p:extLst>
      <p:ext uri="{BB962C8B-B14F-4D97-AF65-F5344CB8AC3E}">
        <p14:creationId xmlns:p14="http://schemas.microsoft.com/office/powerpoint/2010/main" val="2612761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479376" y="404665"/>
            <a:ext cx="11425269" cy="576064"/>
          </a:xfrm>
          <a:prstGeom prst="rect">
            <a:avLst/>
          </a:prstGeom>
        </p:spPr>
        <p:txBody>
          <a:bodyPr/>
          <a:lstStyle/>
          <a:p>
            <a:r>
              <a:rPr lang="en-US" altLang="ko-KR" dirty="0">
                <a:solidFill>
                  <a:schemeClr val="tx1"/>
                </a:solidFill>
              </a:rPr>
              <a:t>History</a:t>
            </a:r>
            <a:endParaRPr lang="ko-KR" altLang="en-US" dirty="0">
              <a:solidFill>
                <a:schemeClr val="tx1"/>
              </a:solidFill>
            </a:endParaRPr>
          </a:p>
        </p:txBody>
      </p:sp>
      <p:graphicFrame>
        <p:nvGraphicFramePr>
          <p:cNvPr id="3" name="표 2"/>
          <p:cNvGraphicFramePr>
            <a:graphicFrameLocks noGrp="1"/>
          </p:cNvGraphicFramePr>
          <p:nvPr>
            <p:extLst>
              <p:ext uri="{D42A27DB-BD31-4B8C-83A1-F6EECF244321}">
                <p14:modId xmlns:p14="http://schemas.microsoft.com/office/powerpoint/2010/main" val="2970646287"/>
              </p:ext>
            </p:extLst>
          </p:nvPr>
        </p:nvGraphicFramePr>
        <p:xfrm>
          <a:off x="1197870" y="1700808"/>
          <a:ext cx="9796260" cy="2913483"/>
        </p:xfrm>
        <a:graphic>
          <a:graphicData uri="http://schemas.openxmlformats.org/drawingml/2006/table">
            <a:tbl>
              <a:tblPr>
                <a:tableStyleId>{5C22544A-7EE6-4342-B048-85BDC9FD1C3A}</a:tableStyleId>
              </a:tblPr>
              <a:tblGrid>
                <a:gridCol w="979622">
                  <a:extLst>
                    <a:ext uri="{9D8B030D-6E8A-4147-A177-3AD203B41FA5}">
                      <a16:colId xmlns:a16="http://schemas.microsoft.com/office/drawing/2014/main" val="20000"/>
                    </a:ext>
                  </a:extLst>
                </a:gridCol>
                <a:gridCol w="1246799">
                  <a:extLst>
                    <a:ext uri="{9D8B030D-6E8A-4147-A177-3AD203B41FA5}">
                      <a16:colId xmlns:a16="http://schemas.microsoft.com/office/drawing/2014/main" val="20001"/>
                    </a:ext>
                  </a:extLst>
                </a:gridCol>
                <a:gridCol w="5521529">
                  <a:extLst>
                    <a:ext uri="{9D8B030D-6E8A-4147-A177-3AD203B41FA5}">
                      <a16:colId xmlns:a16="http://schemas.microsoft.com/office/drawing/2014/main" val="20002"/>
                    </a:ext>
                  </a:extLst>
                </a:gridCol>
                <a:gridCol w="1068681">
                  <a:extLst>
                    <a:ext uri="{9D8B030D-6E8A-4147-A177-3AD203B41FA5}">
                      <a16:colId xmlns:a16="http://schemas.microsoft.com/office/drawing/2014/main" val="20004"/>
                    </a:ext>
                  </a:extLst>
                </a:gridCol>
                <a:gridCol w="979629">
                  <a:extLst>
                    <a:ext uri="{9D8B030D-6E8A-4147-A177-3AD203B41FA5}">
                      <a16:colId xmlns:a16="http://schemas.microsoft.com/office/drawing/2014/main" val="20005"/>
                    </a:ext>
                  </a:extLst>
                </a:gridCol>
              </a:tblGrid>
              <a:tr h="342763">
                <a:tc>
                  <a:txBody>
                    <a:bodyPr/>
                    <a:lstStyle/>
                    <a:p>
                      <a:pPr algn="l" latinLnBrk="1"/>
                      <a:r>
                        <a:rPr lang="en-US" altLang="ko-KR" sz="1000" b="1" dirty="0">
                          <a:solidFill>
                            <a:schemeClr val="tx1"/>
                          </a:solidFill>
                        </a:rPr>
                        <a:t>Version.</a:t>
                      </a:r>
                      <a:endParaRPr lang="ko-KR" altLang="en-US" sz="1000" b="1" dirty="0">
                        <a:solidFill>
                          <a:schemeClr val="tx1"/>
                        </a:solidFill>
                      </a:endParaRP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Date.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Content.</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Page.</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Owner.</a:t>
                      </a:r>
                      <a:endParaRPr lang="ko-KR" altLang="en-US" sz="1000" b="1"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21340">
                <a:tc>
                  <a:txBody>
                    <a:bodyPr/>
                    <a:lstStyle/>
                    <a:p>
                      <a:pPr algn="ctr" latinLnBrk="1"/>
                      <a:r>
                        <a:rPr lang="en-US" altLang="ko-KR" sz="900" dirty="0">
                          <a:solidFill>
                            <a:schemeClr val="tx1"/>
                          </a:solidFill>
                          <a:latin typeface="+mn-ea"/>
                          <a:ea typeface="+mn-ea"/>
                        </a:rPr>
                        <a:t>v0.0</a:t>
                      </a: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0000/00/00</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algn="l" latinLnBrk="1">
                        <a:buFont typeface="Arial" pitchFamily="34" charset="0"/>
                        <a:buChar char="•"/>
                      </a:pPr>
                      <a:r>
                        <a:rPr lang="ko-KR" altLang="en-US" sz="900" dirty="0">
                          <a:solidFill>
                            <a:schemeClr val="tx1"/>
                          </a:solidFill>
                        </a:rPr>
                        <a:t>변경 또는 추가 내용을 기술해주세요</a:t>
                      </a:r>
                      <a:r>
                        <a:rPr lang="en-US" altLang="ko-KR" sz="900" dirty="0">
                          <a:solidFill>
                            <a:schemeClr val="tx1"/>
                          </a:solidFill>
                        </a:rPr>
                        <a:t>.</a:t>
                      </a: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r>
                        <a:rPr lang="ko-KR" altLang="en-US" sz="900" dirty="0">
                          <a:solidFill>
                            <a:schemeClr val="tx1"/>
                          </a:solidFill>
                        </a:rPr>
                        <a:t>작성자명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1"/>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marR="0" lvl="0" indent="-108000" algn="l" defTabSz="914400" rtl="0" eaLnBrk="1" fontAlgn="auto" latinLnBrk="1" hangingPunct="1">
                        <a:lnSpc>
                          <a:spcPct val="100000"/>
                        </a:lnSpc>
                        <a:spcBef>
                          <a:spcPts val="0"/>
                        </a:spcBef>
                        <a:spcAft>
                          <a:spcPts val="0"/>
                        </a:spcAft>
                        <a:buClrTx/>
                        <a:buSzTx/>
                        <a:buFont typeface="Arial" panose="020B0604020202020204" pitchFamily="34" charset="0"/>
                        <a:buChar char="•"/>
                        <a:tabLst/>
                        <a:defRPr/>
                      </a:pPr>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2"/>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3"/>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5"/>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06"/>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014"/>
                  </a:ext>
                </a:extLst>
              </a:tr>
              <a:tr h="321340">
                <a:tc>
                  <a:txBody>
                    <a:bodyPr/>
                    <a:lstStyle/>
                    <a:p>
                      <a:pPr algn="ctr" latinLnBrk="1"/>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latinLnBrk="1"/>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marL="108000" indent="-108000" latinLnBrk="1">
                        <a:buFont typeface="Arial" panose="020B0604020202020204" pitchFamily="34" charset="0"/>
                        <a:buChar char="•"/>
                      </a:pP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tc>
                  <a:txBody>
                    <a:bodyPr/>
                    <a:lstStyle/>
                    <a:p>
                      <a:pPr algn="ctr" latinLnBrk="1"/>
                      <a:endParaRPr lang="ko-KR" altLang="en-US" sz="90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noFill/>
                  </a:tcPr>
                </a:tc>
                <a:extLst>
                  <a:ext uri="{0D108BD9-81ED-4DB2-BD59-A6C34878D82A}">
                    <a16:rowId xmlns:a16="http://schemas.microsoft.com/office/drawing/2014/main" val="10015"/>
                  </a:ext>
                </a:extLst>
              </a:tr>
            </a:tbl>
          </a:graphicData>
        </a:graphic>
      </p:graphicFrame>
      <p:sp>
        <p:nvSpPr>
          <p:cNvPr id="5" name="TextBox 4">
            <a:extLst>
              <a:ext uri="{FF2B5EF4-FFF2-40B4-BE49-F238E27FC236}">
                <a16:creationId xmlns:a16="http://schemas.microsoft.com/office/drawing/2014/main" id="{90B8312E-970E-458B-87FB-84F7A22C22BA}"/>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2</a:t>
            </a:fld>
            <a:endParaRPr lang="ko-KR" altLang="en-US" sz="900" dirty="0"/>
          </a:p>
        </p:txBody>
      </p:sp>
    </p:spTree>
    <p:extLst>
      <p:ext uri="{BB962C8B-B14F-4D97-AF65-F5344CB8AC3E}">
        <p14:creationId xmlns:p14="http://schemas.microsoft.com/office/powerpoint/2010/main" val="1580783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4FE7BD8-CFC6-4079-BAE3-BDDFC826F1C7}"/>
              </a:ext>
            </a:extLst>
          </p:cNvPr>
          <p:cNvSpPr>
            <a:spLocks noGrp="1"/>
          </p:cNvSpPr>
          <p:nvPr>
            <p:ph type="title"/>
          </p:nvPr>
        </p:nvSpPr>
        <p:spPr/>
        <p:txBody>
          <a:bodyPr/>
          <a:lstStyle/>
          <a:p>
            <a:r>
              <a:rPr lang="ko-KR" altLang="en-US" dirty="0"/>
              <a:t>서비스 개요</a:t>
            </a:r>
          </a:p>
        </p:txBody>
      </p:sp>
      <p:graphicFrame>
        <p:nvGraphicFramePr>
          <p:cNvPr id="3" name="표 2">
            <a:extLst>
              <a:ext uri="{FF2B5EF4-FFF2-40B4-BE49-F238E27FC236}">
                <a16:creationId xmlns:a16="http://schemas.microsoft.com/office/drawing/2014/main" id="{2597D4FB-0C0F-4941-887D-E5E16C17540A}"/>
              </a:ext>
            </a:extLst>
          </p:cNvPr>
          <p:cNvGraphicFramePr>
            <a:graphicFrameLocks noGrp="1"/>
          </p:cNvGraphicFramePr>
          <p:nvPr>
            <p:extLst>
              <p:ext uri="{D42A27DB-BD31-4B8C-83A1-F6EECF244321}">
                <p14:modId xmlns:p14="http://schemas.microsoft.com/office/powerpoint/2010/main" val="1916490890"/>
              </p:ext>
            </p:extLst>
          </p:nvPr>
        </p:nvGraphicFramePr>
        <p:xfrm>
          <a:off x="1197870" y="1268760"/>
          <a:ext cx="9796258" cy="4991529"/>
        </p:xfrm>
        <a:graphic>
          <a:graphicData uri="http://schemas.openxmlformats.org/drawingml/2006/table">
            <a:tbl>
              <a:tblPr>
                <a:tableStyleId>{5C22544A-7EE6-4342-B048-85BDC9FD1C3A}</a:tableStyleId>
              </a:tblPr>
              <a:tblGrid>
                <a:gridCol w="1318078">
                  <a:extLst>
                    <a:ext uri="{9D8B030D-6E8A-4147-A177-3AD203B41FA5}">
                      <a16:colId xmlns:a16="http://schemas.microsoft.com/office/drawing/2014/main" val="20000"/>
                    </a:ext>
                  </a:extLst>
                </a:gridCol>
                <a:gridCol w="282606">
                  <a:extLst>
                    <a:ext uri="{9D8B030D-6E8A-4147-A177-3AD203B41FA5}">
                      <a16:colId xmlns:a16="http://schemas.microsoft.com/office/drawing/2014/main" val="20005"/>
                    </a:ext>
                  </a:extLst>
                </a:gridCol>
                <a:gridCol w="282606">
                  <a:extLst>
                    <a:ext uri="{9D8B030D-6E8A-4147-A177-3AD203B41FA5}">
                      <a16:colId xmlns:a16="http://schemas.microsoft.com/office/drawing/2014/main" val="1932864301"/>
                    </a:ext>
                  </a:extLst>
                </a:gridCol>
                <a:gridCol w="282606">
                  <a:extLst>
                    <a:ext uri="{9D8B030D-6E8A-4147-A177-3AD203B41FA5}">
                      <a16:colId xmlns:a16="http://schemas.microsoft.com/office/drawing/2014/main" val="627806087"/>
                    </a:ext>
                  </a:extLst>
                </a:gridCol>
                <a:gridCol w="282606">
                  <a:extLst>
                    <a:ext uri="{9D8B030D-6E8A-4147-A177-3AD203B41FA5}">
                      <a16:colId xmlns:a16="http://schemas.microsoft.com/office/drawing/2014/main" val="371778404"/>
                    </a:ext>
                  </a:extLst>
                </a:gridCol>
                <a:gridCol w="282606">
                  <a:extLst>
                    <a:ext uri="{9D8B030D-6E8A-4147-A177-3AD203B41FA5}">
                      <a16:colId xmlns:a16="http://schemas.microsoft.com/office/drawing/2014/main" val="305405284"/>
                    </a:ext>
                  </a:extLst>
                </a:gridCol>
                <a:gridCol w="282606">
                  <a:extLst>
                    <a:ext uri="{9D8B030D-6E8A-4147-A177-3AD203B41FA5}">
                      <a16:colId xmlns:a16="http://schemas.microsoft.com/office/drawing/2014/main" val="29543921"/>
                    </a:ext>
                  </a:extLst>
                </a:gridCol>
                <a:gridCol w="282606">
                  <a:extLst>
                    <a:ext uri="{9D8B030D-6E8A-4147-A177-3AD203B41FA5}">
                      <a16:colId xmlns:a16="http://schemas.microsoft.com/office/drawing/2014/main" val="4273928552"/>
                    </a:ext>
                  </a:extLst>
                </a:gridCol>
                <a:gridCol w="282606">
                  <a:extLst>
                    <a:ext uri="{9D8B030D-6E8A-4147-A177-3AD203B41FA5}">
                      <a16:colId xmlns:a16="http://schemas.microsoft.com/office/drawing/2014/main" val="844272191"/>
                    </a:ext>
                  </a:extLst>
                </a:gridCol>
                <a:gridCol w="282606">
                  <a:extLst>
                    <a:ext uri="{9D8B030D-6E8A-4147-A177-3AD203B41FA5}">
                      <a16:colId xmlns:a16="http://schemas.microsoft.com/office/drawing/2014/main" val="1347387674"/>
                    </a:ext>
                  </a:extLst>
                </a:gridCol>
                <a:gridCol w="282606">
                  <a:extLst>
                    <a:ext uri="{9D8B030D-6E8A-4147-A177-3AD203B41FA5}">
                      <a16:colId xmlns:a16="http://schemas.microsoft.com/office/drawing/2014/main" val="1781131391"/>
                    </a:ext>
                  </a:extLst>
                </a:gridCol>
                <a:gridCol w="282606">
                  <a:extLst>
                    <a:ext uri="{9D8B030D-6E8A-4147-A177-3AD203B41FA5}">
                      <a16:colId xmlns:a16="http://schemas.microsoft.com/office/drawing/2014/main" val="384615516"/>
                    </a:ext>
                  </a:extLst>
                </a:gridCol>
                <a:gridCol w="282606">
                  <a:extLst>
                    <a:ext uri="{9D8B030D-6E8A-4147-A177-3AD203B41FA5}">
                      <a16:colId xmlns:a16="http://schemas.microsoft.com/office/drawing/2014/main" val="2585931872"/>
                    </a:ext>
                  </a:extLst>
                </a:gridCol>
                <a:gridCol w="282606">
                  <a:extLst>
                    <a:ext uri="{9D8B030D-6E8A-4147-A177-3AD203B41FA5}">
                      <a16:colId xmlns:a16="http://schemas.microsoft.com/office/drawing/2014/main" val="1608020694"/>
                    </a:ext>
                  </a:extLst>
                </a:gridCol>
                <a:gridCol w="282606">
                  <a:extLst>
                    <a:ext uri="{9D8B030D-6E8A-4147-A177-3AD203B41FA5}">
                      <a16:colId xmlns:a16="http://schemas.microsoft.com/office/drawing/2014/main" val="4164423105"/>
                    </a:ext>
                  </a:extLst>
                </a:gridCol>
                <a:gridCol w="282606">
                  <a:extLst>
                    <a:ext uri="{9D8B030D-6E8A-4147-A177-3AD203B41FA5}">
                      <a16:colId xmlns:a16="http://schemas.microsoft.com/office/drawing/2014/main" val="3233058977"/>
                    </a:ext>
                  </a:extLst>
                </a:gridCol>
                <a:gridCol w="282606">
                  <a:extLst>
                    <a:ext uri="{9D8B030D-6E8A-4147-A177-3AD203B41FA5}">
                      <a16:colId xmlns:a16="http://schemas.microsoft.com/office/drawing/2014/main" val="2889151618"/>
                    </a:ext>
                  </a:extLst>
                </a:gridCol>
                <a:gridCol w="282606">
                  <a:extLst>
                    <a:ext uri="{9D8B030D-6E8A-4147-A177-3AD203B41FA5}">
                      <a16:colId xmlns:a16="http://schemas.microsoft.com/office/drawing/2014/main" val="560411669"/>
                    </a:ext>
                  </a:extLst>
                </a:gridCol>
                <a:gridCol w="282606">
                  <a:extLst>
                    <a:ext uri="{9D8B030D-6E8A-4147-A177-3AD203B41FA5}">
                      <a16:colId xmlns:a16="http://schemas.microsoft.com/office/drawing/2014/main" val="3884846165"/>
                    </a:ext>
                  </a:extLst>
                </a:gridCol>
                <a:gridCol w="282606">
                  <a:extLst>
                    <a:ext uri="{9D8B030D-6E8A-4147-A177-3AD203B41FA5}">
                      <a16:colId xmlns:a16="http://schemas.microsoft.com/office/drawing/2014/main" val="1129982004"/>
                    </a:ext>
                  </a:extLst>
                </a:gridCol>
                <a:gridCol w="282606">
                  <a:extLst>
                    <a:ext uri="{9D8B030D-6E8A-4147-A177-3AD203B41FA5}">
                      <a16:colId xmlns:a16="http://schemas.microsoft.com/office/drawing/2014/main" val="921361012"/>
                    </a:ext>
                  </a:extLst>
                </a:gridCol>
                <a:gridCol w="282606">
                  <a:extLst>
                    <a:ext uri="{9D8B030D-6E8A-4147-A177-3AD203B41FA5}">
                      <a16:colId xmlns:a16="http://schemas.microsoft.com/office/drawing/2014/main" val="1082313226"/>
                    </a:ext>
                  </a:extLst>
                </a:gridCol>
                <a:gridCol w="282606">
                  <a:extLst>
                    <a:ext uri="{9D8B030D-6E8A-4147-A177-3AD203B41FA5}">
                      <a16:colId xmlns:a16="http://schemas.microsoft.com/office/drawing/2014/main" val="3555641462"/>
                    </a:ext>
                  </a:extLst>
                </a:gridCol>
                <a:gridCol w="282606">
                  <a:extLst>
                    <a:ext uri="{9D8B030D-6E8A-4147-A177-3AD203B41FA5}">
                      <a16:colId xmlns:a16="http://schemas.microsoft.com/office/drawing/2014/main" val="2046748408"/>
                    </a:ext>
                  </a:extLst>
                </a:gridCol>
                <a:gridCol w="282606">
                  <a:extLst>
                    <a:ext uri="{9D8B030D-6E8A-4147-A177-3AD203B41FA5}">
                      <a16:colId xmlns:a16="http://schemas.microsoft.com/office/drawing/2014/main" val="61301162"/>
                    </a:ext>
                  </a:extLst>
                </a:gridCol>
                <a:gridCol w="282606">
                  <a:extLst>
                    <a:ext uri="{9D8B030D-6E8A-4147-A177-3AD203B41FA5}">
                      <a16:colId xmlns:a16="http://schemas.microsoft.com/office/drawing/2014/main" val="151961678"/>
                    </a:ext>
                  </a:extLst>
                </a:gridCol>
                <a:gridCol w="282606">
                  <a:extLst>
                    <a:ext uri="{9D8B030D-6E8A-4147-A177-3AD203B41FA5}">
                      <a16:colId xmlns:a16="http://schemas.microsoft.com/office/drawing/2014/main" val="3307757913"/>
                    </a:ext>
                  </a:extLst>
                </a:gridCol>
                <a:gridCol w="282606">
                  <a:extLst>
                    <a:ext uri="{9D8B030D-6E8A-4147-A177-3AD203B41FA5}">
                      <a16:colId xmlns:a16="http://schemas.microsoft.com/office/drawing/2014/main" val="2537069362"/>
                    </a:ext>
                  </a:extLst>
                </a:gridCol>
                <a:gridCol w="282606">
                  <a:extLst>
                    <a:ext uri="{9D8B030D-6E8A-4147-A177-3AD203B41FA5}">
                      <a16:colId xmlns:a16="http://schemas.microsoft.com/office/drawing/2014/main" val="3220850051"/>
                    </a:ext>
                  </a:extLst>
                </a:gridCol>
                <a:gridCol w="282606">
                  <a:extLst>
                    <a:ext uri="{9D8B030D-6E8A-4147-A177-3AD203B41FA5}">
                      <a16:colId xmlns:a16="http://schemas.microsoft.com/office/drawing/2014/main" val="4047037587"/>
                    </a:ext>
                  </a:extLst>
                </a:gridCol>
                <a:gridCol w="282606">
                  <a:extLst>
                    <a:ext uri="{9D8B030D-6E8A-4147-A177-3AD203B41FA5}">
                      <a16:colId xmlns:a16="http://schemas.microsoft.com/office/drawing/2014/main" val="1193031526"/>
                    </a:ext>
                  </a:extLst>
                </a:gridCol>
              </a:tblGrid>
              <a:tr h="260216">
                <a:tc>
                  <a:txBody>
                    <a:bodyPr/>
                    <a:lstStyle/>
                    <a:p>
                      <a:pPr algn="ctr" latinLnBrk="1"/>
                      <a:r>
                        <a:rPr lang="ko-KR" altLang="en-US" sz="1000" b="1" dirty="0">
                          <a:solidFill>
                            <a:schemeClr val="tx1"/>
                          </a:solidFill>
                        </a:rPr>
                        <a:t>구분</a:t>
                      </a:r>
                    </a:p>
                  </a:txBody>
                  <a:tcPr anchor="ctr">
                    <a:lnR w="3175" cap="flat" cmpd="sng" algn="ctr">
                      <a:solidFill>
                        <a:schemeClr val="bg1">
                          <a:lumMod val="7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0">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000" b="1" dirty="0">
                          <a:solidFill>
                            <a:schemeClr val="tx1"/>
                          </a:solidFill>
                        </a:rPr>
                        <a:t>내용</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0"/>
                  </a:ext>
                </a:extLst>
              </a:tr>
              <a:tr h="551915">
                <a:tc>
                  <a:txBody>
                    <a:bodyPr/>
                    <a:lstStyle/>
                    <a:p>
                      <a:pPr algn="ctr" latinLnBrk="1">
                        <a:lnSpc>
                          <a:spcPct val="120000"/>
                        </a:lnSpc>
                      </a:pPr>
                      <a:r>
                        <a:rPr lang="ko-KR" altLang="en-US" sz="900" dirty="0">
                          <a:solidFill>
                            <a:schemeClr val="tx1"/>
                          </a:solidFill>
                          <a:latin typeface="+mn-ea"/>
                          <a:ea typeface="+mn-ea"/>
                        </a:rPr>
                        <a:t>기획배경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기획을 진행하는 원인과 이유를 정리해주세요</a:t>
                      </a:r>
                      <a:r>
                        <a:rPr lang="en-US" altLang="ko-KR" sz="900" dirty="0">
                          <a:solidFill>
                            <a:schemeClr val="tx1"/>
                          </a:solidFill>
                          <a:latin typeface="+mn-ea"/>
                          <a:ea typeface="+mn-ea"/>
                        </a:rPr>
                        <a:t>.</a:t>
                      </a:r>
                      <a:endParaRPr lang="ko-KR" altLang="en-US"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1"/>
                  </a:ext>
                </a:extLst>
              </a:tr>
              <a:tr h="504056">
                <a:tc>
                  <a:txBody>
                    <a:bodyPr/>
                    <a:lstStyle/>
                    <a:p>
                      <a:pPr algn="ctr" latinLnBrk="1">
                        <a:lnSpc>
                          <a:spcPct val="120000"/>
                        </a:lnSpc>
                      </a:pPr>
                      <a:r>
                        <a:rPr lang="ko-KR" altLang="en-US" sz="900" dirty="0">
                          <a:solidFill>
                            <a:schemeClr val="tx1"/>
                          </a:solidFill>
                          <a:latin typeface="+mn-ea"/>
                          <a:ea typeface="+mn-ea"/>
                        </a:rPr>
                        <a:t>기획목적</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목적을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기획의 목적은 정성적인 기준이어야 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2"/>
                  </a:ext>
                </a:extLst>
              </a:tr>
              <a:tr h="504056">
                <a:tc>
                  <a:txBody>
                    <a:bodyPr/>
                    <a:lstStyle/>
                    <a:p>
                      <a:pPr algn="ctr" latinLnBrk="1">
                        <a:lnSpc>
                          <a:spcPct val="120000"/>
                        </a:lnSpc>
                      </a:pPr>
                      <a:r>
                        <a:rPr lang="ko-KR" altLang="en-US" sz="900" dirty="0">
                          <a:solidFill>
                            <a:schemeClr val="tx1"/>
                          </a:solidFill>
                          <a:latin typeface="+mn-ea"/>
                          <a:ea typeface="+mn-ea"/>
                        </a:rPr>
                        <a:t>기대효과</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해당 기획안의 구현을 통해 기대하는 바를 정량적으로 정리해주세요</a:t>
                      </a:r>
                      <a:r>
                        <a:rPr lang="en-US" altLang="ko-KR" sz="900" dirty="0">
                          <a:solidFill>
                            <a:schemeClr val="tx1"/>
                          </a:solidFill>
                          <a:latin typeface="+mn-ea"/>
                          <a:ea typeface="+mn-ea"/>
                        </a:rPr>
                        <a:t>.</a:t>
                      </a:r>
                    </a:p>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기대효과는 앞서 정리한 기획의 목적을 정량화 함을 의미합니다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3"/>
                  </a:ext>
                </a:extLst>
              </a:tr>
              <a:tr h="504056">
                <a:tc>
                  <a:txBody>
                    <a:bodyPr/>
                    <a:lstStyle/>
                    <a:p>
                      <a:pPr algn="ctr" latinLnBrk="1">
                        <a:lnSpc>
                          <a:spcPct val="120000"/>
                        </a:lnSpc>
                      </a:pPr>
                      <a:r>
                        <a:rPr lang="ko-KR" altLang="en-US" sz="900" dirty="0">
                          <a:solidFill>
                            <a:schemeClr val="tx1"/>
                          </a:solidFill>
                          <a:latin typeface="+mn-ea"/>
                          <a:ea typeface="+mn-ea"/>
                        </a:rPr>
                        <a:t>기능요약</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범위 내 주요 기능 및 서비스의 내용을 요약 정리합니다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921827172"/>
                  </a:ext>
                </a:extLst>
              </a:tr>
              <a:tr h="504056">
                <a:tc>
                  <a:txBody>
                    <a:bodyPr/>
                    <a:lstStyle/>
                    <a:p>
                      <a:pPr algn="ctr" latinLnBrk="1">
                        <a:lnSpc>
                          <a:spcPct val="120000"/>
                        </a:lnSpc>
                      </a:pPr>
                      <a:r>
                        <a:rPr lang="ko-KR" altLang="en-US" sz="900" dirty="0">
                          <a:solidFill>
                            <a:schemeClr val="tx1"/>
                          </a:solidFill>
                          <a:latin typeface="+mn-ea"/>
                          <a:ea typeface="+mn-ea"/>
                        </a:rPr>
                        <a:t>기타사항</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gridSpan="30">
                  <a:txBody>
                    <a:bodyPr/>
                    <a:lstStyle/>
                    <a:p>
                      <a:pPr marL="171450" indent="-171450" algn="just" latinLnBrk="1">
                        <a:lnSpc>
                          <a:spcPct val="130000"/>
                        </a:lnSpc>
                        <a:buFont typeface="Arial" panose="020B0604020202020204" pitchFamily="34" charset="0"/>
                        <a:buChar char="•"/>
                      </a:pPr>
                      <a:r>
                        <a:rPr lang="ko-KR" altLang="en-US" sz="900" dirty="0">
                          <a:solidFill>
                            <a:schemeClr val="tx1"/>
                          </a:solidFill>
                          <a:latin typeface="+mn-ea"/>
                          <a:ea typeface="+mn-ea"/>
                        </a:rPr>
                        <a:t>기타 서비스 구현과 관련해서 전달해야 하는 사항을 기록합니다</a:t>
                      </a:r>
                      <a:r>
                        <a:rPr lang="en-US" altLang="ko-KR" sz="900" dirty="0">
                          <a:solidFill>
                            <a:schemeClr val="tx1"/>
                          </a:solidFill>
                          <a:latin typeface="+mn-ea"/>
                          <a:ea typeface="+mn-ea"/>
                        </a:rPr>
                        <a:t>.</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ysDot"/>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4171527082"/>
                  </a:ext>
                </a:extLst>
              </a:tr>
              <a:tr h="147693">
                <a:tc gridSpan="3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noFill/>
                      <a:prstDash val="solid"/>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marL="171450" indent="-171450" algn="just" latinLnBrk="1">
                        <a:lnSpc>
                          <a:spcPct val="130000"/>
                        </a:lnSpc>
                        <a:buFont typeface="Arial" panose="020B0604020202020204" pitchFamily="34" charset="0"/>
                        <a:buChar char="•"/>
                      </a:pPr>
                      <a:endParaRPr lang="en-US" altLang="ko-KR" sz="9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3616981493"/>
                  </a:ext>
                </a:extLst>
              </a:tr>
              <a:tr h="291709">
                <a:tc rowSpan="2">
                  <a:txBody>
                    <a:bodyPr/>
                    <a:lstStyle/>
                    <a:p>
                      <a:pPr algn="ctr" latinLnBrk="1">
                        <a:lnSpc>
                          <a:spcPct val="120000"/>
                        </a:lnSpc>
                      </a:pPr>
                      <a:r>
                        <a:rPr lang="ko-KR" altLang="en-US" sz="900" dirty="0">
                          <a:solidFill>
                            <a:schemeClr val="tx1"/>
                          </a:solidFill>
                          <a:latin typeface="+mn-ea"/>
                          <a:ea typeface="+mn-ea"/>
                        </a:rPr>
                        <a:t>기획일정</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1W</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2W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3W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7">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4W</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tc gridSpan="2">
                  <a:txBody>
                    <a:bodyPr/>
                    <a:lstStyle/>
                    <a:p>
                      <a:pPr marL="0" indent="0" algn="just" latinLnBrk="1">
                        <a:lnSpc>
                          <a:spcPct val="130000"/>
                        </a:lnSpc>
                        <a:buFont typeface="Arial" panose="020B0604020202020204" pitchFamily="34" charset="0"/>
                        <a:buNone/>
                      </a:pPr>
                      <a:r>
                        <a:rPr lang="en-US" altLang="ko-KR" sz="800" dirty="0">
                          <a:solidFill>
                            <a:schemeClr val="tx1"/>
                          </a:solidFill>
                          <a:latin typeface="+mn-ea"/>
                          <a:ea typeface="+mn-ea"/>
                        </a:rPr>
                        <a:t>5W</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solidFill>
                      <a:schemeClr val="bg1">
                        <a:lumMod val="95000"/>
                      </a:schemeClr>
                    </a:solidFill>
                  </a:tcPr>
                </a:tc>
                <a:tc hMerge="1">
                  <a:txBody>
                    <a:bodyPr/>
                    <a:lstStyle/>
                    <a:p>
                      <a:pPr marL="0" indent="0" algn="just" latinLnBrk="1">
                        <a:lnSpc>
                          <a:spcPct val="130000"/>
                        </a:lnSpc>
                        <a:buFont typeface="Arial" panose="020B0604020202020204" pitchFamily="34" charset="0"/>
                        <a:buNone/>
                      </a:pPr>
                      <a:endParaRPr lang="en-US" altLang="ko-KR" sz="9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65000"/>
                        </a:schemeClr>
                      </a:solidFill>
                      <a:prstDash val="sysDot"/>
                      <a:round/>
                      <a:headEnd type="none" w="med" len="med"/>
                      <a:tailEnd type="none" w="med" len="med"/>
                    </a:lnB>
                    <a:noFill/>
                  </a:tcPr>
                </a:tc>
                <a:extLst>
                  <a:ext uri="{0D108BD9-81ED-4DB2-BD59-A6C34878D82A}">
                    <a16:rowId xmlns:a16="http://schemas.microsoft.com/office/drawing/2014/main" val="3209983131"/>
                  </a:ext>
                </a:extLst>
              </a:tr>
              <a:tr h="291709">
                <a:tc vMerge="1">
                  <a:txBody>
                    <a:bodyPr/>
                    <a:lstStyle/>
                    <a:p>
                      <a:pPr algn="ctr" latinLnBrk="1">
                        <a:lnSpc>
                          <a:spcPct val="120000"/>
                        </a:lnSpc>
                      </a:pPr>
                      <a:endParaRPr lang="ko-KR" altLang="en-US" sz="9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19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20</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21</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22</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23</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24</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25</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26</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27</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28</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29</a:t>
                      </a: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r>
                        <a:rPr lang="en-US" altLang="ko-KR" sz="700" dirty="0">
                          <a:solidFill>
                            <a:schemeClr val="tx1"/>
                          </a:solidFill>
                          <a:latin typeface="+mn-ea"/>
                          <a:ea typeface="+mn-ea"/>
                        </a:rPr>
                        <a:t>30</a:t>
                      </a: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ysDot"/>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1870032"/>
                  </a:ext>
                </a:extLst>
              </a:tr>
              <a:tr h="21234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Business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07584751"/>
                  </a:ext>
                </a:extLst>
              </a:tr>
              <a:tr h="133033">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Benchmarking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09021828"/>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Value Proposition</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chemeClr val="bg1">
                          <a:lumMod val="85000"/>
                        </a:schemeClr>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463912"/>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Modeling</a:t>
                      </a:r>
                      <a:endParaRPr lang="ko-KR" altLang="en-US" sz="800" dirty="0">
                        <a:solidFill>
                          <a:schemeClr val="tx1"/>
                        </a:solidFill>
                        <a:latin typeface="+mn-ea"/>
                        <a:ea typeface="+mn-ea"/>
                      </a:endParaRP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3015604"/>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Service Policy</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02992516"/>
                  </a:ext>
                </a:extLst>
              </a:tr>
              <a:tr h="125727">
                <a:tc>
                  <a:txBody>
                    <a:bodyPr/>
                    <a:lstStyle/>
                    <a:p>
                      <a:pPr marL="0" indent="0" algn="r" latinLnBrk="1">
                        <a:lnSpc>
                          <a:spcPct val="120000"/>
                        </a:lnSpc>
                        <a:buFont typeface="Arial" panose="020B0604020202020204" pitchFamily="34" charset="0"/>
                        <a:buNone/>
                      </a:pPr>
                      <a:r>
                        <a:rPr lang="en-US" altLang="ko-KR" sz="800" dirty="0">
                          <a:solidFill>
                            <a:schemeClr val="tx1"/>
                          </a:solidFill>
                          <a:latin typeface="+mn-ea"/>
                          <a:ea typeface="+mn-ea"/>
                        </a:rPr>
                        <a:t>User interface</a:t>
                      </a:r>
                    </a:p>
                  </a:txBody>
                  <a:tcPr anchor="ctr">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solidFill>
                        <a:schemeClr val="bg1">
                          <a:lumMod val="65000"/>
                        </a:schemeClr>
                      </a:solidFill>
                      <a:prstDash val="sysDot"/>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tc>
                  <a:txBody>
                    <a:bodyPr/>
                    <a:lstStyle/>
                    <a:p>
                      <a:pPr marL="0" indent="0" algn="ctr" latinLnBrk="1">
                        <a:lnSpc>
                          <a:spcPct val="130000"/>
                        </a:lnSpc>
                        <a:buFont typeface="Arial" panose="020B0604020202020204" pitchFamily="34" charset="0"/>
                        <a:buNone/>
                      </a:pPr>
                      <a:endParaRPr lang="en-US" altLang="ko-KR" sz="700" dirty="0">
                        <a:solidFill>
                          <a:schemeClr val="tx1"/>
                        </a:solidFill>
                        <a:latin typeface="+mn-ea"/>
                        <a:ea typeface="+mn-ea"/>
                      </a:endParaRPr>
                    </a:p>
                  </a:txBody>
                  <a:tcPr anchor="ctr">
                    <a:lnL w="3175" cap="flat" cmpd="sng" algn="ctr">
                      <a:solidFill>
                        <a:schemeClr val="bg1">
                          <a:lumMod val="65000"/>
                        </a:schemeClr>
                      </a:solidFill>
                      <a:prstDash val="sysDot"/>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pattFill prst="wdUpDiag">
                      <a:fgClr>
                        <a:srgbClr val="DDDDDD"/>
                      </a:fgClr>
                      <a:bgClr>
                        <a:schemeClr val="bg1"/>
                      </a:bgClr>
                    </a:pattFill>
                  </a:tcPr>
                </a:tc>
                <a:extLst>
                  <a:ext uri="{0D108BD9-81ED-4DB2-BD59-A6C34878D82A}">
                    <a16:rowId xmlns:a16="http://schemas.microsoft.com/office/drawing/2014/main" val="2990935818"/>
                  </a:ext>
                </a:extLst>
              </a:tr>
            </a:tbl>
          </a:graphicData>
        </a:graphic>
      </p:graphicFrame>
      <p:sp>
        <p:nvSpPr>
          <p:cNvPr id="5" name="TextBox 4">
            <a:extLst>
              <a:ext uri="{FF2B5EF4-FFF2-40B4-BE49-F238E27FC236}">
                <a16:creationId xmlns:a16="http://schemas.microsoft.com/office/drawing/2014/main" id="{67F700A4-35BE-48E8-B4CE-95643D148D21}"/>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3</a:t>
            </a:fld>
            <a:endParaRPr lang="ko-KR" altLang="en-US" sz="900" dirty="0"/>
          </a:p>
        </p:txBody>
      </p:sp>
    </p:spTree>
    <p:extLst>
      <p:ext uri="{BB962C8B-B14F-4D97-AF65-F5344CB8AC3E}">
        <p14:creationId xmlns:p14="http://schemas.microsoft.com/office/powerpoint/2010/main" val="3982823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19F2D03-4DCC-42DA-95ED-B3FF360D7F63}"/>
              </a:ext>
            </a:extLst>
          </p:cNvPr>
          <p:cNvSpPr>
            <a:spLocks noGrp="1"/>
          </p:cNvSpPr>
          <p:nvPr>
            <p:ph type="title"/>
          </p:nvPr>
        </p:nvSpPr>
        <p:spPr/>
        <p:txBody>
          <a:bodyPr/>
          <a:lstStyle/>
          <a:p>
            <a:r>
              <a:rPr lang="en-US" altLang="ko-KR" dirty="0"/>
              <a:t>User flow</a:t>
            </a:r>
            <a:endParaRPr lang="ko-KR" altLang="en-US" dirty="0"/>
          </a:p>
        </p:txBody>
      </p:sp>
      <p:graphicFrame>
        <p:nvGraphicFramePr>
          <p:cNvPr id="3" name="표 2">
            <a:extLst>
              <a:ext uri="{FF2B5EF4-FFF2-40B4-BE49-F238E27FC236}">
                <a16:creationId xmlns:a16="http://schemas.microsoft.com/office/drawing/2014/main" id="{8B87A678-AF99-4807-A120-CB661ED337F4}"/>
              </a:ext>
            </a:extLst>
          </p:cNvPr>
          <p:cNvGraphicFramePr>
            <a:graphicFrameLocks noGrp="1"/>
          </p:cNvGraphicFramePr>
          <p:nvPr>
            <p:extLst>
              <p:ext uri="{D42A27DB-BD31-4B8C-83A1-F6EECF244321}">
                <p14:modId xmlns:p14="http://schemas.microsoft.com/office/powerpoint/2010/main" val="1047586838"/>
              </p:ext>
            </p:extLst>
          </p:nvPr>
        </p:nvGraphicFramePr>
        <p:xfrm>
          <a:off x="1197870" y="1700808"/>
          <a:ext cx="9796259" cy="3960440"/>
        </p:xfrm>
        <a:graphic>
          <a:graphicData uri="http://schemas.openxmlformats.org/drawingml/2006/table">
            <a:tbl>
              <a:tblPr>
                <a:tableStyleId>{5C22544A-7EE6-4342-B048-85BDC9FD1C3A}</a:tableStyleId>
              </a:tblPr>
              <a:tblGrid>
                <a:gridCol w="1180639">
                  <a:extLst>
                    <a:ext uri="{9D8B030D-6E8A-4147-A177-3AD203B41FA5}">
                      <a16:colId xmlns:a16="http://schemas.microsoft.com/office/drawing/2014/main" val="554055183"/>
                    </a:ext>
                  </a:extLst>
                </a:gridCol>
                <a:gridCol w="2130236">
                  <a:extLst>
                    <a:ext uri="{9D8B030D-6E8A-4147-A177-3AD203B41FA5}">
                      <a16:colId xmlns:a16="http://schemas.microsoft.com/office/drawing/2014/main" val="20000"/>
                    </a:ext>
                  </a:extLst>
                </a:gridCol>
                <a:gridCol w="2257591">
                  <a:extLst>
                    <a:ext uri="{9D8B030D-6E8A-4147-A177-3AD203B41FA5}">
                      <a16:colId xmlns:a16="http://schemas.microsoft.com/office/drawing/2014/main" val="20001"/>
                    </a:ext>
                  </a:extLst>
                </a:gridCol>
                <a:gridCol w="2192190">
                  <a:extLst>
                    <a:ext uri="{9D8B030D-6E8A-4147-A177-3AD203B41FA5}">
                      <a16:colId xmlns:a16="http://schemas.microsoft.com/office/drawing/2014/main" val="20004"/>
                    </a:ext>
                  </a:extLst>
                </a:gridCol>
                <a:gridCol w="2035603">
                  <a:extLst>
                    <a:ext uri="{9D8B030D-6E8A-4147-A177-3AD203B41FA5}">
                      <a16:colId xmlns:a16="http://schemas.microsoft.com/office/drawing/2014/main" val="20005"/>
                    </a:ext>
                  </a:extLst>
                </a:gridCol>
              </a:tblGrid>
              <a:tr h="342763">
                <a:tc rowSpan="2">
                  <a:txBody>
                    <a:bodyPr/>
                    <a:lstStyle/>
                    <a:p>
                      <a:pPr algn="ctr" latinLnBrk="1"/>
                      <a:r>
                        <a:rPr lang="en-US" altLang="ko-KR" sz="1000" b="1" dirty="0">
                          <a:solidFill>
                            <a:schemeClr val="tx1"/>
                          </a:solidFill>
                        </a:rPr>
                        <a:t>Login</a:t>
                      </a:r>
                    </a:p>
                    <a:p>
                      <a:pPr algn="ctr" latinLnBrk="1"/>
                      <a:r>
                        <a:rPr lang="en-US" altLang="ko-KR" sz="1000" b="1" dirty="0">
                          <a:solidFill>
                            <a:schemeClr val="tx1"/>
                          </a:solidFill>
                        </a:rPr>
                        <a:t>User flow</a:t>
                      </a:r>
                      <a:endParaRPr lang="ko-KR" altLang="en-US" sz="1000" b="1"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l" latinLnBrk="1"/>
                      <a:r>
                        <a:rPr lang="en-US" altLang="ko-KR" sz="1000" b="1" dirty="0">
                          <a:solidFill>
                            <a:schemeClr val="tx1"/>
                          </a:solidFill>
                        </a:rPr>
                        <a:t>1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l" latinLnBrk="1"/>
                      <a:r>
                        <a:rPr lang="en-US" altLang="ko-KR" sz="1000" b="1" dirty="0">
                          <a:solidFill>
                            <a:schemeClr val="tx1"/>
                          </a:solidFill>
                        </a:rPr>
                        <a:t>2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3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indent="0" algn="l" defTabSz="914400" rtl="0" eaLnBrk="1" fontAlgn="auto" latinLnBrk="1" hangingPunct="1">
                        <a:lnSpc>
                          <a:spcPct val="100000"/>
                        </a:lnSpc>
                        <a:spcBef>
                          <a:spcPts val="0"/>
                        </a:spcBef>
                        <a:spcAft>
                          <a:spcPts val="0"/>
                        </a:spcAft>
                        <a:buClrTx/>
                        <a:buSzTx/>
                        <a:buFontTx/>
                        <a:buNone/>
                        <a:tabLst/>
                        <a:defRPr/>
                      </a:pPr>
                      <a:r>
                        <a:rPr lang="en-US" altLang="ko-KR" sz="1000" b="1" dirty="0">
                          <a:solidFill>
                            <a:schemeClr val="tx1"/>
                          </a:solidFill>
                        </a:rPr>
                        <a:t>4 STEP. </a:t>
                      </a:r>
                      <a:r>
                        <a:rPr lang="en-US" altLang="ko-KR" sz="1000" b="0" dirty="0">
                          <a:solidFill>
                            <a:schemeClr val="tx1"/>
                          </a:solidFill>
                        </a:rPr>
                        <a:t>Process name.</a:t>
                      </a:r>
                      <a:endParaRPr lang="ko-KR" altLang="en-US" sz="1000" b="0" dirty="0">
                        <a:solidFill>
                          <a:schemeClr val="tx1"/>
                        </a:solidFill>
                      </a:endParaRP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3617677">
                <a:tc vMerge="1">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tx1">
                          <a:lumMod val="85000"/>
                          <a:lumOff val="1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latin typeface="+mn-ea"/>
                        <a:ea typeface="+mn-ea"/>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tc>
                  <a:txBody>
                    <a:bodyPr/>
                    <a:lstStyle/>
                    <a:p>
                      <a:pPr algn="ctr" latinLnBrk="1"/>
                      <a:endParaRPr lang="ko-KR" altLang="en-US" sz="900" dirty="0">
                        <a:solidFill>
                          <a:schemeClr val="tx1"/>
                        </a:solidFill>
                      </a:endParaRPr>
                    </a:p>
                  </a:txBody>
                  <a:tcPr anchor="ctr">
                    <a:lnL w="3175" cap="flat" cmpd="sng" algn="ctr">
                      <a:solidFill>
                        <a:schemeClr val="tx1">
                          <a:lumMod val="85000"/>
                          <a:lumOff val="15000"/>
                        </a:schemeClr>
                      </a:solidFill>
                      <a:prstDash val="solid"/>
                      <a:round/>
                      <a:headEnd type="none" w="med" len="med"/>
                      <a:tailEnd type="none" w="med" len="med"/>
                    </a:lnL>
                    <a:lnR w="3175" cap="flat" cmpd="sng" algn="ctr">
                      <a:solidFill>
                        <a:schemeClr val="tx1">
                          <a:lumMod val="85000"/>
                          <a:lumOff val="1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tx1">
                          <a:lumMod val="85000"/>
                          <a:lumOff val="15000"/>
                        </a:schemeClr>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6" name="순서도: 수행의 시작/종료 5">
            <a:extLst>
              <a:ext uri="{FF2B5EF4-FFF2-40B4-BE49-F238E27FC236}">
                <a16:creationId xmlns:a16="http://schemas.microsoft.com/office/drawing/2014/main" id="{B7D46F69-1CA3-4F48-B383-30D303FFEABB}"/>
              </a:ext>
            </a:extLst>
          </p:cNvPr>
          <p:cNvSpPr/>
          <p:nvPr/>
        </p:nvSpPr>
        <p:spPr>
          <a:xfrm>
            <a:off x="2927648" y="2329505"/>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START</a:t>
            </a:r>
            <a:endParaRPr lang="ko-KR" altLang="en-US" sz="800" dirty="0">
              <a:solidFill>
                <a:schemeClr val="tx1"/>
              </a:solidFill>
            </a:endParaRPr>
          </a:p>
        </p:txBody>
      </p:sp>
      <p:sp>
        <p:nvSpPr>
          <p:cNvPr id="7" name="순서도: 처리 6">
            <a:extLst>
              <a:ext uri="{FF2B5EF4-FFF2-40B4-BE49-F238E27FC236}">
                <a16:creationId xmlns:a16="http://schemas.microsoft.com/office/drawing/2014/main" id="{B61B2F31-1FAE-4B5E-9F16-9334C3015BAC}"/>
              </a:ext>
            </a:extLst>
          </p:cNvPr>
          <p:cNvSpPr/>
          <p:nvPr/>
        </p:nvSpPr>
        <p:spPr>
          <a:xfrm>
            <a:off x="2927648"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8" name="순서도: 처리 7">
            <a:extLst>
              <a:ext uri="{FF2B5EF4-FFF2-40B4-BE49-F238E27FC236}">
                <a16:creationId xmlns:a16="http://schemas.microsoft.com/office/drawing/2014/main" id="{BB96B924-4F71-423C-9A34-4C63C04D46CB}"/>
              </a:ext>
            </a:extLst>
          </p:cNvPr>
          <p:cNvSpPr/>
          <p:nvPr/>
        </p:nvSpPr>
        <p:spPr>
          <a:xfrm>
            <a:off x="2927648" y="319360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 name="순서도: 처리 8">
            <a:extLst>
              <a:ext uri="{FF2B5EF4-FFF2-40B4-BE49-F238E27FC236}">
                <a16:creationId xmlns:a16="http://schemas.microsoft.com/office/drawing/2014/main" id="{96A6B14E-E90E-4B43-A3BD-28851575D769}"/>
              </a:ext>
            </a:extLst>
          </p:cNvPr>
          <p:cNvSpPr/>
          <p:nvPr/>
        </p:nvSpPr>
        <p:spPr>
          <a:xfrm>
            <a:off x="2927648"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 name="순서도: 판단 9">
            <a:extLst>
              <a:ext uri="{FF2B5EF4-FFF2-40B4-BE49-F238E27FC236}">
                <a16:creationId xmlns:a16="http://schemas.microsoft.com/office/drawing/2014/main" id="{C07A0973-7A51-4E56-927B-66B2A3E6F2B9}"/>
              </a:ext>
            </a:extLst>
          </p:cNvPr>
          <p:cNvSpPr/>
          <p:nvPr/>
        </p:nvSpPr>
        <p:spPr>
          <a:xfrm>
            <a:off x="2927648" y="4057697"/>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15" name="직선 화살표 연결선 14">
            <a:extLst>
              <a:ext uri="{FF2B5EF4-FFF2-40B4-BE49-F238E27FC236}">
                <a16:creationId xmlns:a16="http://schemas.microsoft.com/office/drawing/2014/main" id="{3EDA3593-F331-4B43-B8B1-68EE7CADE1D7}"/>
              </a:ext>
            </a:extLst>
          </p:cNvPr>
          <p:cNvCxnSpPr>
            <a:stCxn id="6" idx="2"/>
            <a:endCxn id="7" idx="0"/>
          </p:cNvCxnSpPr>
          <p:nvPr/>
        </p:nvCxnSpPr>
        <p:spPr>
          <a:xfrm>
            <a:off x="3431704"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6" name="직선 화살표 연결선 15">
            <a:extLst>
              <a:ext uri="{FF2B5EF4-FFF2-40B4-BE49-F238E27FC236}">
                <a16:creationId xmlns:a16="http://schemas.microsoft.com/office/drawing/2014/main" id="{CE91D1FC-6AC8-4858-8642-44C8273A5620}"/>
              </a:ext>
            </a:extLst>
          </p:cNvPr>
          <p:cNvCxnSpPr>
            <a:cxnSpLocks/>
            <a:stCxn id="7" idx="2"/>
            <a:endCxn id="8" idx="0"/>
          </p:cNvCxnSpPr>
          <p:nvPr/>
        </p:nvCxnSpPr>
        <p:spPr>
          <a:xfrm>
            <a:off x="3431704" y="3006901"/>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직선 화살표 연결선 18">
            <a:extLst>
              <a:ext uri="{FF2B5EF4-FFF2-40B4-BE49-F238E27FC236}">
                <a16:creationId xmlns:a16="http://schemas.microsoft.com/office/drawing/2014/main" id="{0E9A8199-D075-4EE7-BBA9-F3BB9CDC05FE}"/>
              </a:ext>
            </a:extLst>
          </p:cNvPr>
          <p:cNvCxnSpPr>
            <a:cxnSpLocks/>
            <a:endCxn id="9" idx="0"/>
          </p:cNvCxnSpPr>
          <p:nvPr/>
        </p:nvCxnSpPr>
        <p:spPr>
          <a:xfrm>
            <a:off x="3431704" y="3438949"/>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2" name="직선 화살표 연결선 21">
            <a:extLst>
              <a:ext uri="{FF2B5EF4-FFF2-40B4-BE49-F238E27FC236}">
                <a16:creationId xmlns:a16="http://schemas.microsoft.com/office/drawing/2014/main" id="{C8C94C72-50E0-4FEE-B332-62829B1B172C}"/>
              </a:ext>
            </a:extLst>
          </p:cNvPr>
          <p:cNvCxnSpPr>
            <a:cxnSpLocks/>
            <a:stCxn id="9" idx="2"/>
            <a:endCxn id="10" idx="0"/>
          </p:cNvCxnSpPr>
          <p:nvPr/>
        </p:nvCxnSpPr>
        <p:spPr>
          <a:xfrm>
            <a:off x="3431704"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25" name="순서도: 처리 24">
            <a:extLst>
              <a:ext uri="{FF2B5EF4-FFF2-40B4-BE49-F238E27FC236}">
                <a16:creationId xmlns:a16="http://schemas.microsoft.com/office/drawing/2014/main" id="{7D62639A-401C-41AD-AF3F-5BB6DF0C766F}"/>
              </a:ext>
            </a:extLst>
          </p:cNvPr>
          <p:cNvSpPr/>
          <p:nvPr/>
        </p:nvSpPr>
        <p:spPr>
          <a:xfrm>
            <a:off x="2927648"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26" name="직선 화살표 연결선 25">
            <a:extLst>
              <a:ext uri="{FF2B5EF4-FFF2-40B4-BE49-F238E27FC236}">
                <a16:creationId xmlns:a16="http://schemas.microsoft.com/office/drawing/2014/main" id="{CA294CFD-6C69-4018-89C4-80F39A7FB85A}"/>
              </a:ext>
            </a:extLst>
          </p:cNvPr>
          <p:cNvCxnSpPr>
            <a:cxnSpLocks/>
            <a:stCxn id="10" idx="2"/>
            <a:endCxn id="25" idx="0"/>
          </p:cNvCxnSpPr>
          <p:nvPr/>
        </p:nvCxnSpPr>
        <p:spPr>
          <a:xfrm>
            <a:off x="3431704"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0" name="연결선: 꺾임 29">
            <a:extLst>
              <a:ext uri="{FF2B5EF4-FFF2-40B4-BE49-F238E27FC236}">
                <a16:creationId xmlns:a16="http://schemas.microsoft.com/office/drawing/2014/main" id="{68CC8553-9013-4D75-B8C1-5DDC1C9C11E4}"/>
              </a:ext>
            </a:extLst>
          </p:cNvPr>
          <p:cNvCxnSpPr>
            <a:cxnSpLocks/>
            <a:stCxn id="10" idx="3"/>
            <a:endCxn id="8" idx="3"/>
          </p:cNvCxnSpPr>
          <p:nvPr/>
        </p:nvCxnSpPr>
        <p:spPr>
          <a:xfrm flipV="1">
            <a:off x="3935760" y="3316275"/>
            <a:ext cx="12700" cy="864096"/>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2" name="순서도: 연결자 31">
            <a:extLst>
              <a:ext uri="{FF2B5EF4-FFF2-40B4-BE49-F238E27FC236}">
                <a16:creationId xmlns:a16="http://schemas.microsoft.com/office/drawing/2014/main" id="{783A7B31-4623-488F-8FF8-95A2871C8DFB}"/>
              </a:ext>
            </a:extLst>
          </p:cNvPr>
          <p:cNvSpPr/>
          <p:nvPr/>
        </p:nvSpPr>
        <p:spPr>
          <a:xfrm flipV="1">
            <a:off x="3312488" y="4929163"/>
            <a:ext cx="238432" cy="230608"/>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33" name="직선 화살표 연결선 32">
            <a:extLst>
              <a:ext uri="{FF2B5EF4-FFF2-40B4-BE49-F238E27FC236}">
                <a16:creationId xmlns:a16="http://schemas.microsoft.com/office/drawing/2014/main" id="{A93E967B-041B-401A-BD32-2734A2D55AD9}"/>
              </a:ext>
            </a:extLst>
          </p:cNvPr>
          <p:cNvCxnSpPr>
            <a:cxnSpLocks/>
            <a:stCxn id="25" idx="2"/>
            <a:endCxn id="32" idx="4"/>
          </p:cNvCxnSpPr>
          <p:nvPr/>
        </p:nvCxnSpPr>
        <p:spPr>
          <a:xfrm>
            <a:off x="3431704" y="4735093"/>
            <a:ext cx="0" cy="19407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36" name="순서도: 처리 35">
            <a:extLst>
              <a:ext uri="{FF2B5EF4-FFF2-40B4-BE49-F238E27FC236}">
                <a16:creationId xmlns:a16="http://schemas.microsoft.com/office/drawing/2014/main" id="{B5D5819F-C982-46E6-934A-059377051FCE}"/>
              </a:ext>
            </a:extLst>
          </p:cNvPr>
          <p:cNvSpPr/>
          <p:nvPr/>
        </p:nvSpPr>
        <p:spPr>
          <a:xfrm>
            <a:off x="5118779"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37" name="연결선: 꺾임 36">
            <a:extLst>
              <a:ext uri="{FF2B5EF4-FFF2-40B4-BE49-F238E27FC236}">
                <a16:creationId xmlns:a16="http://schemas.microsoft.com/office/drawing/2014/main" id="{6ABEEE9A-14B0-4C7D-86D1-CB1D8DD628A0}"/>
              </a:ext>
            </a:extLst>
          </p:cNvPr>
          <p:cNvCxnSpPr>
            <a:cxnSpLocks/>
            <a:stCxn id="32" idx="6"/>
            <a:endCxn id="36" idx="1"/>
          </p:cNvCxnSpPr>
          <p:nvPr/>
        </p:nvCxnSpPr>
        <p:spPr>
          <a:xfrm flipV="1">
            <a:off x="3550920" y="2452179"/>
            <a:ext cx="1567859" cy="2592288"/>
          </a:xfrm>
          <a:prstGeom prst="bentConnector3">
            <a:avLst>
              <a:gd name="adj1" fmla="val 73815"/>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41" name="순서도: 수행의 시작/종료 40">
            <a:extLst>
              <a:ext uri="{FF2B5EF4-FFF2-40B4-BE49-F238E27FC236}">
                <a16:creationId xmlns:a16="http://schemas.microsoft.com/office/drawing/2014/main" id="{8B0FC8EB-06DE-4FF4-9373-5A2D117A6FFE}"/>
              </a:ext>
            </a:extLst>
          </p:cNvPr>
          <p:cNvSpPr/>
          <p:nvPr/>
        </p:nvSpPr>
        <p:spPr>
          <a:xfrm>
            <a:off x="9480376" y="2761553"/>
            <a:ext cx="1008112" cy="245348"/>
          </a:xfrm>
          <a:prstGeom prst="flowChartTerminator">
            <a:avLst/>
          </a:prstGeom>
          <a:solidFill>
            <a:schemeClr val="bg1">
              <a:lumMod val="85000"/>
            </a:schemeClr>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END</a:t>
            </a:r>
            <a:endParaRPr lang="ko-KR" altLang="en-US" sz="800" dirty="0">
              <a:solidFill>
                <a:schemeClr val="tx1"/>
              </a:solidFill>
            </a:endParaRPr>
          </a:p>
        </p:txBody>
      </p:sp>
      <p:sp>
        <p:nvSpPr>
          <p:cNvPr id="42" name="순서도: 처리 41">
            <a:extLst>
              <a:ext uri="{FF2B5EF4-FFF2-40B4-BE49-F238E27FC236}">
                <a16:creationId xmlns:a16="http://schemas.microsoft.com/office/drawing/2014/main" id="{7DC64F6D-1FA0-4B32-9430-E0D063BB9C92}"/>
              </a:ext>
            </a:extLst>
          </p:cNvPr>
          <p:cNvSpPr/>
          <p:nvPr/>
        </p:nvSpPr>
        <p:spPr>
          <a:xfrm>
            <a:off x="5118779"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4" name="순서도: 처리 43">
            <a:extLst>
              <a:ext uri="{FF2B5EF4-FFF2-40B4-BE49-F238E27FC236}">
                <a16:creationId xmlns:a16="http://schemas.microsoft.com/office/drawing/2014/main" id="{DA3FC886-0D12-421B-9939-10BF2FC2165B}"/>
              </a:ext>
            </a:extLst>
          </p:cNvPr>
          <p:cNvSpPr/>
          <p:nvPr/>
        </p:nvSpPr>
        <p:spPr>
          <a:xfrm>
            <a:off x="5118779" y="3626981"/>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5" name="순서도: 처리 44">
            <a:extLst>
              <a:ext uri="{FF2B5EF4-FFF2-40B4-BE49-F238E27FC236}">
                <a16:creationId xmlns:a16="http://schemas.microsoft.com/office/drawing/2014/main" id="{893B66AA-0880-4E88-877D-B4E20ADBE1A1}"/>
              </a:ext>
            </a:extLst>
          </p:cNvPr>
          <p:cNvSpPr/>
          <p:nvPr/>
        </p:nvSpPr>
        <p:spPr>
          <a:xfrm>
            <a:off x="5118779"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46" name="순서도: 처리 45">
            <a:extLst>
              <a:ext uri="{FF2B5EF4-FFF2-40B4-BE49-F238E27FC236}">
                <a16:creationId xmlns:a16="http://schemas.microsoft.com/office/drawing/2014/main" id="{F5CEF83A-0867-402A-B312-C16571CB169E}"/>
              </a:ext>
            </a:extLst>
          </p:cNvPr>
          <p:cNvSpPr/>
          <p:nvPr/>
        </p:nvSpPr>
        <p:spPr>
          <a:xfrm>
            <a:off x="5118779" y="448974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47" name="직선 화살표 연결선 46">
            <a:extLst>
              <a:ext uri="{FF2B5EF4-FFF2-40B4-BE49-F238E27FC236}">
                <a16:creationId xmlns:a16="http://schemas.microsoft.com/office/drawing/2014/main" id="{7B84CED6-6D11-4322-878F-83515CBA5FC9}"/>
              </a:ext>
            </a:extLst>
          </p:cNvPr>
          <p:cNvCxnSpPr>
            <a:cxnSpLocks/>
            <a:stCxn id="36" idx="2"/>
            <a:endCxn id="42" idx="0"/>
          </p:cNvCxnSpPr>
          <p:nvPr/>
        </p:nvCxnSpPr>
        <p:spPr>
          <a:xfrm>
            <a:off x="5622835"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0" name="직선 화살표 연결선 49">
            <a:extLst>
              <a:ext uri="{FF2B5EF4-FFF2-40B4-BE49-F238E27FC236}">
                <a16:creationId xmlns:a16="http://schemas.microsoft.com/office/drawing/2014/main" id="{B1DE65E4-4835-485C-A616-FEBDAAFDC475}"/>
              </a:ext>
            </a:extLst>
          </p:cNvPr>
          <p:cNvCxnSpPr>
            <a:cxnSpLocks/>
            <a:stCxn id="42" idx="2"/>
            <a:endCxn id="53" idx="0"/>
          </p:cNvCxnSpPr>
          <p:nvPr/>
        </p:nvCxnSpPr>
        <p:spPr>
          <a:xfrm>
            <a:off x="5622835" y="3006901"/>
            <a:ext cx="0" cy="19212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53" name="순서도: 판단 52">
            <a:extLst>
              <a:ext uri="{FF2B5EF4-FFF2-40B4-BE49-F238E27FC236}">
                <a16:creationId xmlns:a16="http://schemas.microsoft.com/office/drawing/2014/main" id="{8D4F4747-9751-4A7E-9A2C-A60BC5D2D21F}"/>
              </a:ext>
            </a:extLst>
          </p:cNvPr>
          <p:cNvSpPr/>
          <p:nvPr/>
        </p:nvSpPr>
        <p:spPr>
          <a:xfrm>
            <a:off x="5118779" y="3199025"/>
            <a:ext cx="1008112" cy="245348"/>
          </a:xfrm>
          <a:prstGeom prst="flowChartDecision">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logic</a:t>
            </a:r>
            <a:endParaRPr lang="ko-KR" altLang="en-US" sz="800" dirty="0">
              <a:solidFill>
                <a:schemeClr val="tx1"/>
              </a:solidFill>
            </a:endParaRPr>
          </a:p>
        </p:txBody>
      </p:sp>
      <p:cxnSp>
        <p:nvCxnSpPr>
          <p:cNvPr id="55" name="직선 화살표 연결선 54">
            <a:extLst>
              <a:ext uri="{FF2B5EF4-FFF2-40B4-BE49-F238E27FC236}">
                <a16:creationId xmlns:a16="http://schemas.microsoft.com/office/drawing/2014/main" id="{F524489F-3100-465B-B033-13641A3C456F}"/>
              </a:ext>
            </a:extLst>
          </p:cNvPr>
          <p:cNvCxnSpPr>
            <a:cxnSpLocks/>
            <a:stCxn id="53" idx="2"/>
            <a:endCxn id="44" idx="0"/>
          </p:cNvCxnSpPr>
          <p:nvPr/>
        </p:nvCxnSpPr>
        <p:spPr>
          <a:xfrm>
            <a:off x="5622835" y="3444373"/>
            <a:ext cx="0" cy="18260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58" name="직선 화살표 연결선 57">
            <a:extLst>
              <a:ext uri="{FF2B5EF4-FFF2-40B4-BE49-F238E27FC236}">
                <a16:creationId xmlns:a16="http://schemas.microsoft.com/office/drawing/2014/main" id="{6C9FEC03-CB4A-42BE-B005-0BF34BBEB791}"/>
              </a:ext>
            </a:extLst>
          </p:cNvPr>
          <p:cNvCxnSpPr>
            <a:cxnSpLocks/>
            <a:stCxn id="44" idx="2"/>
            <a:endCxn id="45" idx="0"/>
          </p:cNvCxnSpPr>
          <p:nvPr/>
        </p:nvCxnSpPr>
        <p:spPr>
          <a:xfrm>
            <a:off x="5622835" y="3872329"/>
            <a:ext cx="0" cy="18536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1" name="직선 화살표 연결선 60">
            <a:extLst>
              <a:ext uri="{FF2B5EF4-FFF2-40B4-BE49-F238E27FC236}">
                <a16:creationId xmlns:a16="http://schemas.microsoft.com/office/drawing/2014/main" id="{DDD3DD0C-2A63-4FD9-9A09-255A58ED62EB}"/>
              </a:ext>
            </a:extLst>
          </p:cNvPr>
          <p:cNvCxnSpPr>
            <a:cxnSpLocks/>
            <a:stCxn id="45" idx="2"/>
            <a:endCxn id="46" idx="0"/>
          </p:cNvCxnSpPr>
          <p:nvPr/>
        </p:nvCxnSpPr>
        <p:spPr>
          <a:xfrm>
            <a:off x="5622835" y="4303045"/>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4" name="순서도: 처리 63">
            <a:extLst>
              <a:ext uri="{FF2B5EF4-FFF2-40B4-BE49-F238E27FC236}">
                <a16:creationId xmlns:a16="http://schemas.microsoft.com/office/drawing/2014/main" id="{A6114174-35DE-4F22-9A19-F81DC88D5B94}"/>
              </a:ext>
            </a:extLst>
          </p:cNvPr>
          <p:cNvSpPr/>
          <p:nvPr/>
        </p:nvSpPr>
        <p:spPr>
          <a:xfrm>
            <a:off x="5118779" y="492179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65" name="직선 화살표 연결선 64">
            <a:extLst>
              <a:ext uri="{FF2B5EF4-FFF2-40B4-BE49-F238E27FC236}">
                <a16:creationId xmlns:a16="http://schemas.microsoft.com/office/drawing/2014/main" id="{439FFADF-5146-4B43-AAA0-321F82CA7A3D}"/>
              </a:ext>
            </a:extLst>
          </p:cNvPr>
          <p:cNvCxnSpPr>
            <a:cxnSpLocks/>
            <a:stCxn id="46" idx="2"/>
            <a:endCxn id="64" idx="0"/>
          </p:cNvCxnSpPr>
          <p:nvPr/>
        </p:nvCxnSpPr>
        <p:spPr>
          <a:xfrm>
            <a:off x="5622835" y="473509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68" name="순서도: 처리 67">
            <a:extLst>
              <a:ext uri="{FF2B5EF4-FFF2-40B4-BE49-F238E27FC236}">
                <a16:creationId xmlns:a16="http://schemas.microsoft.com/office/drawing/2014/main" id="{C4B65520-C38B-4FD7-A1FE-194F021A42FF}"/>
              </a:ext>
            </a:extLst>
          </p:cNvPr>
          <p:cNvSpPr/>
          <p:nvPr/>
        </p:nvSpPr>
        <p:spPr>
          <a:xfrm>
            <a:off x="731102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76" name="직사각형 75">
            <a:extLst>
              <a:ext uri="{FF2B5EF4-FFF2-40B4-BE49-F238E27FC236}">
                <a16:creationId xmlns:a16="http://schemas.microsoft.com/office/drawing/2014/main" id="{91750B76-5F44-4DAA-8DBC-C826785A7F6F}"/>
              </a:ext>
            </a:extLst>
          </p:cNvPr>
          <p:cNvSpPr/>
          <p:nvPr/>
        </p:nvSpPr>
        <p:spPr>
          <a:xfrm>
            <a:off x="3147812" y="5113660"/>
            <a:ext cx="567784" cy="215444"/>
          </a:xfrm>
          <a:prstGeom prst="rect">
            <a:avLst/>
          </a:prstGeom>
        </p:spPr>
        <p:txBody>
          <a:bodyPr wrap="none">
            <a:spAutoFit/>
          </a:bodyPr>
          <a:lstStyle/>
          <a:p>
            <a:r>
              <a:rPr lang="en-US" altLang="ko-KR" sz="800" dirty="0"/>
              <a:t>Connect</a:t>
            </a:r>
            <a:endParaRPr lang="ko-KR" altLang="en-US" sz="800" dirty="0"/>
          </a:p>
        </p:txBody>
      </p:sp>
      <p:sp>
        <p:nvSpPr>
          <p:cNvPr id="77" name="직사각형 76">
            <a:extLst>
              <a:ext uri="{FF2B5EF4-FFF2-40B4-BE49-F238E27FC236}">
                <a16:creationId xmlns:a16="http://schemas.microsoft.com/office/drawing/2014/main" id="{A9428C8F-F6B1-42F6-AF7E-64F4E0684A90}"/>
              </a:ext>
            </a:extLst>
          </p:cNvPr>
          <p:cNvSpPr/>
          <p:nvPr/>
        </p:nvSpPr>
        <p:spPr>
          <a:xfrm>
            <a:off x="3111012" y="4274551"/>
            <a:ext cx="351378" cy="215444"/>
          </a:xfrm>
          <a:prstGeom prst="rect">
            <a:avLst/>
          </a:prstGeom>
        </p:spPr>
        <p:txBody>
          <a:bodyPr wrap="none">
            <a:spAutoFit/>
          </a:bodyPr>
          <a:lstStyle/>
          <a:p>
            <a:r>
              <a:rPr lang="en-US" altLang="ko-KR" sz="800" dirty="0"/>
              <a:t>YES</a:t>
            </a:r>
            <a:endParaRPr lang="ko-KR" altLang="en-US" sz="800" dirty="0"/>
          </a:p>
        </p:txBody>
      </p:sp>
      <p:sp>
        <p:nvSpPr>
          <p:cNvPr id="78" name="직사각형 77">
            <a:extLst>
              <a:ext uri="{FF2B5EF4-FFF2-40B4-BE49-F238E27FC236}">
                <a16:creationId xmlns:a16="http://schemas.microsoft.com/office/drawing/2014/main" id="{E7885C91-2F84-405C-B940-A7637DEC73CE}"/>
              </a:ext>
            </a:extLst>
          </p:cNvPr>
          <p:cNvSpPr/>
          <p:nvPr/>
        </p:nvSpPr>
        <p:spPr>
          <a:xfrm>
            <a:off x="3871461" y="3975267"/>
            <a:ext cx="343364" cy="215444"/>
          </a:xfrm>
          <a:prstGeom prst="rect">
            <a:avLst/>
          </a:prstGeom>
        </p:spPr>
        <p:txBody>
          <a:bodyPr wrap="none">
            <a:spAutoFit/>
          </a:bodyPr>
          <a:lstStyle/>
          <a:p>
            <a:r>
              <a:rPr lang="en-US" altLang="ko-KR" sz="800" dirty="0"/>
              <a:t>NO</a:t>
            </a:r>
            <a:endParaRPr lang="ko-KR" altLang="en-US" sz="800" dirty="0"/>
          </a:p>
        </p:txBody>
      </p:sp>
      <p:sp>
        <p:nvSpPr>
          <p:cNvPr id="80" name="순서도: 처리 79">
            <a:extLst>
              <a:ext uri="{FF2B5EF4-FFF2-40B4-BE49-F238E27FC236}">
                <a16:creationId xmlns:a16="http://schemas.microsoft.com/office/drawing/2014/main" id="{572A12DD-E5D0-44A7-A7DF-752785488481}"/>
              </a:ext>
            </a:extLst>
          </p:cNvPr>
          <p:cNvSpPr/>
          <p:nvPr/>
        </p:nvSpPr>
        <p:spPr>
          <a:xfrm>
            <a:off x="7309910" y="2761553"/>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81" name="연결선: 꺾임 80">
            <a:extLst>
              <a:ext uri="{FF2B5EF4-FFF2-40B4-BE49-F238E27FC236}">
                <a16:creationId xmlns:a16="http://schemas.microsoft.com/office/drawing/2014/main" id="{3F1D0F1F-FED4-4E8D-9D6C-164CA24733BD}"/>
              </a:ext>
            </a:extLst>
          </p:cNvPr>
          <p:cNvCxnSpPr>
            <a:cxnSpLocks/>
            <a:stCxn id="53" idx="3"/>
            <a:endCxn id="36" idx="3"/>
          </p:cNvCxnSpPr>
          <p:nvPr/>
        </p:nvCxnSpPr>
        <p:spPr>
          <a:xfrm flipV="1">
            <a:off x="6126891" y="2452179"/>
            <a:ext cx="12700" cy="869520"/>
          </a:xfrm>
          <a:prstGeom prst="bentConnector3">
            <a:avLst>
              <a:gd name="adj1" fmla="val 180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9727F534-870B-4388-90F5-5D707F3A5F86}"/>
              </a:ext>
            </a:extLst>
          </p:cNvPr>
          <p:cNvSpPr/>
          <p:nvPr/>
        </p:nvSpPr>
        <p:spPr>
          <a:xfrm>
            <a:off x="5310414" y="3414213"/>
            <a:ext cx="351378" cy="215444"/>
          </a:xfrm>
          <a:prstGeom prst="rect">
            <a:avLst/>
          </a:prstGeom>
        </p:spPr>
        <p:txBody>
          <a:bodyPr wrap="none">
            <a:spAutoFit/>
          </a:bodyPr>
          <a:lstStyle/>
          <a:p>
            <a:r>
              <a:rPr lang="en-US" altLang="ko-KR" sz="800" dirty="0"/>
              <a:t>YES</a:t>
            </a:r>
            <a:endParaRPr lang="ko-KR" altLang="en-US" sz="800" dirty="0"/>
          </a:p>
        </p:txBody>
      </p:sp>
      <p:sp>
        <p:nvSpPr>
          <p:cNvPr id="86" name="직사각형 85">
            <a:extLst>
              <a:ext uri="{FF2B5EF4-FFF2-40B4-BE49-F238E27FC236}">
                <a16:creationId xmlns:a16="http://schemas.microsoft.com/office/drawing/2014/main" id="{0299F278-8C5E-4652-8EC5-3A31D57CAED4}"/>
              </a:ext>
            </a:extLst>
          </p:cNvPr>
          <p:cNvSpPr/>
          <p:nvPr/>
        </p:nvSpPr>
        <p:spPr>
          <a:xfrm>
            <a:off x="6062061" y="3107309"/>
            <a:ext cx="343364" cy="215444"/>
          </a:xfrm>
          <a:prstGeom prst="rect">
            <a:avLst/>
          </a:prstGeom>
        </p:spPr>
        <p:txBody>
          <a:bodyPr wrap="none">
            <a:spAutoFit/>
          </a:bodyPr>
          <a:lstStyle/>
          <a:p>
            <a:r>
              <a:rPr lang="en-US" altLang="ko-KR" sz="800" dirty="0"/>
              <a:t>NO</a:t>
            </a:r>
            <a:endParaRPr lang="ko-KR" altLang="en-US" sz="800" dirty="0"/>
          </a:p>
        </p:txBody>
      </p:sp>
      <p:sp>
        <p:nvSpPr>
          <p:cNvPr id="90" name="순서도: 처리 89">
            <a:extLst>
              <a:ext uri="{FF2B5EF4-FFF2-40B4-BE49-F238E27FC236}">
                <a16:creationId xmlns:a16="http://schemas.microsoft.com/office/drawing/2014/main" id="{F94702C1-6F5F-4C13-8902-B0FCD0B9716B}"/>
              </a:ext>
            </a:extLst>
          </p:cNvPr>
          <p:cNvSpPr/>
          <p:nvPr/>
        </p:nvSpPr>
        <p:spPr>
          <a:xfrm>
            <a:off x="7309910" y="3625649"/>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1" name="순서도: 처리 90">
            <a:extLst>
              <a:ext uri="{FF2B5EF4-FFF2-40B4-BE49-F238E27FC236}">
                <a16:creationId xmlns:a16="http://schemas.microsoft.com/office/drawing/2014/main" id="{3826BDDE-67AB-4622-B3CA-0FFF7875D9C6}"/>
              </a:ext>
            </a:extLst>
          </p:cNvPr>
          <p:cNvSpPr/>
          <p:nvPr/>
        </p:nvSpPr>
        <p:spPr>
          <a:xfrm>
            <a:off x="7309910" y="4057697"/>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92" name="순서도: 처리 91">
            <a:extLst>
              <a:ext uri="{FF2B5EF4-FFF2-40B4-BE49-F238E27FC236}">
                <a16:creationId xmlns:a16="http://schemas.microsoft.com/office/drawing/2014/main" id="{BF0C04A5-86C8-47D1-A466-FA2521EE0C08}"/>
              </a:ext>
            </a:extLst>
          </p:cNvPr>
          <p:cNvSpPr/>
          <p:nvPr/>
        </p:nvSpPr>
        <p:spPr>
          <a:xfrm>
            <a:off x="7309910" y="491932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sp>
        <p:nvSpPr>
          <p:cNvPr id="102" name="순서도: 연결자 101">
            <a:extLst>
              <a:ext uri="{FF2B5EF4-FFF2-40B4-BE49-F238E27FC236}">
                <a16:creationId xmlns:a16="http://schemas.microsoft.com/office/drawing/2014/main" id="{765F2BDE-2EA3-4C11-94BC-B9A327D190A2}"/>
              </a:ext>
            </a:extLst>
          </p:cNvPr>
          <p:cNvSpPr/>
          <p:nvPr/>
        </p:nvSpPr>
        <p:spPr>
          <a:xfrm flipV="1">
            <a:off x="6660783" y="4936973"/>
            <a:ext cx="220681" cy="213440"/>
          </a:xfrm>
          <a:prstGeom prst="flowChartConnector">
            <a:avLst/>
          </a:prstGeom>
          <a:solidFill>
            <a:schemeClr val="tx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800" dirty="0">
              <a:solidFill>
                <a:schemeClr val="tx1"/>
              </a:solidFill>
            </a:endParaRPr>
          </a:p>
        </p:txBody>
      </p:sp>
      <p:cxnSp>
        <p:nvCxnSpPr>
          <p:cNvPr id="108" name="직선 화살표 연결선 107">
            <a:extLst>
              <a:ext uri="{FF2B5EF4-FFF2-40B4-BE49-F238E27FC236}">
                <a16:creationId xmlns:a16="http://schemas.microsoft.com/office/drawing/2014/main" id="{ADC20F90-A489-4328-9320-03D4106175C8}"/>
              </a:ext>
            </a:extLst>
          </p:cNvPr>
          <p:cNvCxnSpPr>
            <a:cxnSpLocks/>
            <a:stCxn id="64" idx="3"/>
            <a:endCxn id="102" idx="2"/>
          </p:cNvCxnSpPr>
          <p:nvPr/>
        </p:nvCxnSpPr>
        <p:spPr>
          <a:xfrm flipV="1">
            <a:off x="6126891" y="5043693"/>
            <a:ext cx="533892" cy="774"/>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1" name="연결선: 꺾임 110">
            <a:extLst>
              <a:ext uri="{FF2B5EF4-FFF2-40B4-BE49-F238E27FC236}">
                <a16:creationId xmlns:a16="http://schemas.microsoft.com/office/drawing/2014/main" id="{3DF0B075-9EA2-47FF-974E-B9924014A3CF}"/>
              </a:ext>
            </a:extLst>
          </p:cNvPr>
          <p:cNvCxnSpPr>
            <a:cxnSpLocks/>
            <a:stCxn id="102" idx="6"/>
            <a:endCxn id="68" idx="1"/>
          </p:cNvCxnSpPr>
          <p:nvPr/>
        </p:nvCxnSpPr>
        <p:spPr>
          <a:xfrm flipV="1">
            <a:off x="6881464" y="2452179"/>
            <a:ext cx="429562" cy="2591514"/>
          </a:xfrm>
          <a:prstGeom prst="bentConnector3">
            <a:avLst>
              <a:gd name="adj1" fmla="val 50000"/>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4" name="직선 화살표 연결선 113">
            <a:extLst>
              <a:ext uri="{FF2B5EF4-FFF2-40B4-BE49-F238E27FC236}">
                <a16:creationId xmlns:a16="http://schemas.microsoft.com/office/drawing/2014/main" id="{77B688C4-B4FF-4E64-AE28-6708CBADC33A}"/>
              </a:ext>
            </a:extLst>
          </p:cNvPr>
          <p:cNvCxnSpPr>
            <a:cxnSpLocks/>
            <a:stCxn id="68" idx="2"/>
            <a:endCxn id="80" idx="0"/>
          </p:cNvCxnSpPr>
          <p:nvPr/>
        </p:nvCxnSpPr>
        <p:spPr>
          <a:xfrm flipH="1">
            <a:off x="7813966" y="2574853"/>
            <a:ext cx="1116"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5" name="직선 화살표 연결선 114">
            <a:extLst>
              <a:ext uri="{FF2B5EF4-FFF2-40B4-BE49-F238E27FC236}">
                <a16:creationId xmlns:a16="http://schemas.microsoft.com/office/drawing/2014/main" id="{FB6EFE39-B431-4B5A-8F10-3CA6F8183EEB}"/>
              </a:ext>
            </a:extLst>
          </p:cNvPr>
          <p:cNvCxnSpPr>
            <a:cxnSpLocks/>
            <a:stCxn id="90" idx="2"/>
            <a:endCxn id="91" idx="0"/>
          </p:cNvCxnSpPr>
          <p:nvPr/>
        </p:nvCxnSpPr>
        <p:spPr>
          <a:xfrm>
            <a:off x="7813966" y="3870997"/>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6" name="직선 화살표 연결선 115">
            <a:extLst>
              <a:ext uri="{FF2B5EF4-FFF2-40B4-BE49-F238E27FC236}">
                <a16:creationId xmlns:a16="http://schemas.microsoft.com/office/drawing/2014/main" id="{F0F1D626-4190-4E9A-9718-2B44F7FA81C6}"/>
              </a:ext>
            </a:extLst>
          </p:cNvPr>
          <p:cNvCxnSpPr>
            <a:cxnSpLocks/>
            <a:stCxn id="91" idx="2"/>
            <a:endCxn id="92" idx="0"/>
          </p:cNvCxnSpPr>
          <p:nvPr/>
        </p:nvCxnSpPr>
        <p:spPr>
          <a:xfrm>
            <a:off x="7813966" y="4303045"/>
            <a:ext cx="0" cy="61628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2" name="직선 화살표 연결선 121">
            <a:extLst>
              <a:ext uri="{FF2B5EF4-FFF2-40B4-BE49-F238E27FC236}">
                <a16:creationId xmlns:a16="http://schemas.microsoft.com/office/drawing/2014/main" id="{B2F6C655-A117-4B6F-8B49-D588A28F2E32}"/>
              </a:ext>
            </a:extLst>
          </p:cNvPr>
          <p:cNvCxnSpPr>
            <a:cxnSpLocks/>
            <a:stCxn id="80" idx="2"/>
            <a:endCxn id="90" idx="0"/>
          </p:cNvCxnSpPr>
          <p:nvPr/>
        </p:nvCxnSpPr>
        <p:spPr>
          <a:xfrm>
            <a:off x="7813966" y="3006901"/>
            <a:ext cx="0" cy="618748"/>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29" name="순서도: 처리 128">
            <a:extLst>
              <a:ext uri="{FF2B5EF4-FFF2-40B4-BE49-F238E27FC236}">
                <a16:creationId xmlns:a16="http://schemas.microsoft.com/office/drawing/2014/main" id="{C5E0E7F1-6CB3-4F14-89CD-58EA151B0DEA}"/>
              </a:ext>
            </a:extLst>
          </p:cNvPr>
          <p:cNvSpPr/>
          <p:nvPr/>
        </p:nvSpPr>
        <p:spPr>
          <a:xfrm>
            <a:off x="9480376" y="2329505"/>
            <a:ext cx="1008112" cy="245348"/>
          </a:xfrm>
          <a:prstGeom prst="flowChartProcess">
            <a:avLst/>
          </a:prstGeom>
          <a:solidFill>
            <a:schemeClr val="bg1"/>
          </a:solid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rPr>
              <a:t>Process</a:t>
            </a:r>
            <a:endParaRPr lang="ko-KR" altLang="en-US" sz="800" dirty="0">
              <a:solidFill>
                <a:schemeClr val="tx1"/>
              </a:solidFill>
            </a:endParaRPr>
          </a:p>
        </p:txBody>
      </p:sp>
      <p:cxnSp>
        <p:nvCxnSpPr>
          <p:cNvPr id="131" name="연결선: 꺾임 130">
            <a:extLst>
              <a:ext uri="{FF2B5EF4-FFF2-40B4-BE49-F238E27FC236}">
                <a16:creationId xmlns:a16="http://schemas.microsoft.com/office/drawing/2014/main" id="{B5AC9210-77F4-4E89-88B6-3C03C5E93744}"/>
              </a:ext>
            </a:extLst>
          </p:cNvPr>
          <p:cNvCxnSpPr>
            <a:cxnSpLocks/>
            <a:stCxn id="92" idx="3"/>
            <a:endCxn id="129" idx="1"/>
          </p:cNvCxnSpPr>
          <p:nvPr/>
        </p:nvCxnSpPr>
        <p:spPr>
          <a:xfrm flipV="1">
            <a:off x="8318022" y="2452179"/>
            <a:ext cx="1162354" cy="2589820"/>
          </a:xfrm>
          <a:prstGeom prst="bentConnector3">
            <a:avLst>
              <a:gd name="adj1" fmla="val 80156"/>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5" name="직선 화살표 연결선 134">
            <a:extLst>
              <a:ext uri="{FF2B5EF4-FFF2-40B4-BE49-F238E27FC236}">
                <a16:creationId xmlns:a16="http://schemas.microsoft.com/office/drawing/2014/main" id="{5BF4D991-F29C-40EB-B5CA-AFEF2A972045}"/>
              </a:ext>
            </a:extLst>
          </p:cNvPr>
          <p:cNvCxnSpPr>
            <a:cxnSpLocks/>
            <a:stCxn id="129" idx="2"/>
            <a:endCxn id="41" idx="0"/>
          </p:cNvCxnSpPr>
          <p:nvPr/>
        </p:nvCxnSpPr>
        <p:spPr>
          <a:xfrm>
            <a:off x="9984432" y="2574853"/>
            <a:ext cx="0" cy="186700"/>
          </a:xfrm>
          <a:prstGeom prst="straightConnector1">
            <a:avLst/>
          </a:prstGeom>
          <a:ln>
            <a:solidFill>
              <a:schemeClr val="tx1">
                <a:lumMod val="75000"/>
                <a:lumOff val="25000"/>
              </a:schemeClr>
            </a:solidFill>
            <a:headEnd type="oval" w="med" len="med"/>
            <a:tailEnd type="arrow" w="sm" len="sm"/>
          </a:ln>
        </p:spPr>
        <p:style>
          <a:lnRef idx="1">
            <a:schemeClr val="accent1"/>
          </a:lnRef>
          <a:fillRef idx="0">
            <a:schemeClr val="accent1"/>
          </a:fillRef>
          <a:effectRef idx="0">
            <a:schemeClr val="accent1"/>
          </a:effectRef>
          <a:fontRef idx="minor">
            <a:schemeClr val="tx1"/>
          </a:fontRef>
        </p:style>
      </p:cxnSp>
      <p:sp>
        <p:nvSpPr>
          <p:cNvPr id="138" name="직사각형 137">
            <a:extLst>
              <a:ext uri="{FF2B5EF4-FFF2-40B4-BE49-F238E27FC236}">
                <a16:creationId xmlns:a16="http://schemas.microsoft.com/office/drawing/2014/main" id="{67AF5BC9-6B21-4D64-96A5-A1A3444E5C3B}"/>
              </a:ext>
            </a:extLst>
          </p:cNvPr>
          <p:cNvSpPr/>
          <p:nvPr/>
        </p:nvSpPr>
        <p:spPr>
          <a:xfrm>
            <a:off x="6484982" y="5113660"/>
            <a:ext cx="567784" cy="215444"/>
          </a:xfrm>
          <a:prstGeom prst="rect">
            <a:avLst/>
          </a:prstGeom>
        </p:spPr>
        <p:txBody>
          <a:bodyPr wrap="none">
            <a:spAutoFit/>
          </a:bodyPr>
          <a:lstStyle/>
          <a:p>
            <a:r>
              <a:rPr lang="en-US" altLang="ko-KR" sz="800" dirty="0"/>
              <a:t>Connect</a:t>
            </a:r>
            <a:endParaRPr lang="ko-KR" altLang="en-US" sz="800" dirty="0"/>
          </a:p>
        </p:txBody>
      </p:sp>
      <p:sp>
        <p:nvSpPr>
          <p:cNvPr id="139" name="TextBox 138">
            <a:extLst>
              <a:ext uri="{FF2B5EF4-FFF2-40B4-BE49-F238E27FC236}">
                <a16:creationId xmlns:a16="http://schemas.microsoft.com/office/drawing/2014/main" id="{019DD9D0-C87E-43B8-8B11-2D13E82FE4B0}"/>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4</a:t>
            </a:fld>
            <a:endParaRPr lang="ko-KR" altLang="en-US" sz="900" dirty="0"/>
          </a:p>
        </p:txBody>
      </p:sp>
    </p:spTree>
    <p:extLst>
      <p:ext uri="{BB962C8B-B14F-4D97-AF65-F5344CB8AC3E}">
        <p14:creationId xmlns:p14="http://schemas.microsoft.com/office/powerpoint/2010/main" val="2688285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959323A-BA29-4853-97C4-82E74244E3A8}"/>
              </a:ext>
            </a:extLst>
          </p:cNvPr>
          <p:cNvSpPr>
            <a:spLocks noGrp="1"/>
          </p:cNvSpPr>
          <p:nvPr>
            <p:ph type="title"/>
          </p:nvPr>
        </p:nvSpPr>
        <p:spPr/>
        <p:txBody>
          <a:bodyPr/>
          <a:lstStyle/>
          <a:p>
            <a:r>
              <a:rPr lang="en-US" altLang="ko-KR" dirty="0"/>
              <a:t>Logic process</a:t>
            </a:r>
            <a:endParaRPr lang="ko-KR" altLang="en-US" dirty="0"/>
          </a:p>
        </p:txBody>
      </p:sp>
      <p:sp>
        <p:nvSpPr>
          <p:cNvPr id="3" name="순서도: 수행의 시작/종료 2">
            <a:extLst>
              <a:ext uri="{FF2B5EF4-FFF2-40B4-BE49-F238E27FC236}">
                <a16:creationId xmlns:a16="http://schemas.microsoft.com/office/drawing/2014/main" id="{7ABCC58B-C902-4B98-9934-5568B03423A9}"/>
              </a:ext>
            </a:extLst>
          </p:cNvPr>
          <p:cNvSpPr/>
          <p:nvPr/>
        </p:nvSpPr>
        <p:spPr>
          <a:xfrm>
            <a:off x="987139" y="1412705"/>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Start</a:t>
            </a:r>
            <a:endParaRPr lang="ko-KR" altLang="en-US" sz="800" dirty="0">
              <a:solidFill>
                <a:schemeClr val="tx1"/>
              </a:solidFill>
              <a:latin typeface="+mn-ea"/>
            </a:endParaRPr>
          </a:p>
        </p:txBody>
      </p:sp>
      <p:sp>
        <p:nvSpPr>
          <p:cNvPr id="4" name="순서도: 연결자 3">
            <a:extLst>
              <a:ext uri="{FF2B5EF4-FFF2-40B4-BE49-F238E27FC236}">
                <a16:creationId xmlns:a16="http://schemas.microsoft.com/office/drawing/2014/main" id="{09835F90-31FF-4CE6-93EA-384398F864F1}"/>
              </a:ext>
            </a:extLst>
          </p:cNvPr>
          <p:cNvSpPr/>
          <p:nvPr/>
        </p:nvSpPr>
        <p:spPr>
          <a:xfrm>
            <a:off x="1193602" y="1889738"/>
            <a:ext cx="839946" cy="423118"/>
          </a:xfrm>
          <a:prstGeom prst="flowChartConnector">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800" dirty="0">
                <a:solidFill>
                  <a:schemeClr val="tx1"/>
                </a:solidFill>
              </a:rPr>
              <a:t>Connect</a:t>
            </a:r>
            <a:endParaRPr lang="ko-KR" altLang="en-US" sz="800" dirty="0">
              <a:solidFill>
                <a:schemeClr val="tx1"/>
              </a:solidFill>
            </a:endParaRPr>
          </a:p>
        </p:txBody>
      </p:sp>
      <p:sp>
        <p:nvSpPr>
          <p:cNvPr id="5" name="순서도: 문서 4">
            <a:extLst>
              <a:ext uri="{FF2B5EF4-FFF2-40B4-BE49-F238E27FC236}">
                <a16:creationId xmlns:a16="http://schemas.microsoft.com/office/drawing/2014/main" id="{0E15F842-68E6-43D1-8D78-CCFA96B7A5EF}"/>
              </a:ext>
            </a:extLst>
          </p:cNvPr>
          <p:cNvSpPr/>
          <p:nvPr/>
        </p:nvSpPr>
        <p:spPr>
          <a:xfrm>
            <a:off x="2571315" y="1967278"/>
            <a:ext cx="1250840" cy="268183"/>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sp>
        <p:nvSpPr>
          <p:cNvPr id="6" name="순서도: 문서 5">
            <a:extLst>
              <a:ext uri="{FF2B5EF4-FFF2-40B4-BE49-F238E27FC236}">
                <a16:creationId xmlns:a16="http://schemas.microsoft.com/office/drawing/2014/main" id="{C240C327-982E-4DF0-92EF-6CBCA002AE79}"/>
              </a:ext>
            </a:extLst>
          </p:cNvPr>
          <p:cNvSpPr/>
          <p:nvPr/>
        </p:nvSpPr>
        <p:spPr>
          <a:xfrm>
            <a:off x="2571315" y="295305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a:t>
            </a:r>
            <a:r>
              <a:rPr lang="ko-KR" altLang="en-US" sz="800" dirty="0">
                <a:solidFill>
                  <a:schemeClr val="tx1"/>
                </a:solidFill>
                <a:latin typeface="+mn-ea"/>
              </a:rPr>
              <a:t> </a:t>
            </a:r>
            <a:r>
              <a:rPr lang="en-US" altLang="ko-KR" sz="800" dirty="0">
                <a:solidFill>
                  <a:schemeClr val="tx1"/>
                </a:solidFill>
                <a:latin typeface="+mn-ea"/>
              </a:rPr>
              <a:t>Page</a:t>
            </a:r>
            <a:endParaRPr lang="ko-KR" altLang="en-US" sz="800" dirty="0">
              <a:solidFill>
                <a:schemeClr val="tx1"/>
              </a:solidFill>
              <a:latin typeface="+mn-ea"/>
            </a:endParaRPr>
          </a:p>
        </p:txBody>
      </p:sp>
      <p:sp>
        <p:nvSpPr>
          <p:cNvPr id="7" name="순서도: 데이터 6">
            <a:extLst>
              <a:ext uri="{FF2B5EF4-FFF2-40B4-BE49-F238E27FC236}">
                <a16:creationId xmlns:a16="http://schemas.microsoft.com/office/drawing/2014/main" id="{1CC14481-805C-41C6-8ACD-B0F5E46B49E1}"/>
              </a:ext>
            </a:extLst>
          </p:cNvPr>
          <p:cNvSpPr/>
          <p:nvPr/>
        </p:nvSpPr>
        <p:spPr>
          <a:xfrm>
            <a:off x="2571315" y="3437664"/>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Input</a:t>
            </a:r>
            <a:endParaRPr lang="ko-KR" altLang="en-US" sz="800" dirty="0">
              <a:solidFill>
                <a:schemeClr val="tx1"/>
              </a:solidFill>
              <a:latin typeface="+mn-ea"/>
            </a:endParaRPr>
          </a:p>
        </p:txBody>
      </p:sp>
      <p:sp>
        <p:nvSpPr>
          <p:cNvPr id="8" name="순서도: 처리 7">
            <a:extLst>
              <a:ext uri="{FF2B5EF4-FFF2-40B4-BE49-F238E27FC236}">
                <a16:creationId xmlns:a16="http://schemas.microsoft.com/office/drawing/2014/main" id="{2690B69F-F877-4C2E-B2F8-D0F82777EE3A}"/>
              </a:ext>
            </a:extLst>
          </p:cNvPr>
          <p:cNvSpPr/>
          <p:nvPr/>
        </p:nvSpPr>
        <p:spPr>
          <a:xfrm>
            <a:off x="2571315" y="4580873"/>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sp>
        <p:nvSpPr>
          <p:cNvPr id="9" name="직사각형 8">
            <a:extLst>
              <a:ext uri="{FF2B5EF4-FFF2-40B4-BE49-F238E27FC236}">
                <a16:creationId xmlns:a16="http://schemas.microsoft.com/office/drawing/2014/main" id="{D419C03A-C743-48B8-88E4-062566973580}"/>
              </a:ext>
            </a:extLst>
          </p:cNvPr>
          <p:cNvSpPr/>
          <p:nvPr/>
        </p:nvSpPr>
        <p:spPr>
          <a:xfrm>
            <a:off x="2567608" y="5684629"/>
            <a:ext cx="1250840" cy="270811"/>
          </a:xfrm>
          <a:prstGeom prst="rec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10" name="직선 화살표 연결선 9">
            <a:extLst>
              <a:ext uri="{FF2B5EF4-FFF2-40B4-BE49-F238E27FC236}">
                <a16:creationId xmlns:a16="http://schemas.microsoft.com/office/drawing/2014/main" id="{E0826F1B-8FF2-4E76-AC44-2B3FF6AF2695}"/>
              </a:ext>
            </a:extLst>
          </p:cNvPr>
          <p:cNvCxnSpPr>
            <a:cxnSpLocks/>
            <a:stCxn id="3" idx="2"/>
            <a:endCxn id="4" idx="0"/>
          </p:cNvCxnSpPr>
          <p:nvPr/>
        </p:nvCxnSpPr>
        <p:spPr>
          <a:xfrm>
            <a:off x="1612559" y="1683516"/>
            <a:ext cx="1016" cy="20622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1" name="직선 화살표 연결선 10">
            <a:extLst>
              <a:ext uri="{FF2B5EF4-FFF2-40B4-BE49-F238E27FC236}">
                <a16:creationId xmlns:a16="http://schemas.microsoft.com/office/drawing/2014/main" id="{847B850D-8C85-4A53-AA88-17B1200FA366}"/>
              </a:ext>
            </a:extLst>
          </p:cNvPr>
          <p:cNvCxnSpPr>
            <a:cxnSpLocks/>
            <a:stCxn id="4" idx="6"/>
            <a:endCxn id="5" idx="1"/>
          </p:cNvCxnSpPr>
          <p:nvPr/>
        </p:nvCxnSpPr>
        <p:spPr>
          <a:xfrm>
            <a:off x="2033548" y="2101297"/>
            <a:ext cx="537767" cy="73"/>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2" name="직선 화살표 연결선 11">
            <a:extLst>
              <a:ext uri="{FF2B5EF4-FFF2-40B4-BE49-F238E27FC236}">
                <a16:creationId xmlns:a16="http://schemas.microsoft.com/office/drawing/2014/main" id="{1C4B242B-070E-4DA4-B82E-DC6BD08754D0}"/>
              </a:ext>
            </a:extLst>
          </p:cNvPr>
          <p:cNvCxnSpPr>
            <a:cxnSpLocks/>
            <a:stCxn id="17" idx="4"/>
            <a:endCxn id="6" idx="0"/>
          </p:cNvCxnSpPr>
          <p:nvPr/>
        </p:nvCxnSpPr>
        <p:spPr>
          <a:xfrm>
            <a:off x="3196735" y="2717686"/>
            <a:ext cx="0" cy="23536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직선 화살표 연결선 12">
            <a:extLst>
              <a:ext uri="{FF2B5EF4-FFF2-40B4-BE49-F238E27FC236}">
                <a16:creationId xmlns:a16="http://schemas.microsoft.com/office/drawing/2014/main" id="{D937FA9A-C378-4324-88EA-1083C90F53E7}"/>
              </a:ext>
            </a:extLst>
          </p:cNvPr>
          <p:cNvCxnSpPr>
            <a:cxnSpLocks/>
            <a:stCxn id="6" idx="2"/>
            <a:endCxn id="7" idx="1"/>
          </p:cNvCxnSpPr>
          <p:nvPr/>
        </p:nvCxnSpPr>
        <p:spPr>
          <a:xfrm>
            <a:off x="3196735" y="3205958"/>
            <a:ext cx="0" cy="23170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4" name="직선 화살표 연결선 13">
            <a:extLst>
              <a:ext uri="{FF2B5EF4-FFF2-40B4-BE49-F238E27FC236}">
                <a16:creationId xmlns:a16="http://schemas.microsoft.com/office/drawing/2014/main" id="{01C6483E-736B-4876-9EA9-8091D3C9D39A}"/>
              </a:ext>
            </a:extLst>
          </p:cNvPr>
          <p:cNvCxnSpPr>
            <a:cxnSpLocks/>
            <a:stCxn id="24" idx="2"/>
            <a:endCxn id="9" idx="0"/>
          </p:cNvCxnSpPr>
          <p:nvPr/>
        </p:nvCxnSpPr>
        <p:spPr>
          <a:xfrm>
            <a:off x="3193028" y="5446317"/>
            <a:ext cx="0" cy="238312"/>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pic>
        <p:nvPicPr>
          <p:cNvPr id="15" name="그림 14">
            <a:extLst>
              <a:ext uri="{FF2B5EF4-FFF2-40B4-BE49-F238E27FC236}">
                <a16:creationId xmlns:a16="http://schemas.microsoft.com/office/drawing/2014/main" id="{BD256A01-B77D-45A8-AE8C-48708935CB2A}"/>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4155491" y="2862437"/>
            <a:ext cx="459859" cy="361426"/>
          </a:xfrm>
          <a:prstGeom prst="rect">
            <a:avLst/>
          </a:prstGeom>
        </p:spPr>
      </p:pic>
      <p:cxnSp>
        <p:nvCxnSpPr>
          <p:cNvPr id="16" name="연결선: 꺾임 15">
            <a:extLst>
              <a:ext uri="{FF2B5EF4-FFF2-40B4-BE49-F238E27FC236}">
                <a16:creationId xmlns:a16="http://schemas.microsoft.com/office/drawing/2014/main" id="{2745E9B1-FB5C-4A96-9469-E7331F8F373D}"/>
              </a:ext>
            </a:extLst>
          </p:cNvPr>
          <p:cNvCxnSpPr>
            <a:cxnSpLocks/>
            <a:stCxn id="17" idx="5"/>
            <a:endCxn id="15" idx="0"/>
          </p:cNvCxnSpPr>
          <p:nvPr/>
        </p:nvCxnSpPr>
        <p:spPr>
          <a:xfrm>
            <a:off x="3697071" y="2582281"/>
            <a:ext cx="688350" cy="28015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 name="순서도: 데이터 16">
            <a:extLst>
              <a:ext uri="{FF2B5EF4-FFF2-40B4-BE49-F238E27FC236}">
                <a16:creationId xmlns:a16="http://schemas.microsoft.com/office/drawing/2014/main" id="{532ECC3C-20A5-4EE8-BECA-7DAD3707C007}"/>
              </a:ext>
            </a:extLst>
          </p:cNvPr>
          <p:cNvSpPr/>
          <p:nvPr/>
        </p:nvSpPr>
        <p:spPr>
          <a:xfrm>
            <a:off x="2571315" y="2446875"/>
            <a:ext cx="1250840" cy="270811"/>
          </a:xfrm>
          <a:prstGeom prst="flowChartInputOutpu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Input</a:t>
            </a:r>
            <a:endParaRPr lang="ko-KR" altLang="en-US" sz="800" dirty="0">
              <a:solidFill>
                <a:schemeClr val="tx1"/>
              </a:solidFill>
              <a:latin typeface="+mn-ea"/>
            </a:endParaRPr>
          </a:p>
        </p:txBody>
      </p:sp>
      <p:cxnSp>
        <p:nvCxnSpPr>
          <p:cNvPr id="18" name="직선 화살표 연결선 17">
            <a:extLst>
              <a:ext uri="{FF2B5EF4-FFF2-40B4-BE49-F238E27FC236}">
                <a16:creationId xmlns:a16="http://schemas.microsoft.com/office/drawing/2014/main" id="{36FAF4B6-1649-424D-AAED-747439FA65F3}"/>
              </a:ext>
            </a:extLst>
          </p:cNvPr>
          <p:cNvCxnSpPr>
            <a:cxnSpLocks/>
            <a:stCxn id="5" idx="2"/>
            <a:endCxn id="17" idx="1"/>
          </p:cNvCxnSpPr>
          <p:nvPr/>
        </p:nvCxnSpPr>
        <p:spPr>
          <a:xfrm>
            <a:off x="3196735" y="2217731"/>
            <a:ext cx="0" cy="22914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9" name="연결선: 꺾임 18">
            <a:extLst>
              <a:ext uri="{FF2B5EF4-FFF2-40B4-BE49-F238E27FC236}">
                <a16:creationId xmlns:a16="http://schemas.microsoft.com/office/drawing/2014/main" id="{92D3540F-C78E-47B6-A8EA-D9ECFFEF2174}"/>
              </a:ext>
            </a:extLst>
          </p:cNvPr>
          <p:cNvCxnSpPr>
            <a:cxnSpLocks/>
            <a:stCxn id="7" idx="5"/>
            <a:endCxn id="15" idx="2"/>
          </p:cNvCxnSpPr>
          <p:nvPr/>
        </p:nvCxnSpPr>
        <p:spPr>
          <a:xfrm flipV="1">
            <a:off x="3697071" y="3223863"/>
            <a:ext cx="688350" cy="349207"/>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0" name="연결선: 꺾임 19">
            <a:extLst>
              <a:ext uri="{FF2B5EF4-FFF2-40B4-BE49-F238E27FC236}">
                <a16:creationId xmlns:a16="http://schemas.microsoft.com/office/drawing/2014/main" id="{D044B870-BE70-4474-A759-21BFE34415F8}"/>
              </a:ext>
            </a:extLst>
          </p:cNvPr>
          <p:cNvCxnSpPr>
            <a:cxnSpLocks/>
            <a:stCxn id="8" idx="3"/>
            <a:endCxn id="15" idx="2"/>
          </p:cNvCxnSpPr>
          <p:nvPr/>
        </p:nvCxnSpPr>
        <p:spPr>
          <a:xfrm flipV="1">
            <a:off x="3822155" y="3223863"/>
            <a:ext cx="563266" cy="1492416"/>
          </a:xfrm>
          <a:prstGeom prst="bentConnector2">
            <a:avLst/>
          </a:prstGeom>
          <a:ln>
            <a:solidFill>
              <a:schemeClr val="tx1">
                <a:lumMod val="95000"/>
                <a:lumOff val="5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1" name="직사각형 20">
            <a:extLst>
              <a:ext uri="{FF2B5EF4-FFF2-40B4-BE49-F238E27FC236}">
                <a16:creationId xmlns:a16="http://schemas.microsoft.com/office/drawing/2014/main" id="{C979A595-E402-41D4-9AF5-FFDF67201D69}"/>
              </a:ext>
            </a:extLst>
          </p:cNvPr>
          <p:cNvSpPr/>
          <p:nvPr/>
        </p:nvSpPr>
        <p:spPr>
          <a:xfrm>
            <a:off x="4610107" y="2299569"/>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24" name="순서도: 판단 23">
            <a:extLst>
              <a:ext uri="{FF2B5EF4-FFF2-40B4-BE49-F238E27FC236}">
                <a16:creationId xmlns:a16="http://schemas.microsoft.com/office/drawing/2014/main" id="{BFF3DC12-16D0-4852-A918-14BB455A5AA9}"/>
              </a:ext>
            </a:extLst>
          </p:cNvPr>
          <p:cNvSpPr/>
          <p:nvPr/>
        </p:nvSpPr>
        <p:spPr>
          <a:xfrm>
            <a:off x="2567608" y="507615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5" name="직선 화살표 연결선 24">
            <a:extLst>
              <a:ext uri="{FF2B5EF4-FFF2-40B4-BE49-F238E27FC236}">
                <a16:creationId xmlns:a16="http://schemas.microsoft.com/office/drawing/2014/main" id="{73BEF36F-A4D7-47E5-85FD-A62573759E3F}"/>
              </a:ext>
            </a:extLst>
          </p:cNvPr>
          <p:cNvCxnSpPr>
            <a:cxnSpLocks/>
            <a:stCxn id="8" idx="2"/>
            <a:endCxn id="24" idx="0"/>
          </p:cNvCxnSpPr>
          <p:nvPr/>
        </p:nvCxnSpPr>
        <p:spPr>
          <a:xfrm flipH="1">
            <a:off x="3193028" y="4851684"/>
            <a:ext cx="3707" cy="22447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6" name="순서도: 판단 25">
            <a:extLst>
              <a:ext uri="{FF2B5EF4-FFF2-40B4-BE49-F238E27FC236}">
                <a16:creationId xmlns:a16="http://schemas.microsoft.com/office/drawing/2014/main" id="{BD3BFB7D-AB9B-4BFD-84DB-576DDAF7F07B}"/>
              </a:ext>
            </a:extLst>
          </p:cNvPr>
          <p:cNvSpPr/>
          <p:nvPr/>
        </p:nvSpPr>
        <p:spPr>
          <a:xfrm>
            <a:off x="2567608" y="3943649"/>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27" name="직선 화살표 연결선 26">
            <a:extLst>
              <a:ext uri="{FF2B5EF4-FFF2-40B4-BE49-F238E27FC236}">
                <a16:creationId xmlns:a16="http://schemas.microsoft.com/office/drawing/2014/main" id="{313B46C2-553D-4E74-B04A-6AC14D99B3C5}"/>
              </a:ext>
            </a:extLst>
          </p:cNvPr>
          <p:cNvCxnSpPr>
            <a:cxnSpLocks/>
            <a:stCxn id="7" idx="4"/>
            <a:endCxn id="26" idx="0"/>
          </p:cNvCxnSpPr>
          <p:nvPr/>
        </p:nvCxnSpPr>
        <p:spPr>
          <a:xfrm flipH="1">
            <a:off x="3193028" y="3708475"/>
            <a:ext cx="3707" cy="235174"/>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8EDE36BC-446C-4495-AFBF-EF2B2AE0A8CF}"/>
              </a:ext>
            </a:extLst>
          </p:cNvPr>
          <p:cNvSpPr txBox="1"/>
          <p:nvPr/>
        </p:nvSpPr>
        <p:spPr>
          <a:xfrm>
            <a:off x="3196735" y="4305248"/>
            <a:ext cx="351378" cy="215444"/>
          </a:xfrm>
          <a:prstGeom prst="rect">
            <a:avLst/>
          </a:prstGeom>
          <a:noFill/>
        </p:spPr>
        <p:txBody>
          <a:bodyPr wrap="none" rtlCol="0">
            <a:spAutoFit/>
          </a:bodyPr>
          <a:lstStyle/>
          <a:p>
            <a:r>
              <a:rPr lang="en-US" altLang="ko-KR" sz="800" dirty="0"/>
              <a:t>YES</a:t>
            </a:r>
            <a:endParaRPr lang="ko-KR" altLang="en-US" sz="800" dirty="0"/>
          </a:p>
        </p:txBody>
      </p:sp>
      <p:cxnSp>
        <p:nvCxnSpPr>
          <p:cNvPr id="29" name="연결선: 꺾임 28">
            <a:extLst>
              <a:ext uri="{FF2B5EF4-FFF2-40B4-BE49-F238E27FC236}">
                <a16:creationId xmlns:a16="http://schemas.microsoft.com/office/drawing/2014/main" id="{9640EE09-0671-4F06-9959-663C5E57C791}"/>
              </a:ext>
            </a:extLst>
          </p:cNvPr>
          <p:cNvCxnSpPr>
            <a:cxnSpLocks/>
            <a:stCxn id="26" idx="1"/>
            <a:endCxn id="7" idx="2"/>
          </p:cNvCxnSpPr>
          <p:nvPr/>
        </p:nvCxnSpPr>
        <p:spPr>
          <a:xfrm rot="10800000" flipH="1">
            <a:off x="2567607" y="3573070"/>
            <a:ext cx="128791" cy="555658"/>
          </a:xfrm>
          <a:prstGeom prst="bentConnector3">
            <a:avLst>
              <a:gd name="adj1" fmla="val -177497"/>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5683E7D5-B666-42FE-9394-6C8BC344AB76}"/>
              </a:ext>
            </a:extLst>
          </p:cNvPr>
          <p:cNvSpPr txBox="1"/>
          <p:nvPr/>
        </p:nvSpPr>
        <p:spPr>
          <a:xfrm>
            <a:off x="2020361" y="375146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1" name="연결선: 꺾임 30">
            <a:extLst>
              <a:ext uri="{FF2B5EF4-FFF2-40B4-BE49-F238E27FC236}">
                <a16:creationId xmlns:a16="http://schemas.microsoft.com/office/drawing/2014/main" id="{2E4557EB-9479-4FCF-A9B3-7B576194D96D}"/>
              </a:ext>
            </a:extLst>
          </p:cNvPr>
          <p:cNvCxnSpPr>
            <a:cxnSpLocks/>
            <a:stCxn id="24" idx="1"/>
            <a:endCxn id="8" idx="1"/>
          </p:cNvCxnSpPr>
          <p:nvPr/>
        </p:nvCxnSpPr>
        <p:spPr>
          <a:xfrm rot="10800000" flipH="1">
            <a:off x="2567607" y="4716280"/>
            <a:ext cx="3707" cy="544959"/>
          </a:xfrm>
          <a:prstGeom prst="bentConnector3">
            <a:avLst>
              <a:gd name="adj1" fmla="val -616671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43C9ED10-45FE-4752-B5BE-FE49D67C539F}"/>
              </a:ext>
            </a:extLst>
          </p:cNvPr>
          <p:cNvSpPr txBox="1"/>
          <p:nvPr/>
        </p:nvSpPr>
        <p:spPr>
          <a:xfrm>
            <a:off x="2020361" y="4878742"/>
            <a:ext cx="343364" cy="215444"/>
          </a:xfrm>
          <a:prstGeom prst="rect">
            <a:avLst/>
          </a:prstGeom>
          <a:noFill/>
        </p:spPr>
        <p:txBody>
          <a:bodyPr wrap="none" rtlCol="0">
            <a:spAutoFit/>
          </a:bodyPr>
          <a:lstStyle/>
          <a:p>
            <a:r>
              <a:rPr lang="en-US" altLang="ko-KR" sz="800" dirty="0"/>
              <a:t>NO</a:t>
            </a:r>
            <a:endParaRPr lang="ko-KR" altLang="en-US" sz="800" dirty="0"/>
          </a:p>
        </p:txBody>
      </p:sp>
      <p:cxnSp>
        <p:nvCxnSpPr>
          <p:cNvPr id="33" name="직선 화살표 연결선 32">
            <a:extLst>
              <a:ext uri="{FF2B5EF4-FFF2-40B4-BE49-F238E27FC236}">
                <a16:creationId xmlns:a16="http://schemas.microsoft.com/office/drawing/2014/main" id="{6BCDCBAA-6D4D-4914-844E-2669991E5920}"/>
              </a:ext>
            </a:extLst>
          </p:cNvPr>
          <p:cNvCxnSpPr>
            <a:cxnSpLocks/>
            <a:stCxn id="9" idx="3"/>
            <a:endCxn id="36" idx="1"/>
          </p:cNvCxnSpPr>
          <p:nvPr/>
        </p:nvCxnSpPr>
        <p:spPr>
          <a:xfrm flipV="1">
            <a:off x="3818448" y="5820034"/>
            <a:ext cx="632100" cy="1"/>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34" name="직선 화살표 연결선 33">
            <a:extLst>
              <a:ext uri="{FF2B5EF4-FFF2-40B4-BE49-F238E27FC236}">
                <a16:creationId xmlns:a16="http://schemas.microsoft.com/office/drawing/2014/main" id="{90668E5C-AAEC-478B-B34E-32EF15E57B4D}"/>
              </a:ext>
            </a:extLst>
          </p:cNvPr>
          <p:cNvCxnSpPr>
            <a:cxnSpLocks/>
            <a:stCxn id="26" idx="2"/>
            <a:endCxn id="8" idx="0"/>
          </p:cNvCxnSpPr>
          <p:nvPr/>
        </p:nvCxnSpPr>
        <p:spPr>
          <a:xfrm>
            <a:off x="3193028" y="4313807"/>
            <a:ext cx="3707" cy="2670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35" name="그룹 34">
            <a:extLst>
              <a:ext uri="{FF2B5EF4-FFF2-40B4-BE49-F238E27FC236}">
                <a16:creationId xmlns:a16="http://schemas.microsoft.com/office/drawing/2014/main" id="{0B862C06-495F-4C96-A4CD-EA7B9024429C}"/>
              </a:ext>
            </a:extLst>
          </p:cNvPr>
          <p:cNvGrpSpPr/>
          <p:nvPr/>
        </p:nvGrpSpPr>
        <p:grpSpPr>
          <a:xfrm>
            <a:off x="4450548" y="5514358"/>
            <a:ext cx="611352" cy="825389"/>
            <a:chOff x="4450548" y="5707001"/>
            <a:chExt cx="611352" cy="825389"/>
          </a:xfrm>
        </p:grpSpPr>
        <p:pic>
          <p:nvPicPr>
            <p:cNvPr id="36" name="그림 35" descr="모니터, 컴퓨터이(가) 표시된 사진&#10;&#10;자동 생성된 설명">
              <a:extLst>
                <a:ext uri="{FF2B5EF4-FFF2-40B4-BE49-F238E27FC236}">
                  <a16:creationId xmlns:a16="http://schemas.microsoft.com/office/drawing/2014/main" id="{3C2A6697-8920-4F22-9CDE-2A20F0239D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0548" y="5707001"/>
              <a:ext cx="611352" cy="611352"/>
            </a:xfrm>
            <a:prstGeom prst="rect">
              <a:avLst/>
            </a:prstGeom>
          </p:spPr>
        </p:pic>
        <p:sp>
          <p:nvSpPr>
            <p:cNvPr id="37" name="직사각형 36">
              <a:extLst>
                <a:ext uri="{FF2B5EF4-FFF2-40B4-BE49-F238E27FC236}">
                  <a16:creationId xmlns:a16="http://schemas.microsoft.com/office/drawing/2014/main" id="{01B69E5D-8521-4959-946C-429B1E324AD0}"/>
                </a:ext>
              </a:extLst>
            </p:cNvPr>
            <p:cNvSpPr/>
            <p:nvPr/>
          </p:nvSpPr>
          <p:spPr>
            <a:xfrm>
              <a:off x="4489764" y="6193836"/>
              <a:ext cx="550151" cy="338554"/>
            </a:xfrm>
            <a:prstGeom prst="rect">
              <a:avLst/>
            </a:prstGeom>
          </p:spPr>
          <p:txBody>
            <a:bodyPr wrap="none">
              <a:spAutoFit/>
            </a:bodyPr>
            <a:lstStyle/>
            <a:p>
              <a:pPr algn="ctr"/>
              <a:r>
                <a:rPr lang="en-US" altLang="ko-KR" sz="800" dirty="0">
                  <a:latin typeface="+mn-ea"/>
                </a:rPr>
                <a:t>DB</a:t>
              </a:r>
            </a:p>
            <a:p>
              <a:pPr algn="ctr"/>
              <a:r>
                <a:rPr lang="en-US" altLang="ko-KR" sz="800" dirty="0">
                  <a:latin typeface="+mn-ea"/>
                </a:rPr>
                <a:t>connect</a:t>
              </a:r>
            </a:p>
          </p:txBody>
        </p:sp>
      </p:grpSp>
      <p:sp>
        <p:nvSpPr>
          <p:cNvPr id="38" name="TextBox 37">
            <a:extLst>
              <a:ext uri="{FF2B5EF4-FFF2-40B4-BE49-F238E27FC236}">
                <a16:creationId xmlns:a16="http://schemas.microsoft.com/office/drawing/2014/main" id="{CDBB834D-792F-4592-AEE0-7EC2F4179A1F}"/>
              </a:ext>
            </a:extLst>
          </p:cNvPr>
          <p:cNvSpPr txBox="1"/>
          <p:nvPr/>
        </p:nvSpPr>
        <p:spPr>
          <a:xfrm>
            <a:off x="5716207" y="5282850"/>
            <a:ext cx="343364" cy="215444"/>
          </a:xfrm>
          <a:prstGeom prst="rect">
            <a:avLst/>
          </a:prstGeom>
          <a:noFill/>
        </p:spPr>
        <p:txBody>
          <a:bodyPr wrap="none" rtlCol="0">
            <a:spAutoFit/>
          </a:bodyPr>
          <a:lstStyle/>
          <a:p>
            <a:r>
              <a:rPr lang="en-US" altLang="ko-KR" sz="800" dirty="0"/>
              <a:t>NO</a:t>
            </a:r>
            <a:endParaRPr lang="ko-KR" altLang="en-US" sz="800" dirty="0"/>
          </a:p>
        </p:txBody>
      </p:sp>
      <p:sp>
        <p:nvSpPr>
          <p:cNvPr id="39" name="TextBox 38">
            <a:extLst>
              <a:ext uri="{FF2B5EF4-FFF2-40B4-BE49-F238E27FC236}">
                <a16:creationId xmlns:a16="http://schemas.microsoft.com/office/drawing/2014/main" id="{81780DCC-CFC5-4945-8991-19F7ACDD9636}"/>
              </a:ext>
            </a:extLst>
          </p:cNvPr>
          <p:cNvSpPr txBox="1"/>
          <p:nvPr/>
        </p:nvSpPr>
        <p:spPr>
          <a:xfrm>
            <a:off x="6601410" y="5848385"/>
            <a:ext cx="351378" cy="215444"/>
          </a:xfrm>
          <a:prstGeom prst="rect">
            <a:avLst/>
          </a:prstGeom>
          <a:noFill/>
        </p:spPr>
        <p:txBody>
          <a:bodyPr wrap="none" rtlCol="0">
            <a:spAutoFit/>
          </a:bodyPr>
          <a:lstStyle/>
          <a:p>
            <a:r>
              <a:rPr lang="en-US" altLang="ko-KR" sz="800" dirty="0"/>
              <a:t>YES</a:t>
            </a:r>
            <a:endParaRPr lang="ko-KR" altLang="en-US" sz="800" dirty="0"/>
          </a:p>
        </p:txBody>
      </p:sp>
      <p:sp>
        <p:nvSpPr>
          <p:cNvPr id="40" name="순서도: 판단 39">
            <a:extLst>
              <a:ext uri="{FF2B5EF4-FFF2-40B4-BE49-F238E27FC236}">
                <a16:creationId xmlns:a16="http://schemas.microsoft.com/office/drawing/2014/main" id="{C8DFA961-9C3C-4C30-864F-C8B2495CDE41}"/>
              </a:ext>
            </a:extLst>
          </p:cNvPr>
          <p:cNvSpPr/>
          <p:nvPr/>
        </p:nvSpPr>
        <p:spPr>
          <a:xfrm>
            <a:off x="6974258" y="5629646"/>
            <a:ext cx="1250840" cy="370158"/>
          </a:xfrm>
          <a:prstGeom prst="flowChartDecision">
            <a:avLst/>
          </a:prstGeom>
          <a:solidFill>
            <a:schemeClr val="tx2">
              <a:lumMod val="40000"/>
              <a:lumOff val="60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cxnSp>
        <p:nvCxnSpPr>
          <p:cNvPr id="41" name="직선 화살표 연결선 40">
            <a:extLst>
              <a:ext uri="{FF2B5EF4-FFF2-40B4-BE49-F238E27FC236}">
                <a16:creationId xmlns:a16="http://schemas.microsoft.com/office/drawing/2014/main" id="{24E8919D-8F8E-45BE-9A3D-EDDDB46B6E18}"/>
              </a:ext>
            </a:extLst>
          </p:cNvPr>
          <p:cNvCxnSpPr>
            <a:cxnSpLocks/>
            <a:stCxn id="40" idx="3"/>
            <a:endCxn id="51" idx="1"/>
          </p:cNvCxnSpPr>
          <p:nvPr/>
        </p:nvCxnSpPr>
        <p:spPr>
          <a:xfrm>
            <a:off x="8225098" y="5814725"/>
            <a:ext cx="337691" cy="4366"/>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직선 화살표 연결선 41">
            <a:extLst>
              <a:ext uri="{FF2B5EF4-FFF2-40B4-BE49-F238E27FC236}">
                <a16:creationId xmlns:a16="http://schemas.microsoft.com/office/drawing/2014/main" id="{812B98E6-C4B3-479C-BD7F-B6F15875EA1B}"/>
              </a:ext>
            </a:extLst>
          </p:cNvPr>
          <p:cNvCxnSpPr>
            <a:cxnSpLocks/>
            <a:stCxn id="36" idx="3"/>
            <a:endCxn id="44" idx="1"/>
          </p:cNvCxnSpPr>
          <p:nvPr/>
        </p:nvCxnSpPr>
        <p:spPr>
          <a:xfrm flipV="1">
            <a:off x="5061900" y="5814725"/>
            <a:ext cx="352714" cy="530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직선 화살표 연결선 42">
            <a:extLst>
              <a:ext uri="{FF2B5EF4-FFF2-40B4-BE49-F238E27FC236}">
                <a16:creationId xmlns:a16="http://schemas.microsoft.com/office/drawing/2014/main" id="{F8C50822-0EF5-47D1-B5DB-0C5459D23882}"/>
              </a:ext>
            </a:extLst>
          </p:cNvPr>
          <p:cNvCxnSpPr>
            <a:cxnSpLocks/>
            <a:stCxn id="44" idx="3"/>
            <a:endCxn id="40" idx="1"/>
          </p:cNvCxnSpPr>
          <p:nvPr/>
        </p:nvCxnSpPr>
        <p:spPr>
          <a:xfrm>
            <a:off x="6665454" y="5814725"/>
            <a:ext cx="308804" cy="0"/>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순서도: 판단 43">
            <a:extLst>
              <a:ext uri="{FF2B5EF4-FFF2-40B4-BE49-F238E27FC236}">
                <a16:creationId xmlns:a16="http://schemas.microsoft.com/office/drawing/2014/main" id="{BE7AD93A-2836-4E1C-AE24-F846820318D6}"/>
              </a:ext>
            </a:extLst>
          </p:cNvPr>
          <p:cNvSpPr/>
          <p:nvPr/>
        </p:nvSpPr>
        <p:spPr>
          <a:xfrm>
            <a:off x="5414614" y="5629646"/>
            <a:ext cx="1250840" cy="370158"/>
          </a:xfrm>
          <a:prstGeom prst="flowChartDecisi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750" dirty="0">
                <a:solidFill>
                  <a:schemeClr val="tx1"/>
                </a:solidFill>
                <a:latin typeface="+mn-ea"/>
              </a:rPr>
              <a:t>judgment</a:t>
            </a:r>
            <a:endParaRPr lang="ko-KR" altLang="en-US" sz="750" dirty="0">
              <a:solidFill>
                <a:schemeClr val="tx1"/>
              </a:solidFill>
              <a:latin typeface="+mn-ea"/>
            </a:endParaRPr>
          </a:p>
        </p:txBody>
      </p:sp>
      <p:sp>
        <p:nvSpPr>
          <p:cNvPr id="46" name="순서도: 문서 45">
            <a:extLst>
              <a:ext uri="{FF2B5EF4-FFF2-40B4-BE49-F238E27FC236}">
                <a16:creationId xmlns:a16="http://schemas.microsoft.com/office/drawing/2014/main" id="{5EAE26FF-F860-4A3F-9D74-184928F86D0B}"/>
              </a:ext>
            </a:extLst>
          </p:cNvPr>
          <p:cNvSpPr/>
          <p:nvPr/>
        </p:nvSpPr>
        <p:spPr>
          <a:xfrm>
            <a:off x="5414613" y="4900191"/>
            <a:ext cx="1250840" cy="270811"/>
          </a:xfrm>
          <a:prstGeom prst="flowChartDocument">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OOOO Page</a:t>
            </a:r>
            <a:endParaRPr lang="ko-KR" altLang="en-US" sz="800" dirty="0">
              <a:solidFill>
                <a:schemeClr val="tx1"/>
              </a:solidFill>
              <a:latin typeface="+mn-ea"/>
            </a:endParaRPr>
          </a:p>
        </p:txBody>
      </p:sp>
      <p:cxnSp>
        <p:nvCxnSpPr>
          <p:cNvPr id="47" name="직선 화살표 연결선 46">
            <a:extLst>
              <a:ext uri="{FF2B5EF4-FFF2-40B4-BE49-F238E27FC236}">
                <a16:creationId xmlns:a16="http://schemas.microsoft.com/office/drawing/2014/main" id="{E64056ED-19FC-4824-A1AF-4BD96DA61C75}"/>
              </a:ext>
            </a:extLst>
          </p:cNvPr>
          <p:cNvCxnSpPr>
            <a:cxnSpLocks/>
            <a:stCxn id="44" idx="0"/>
            <a:endCxn id="46" idx="2"/>
          </p:cNvCxnSpPr>
          <p:nvPr/>
        </p:nvCxnSpPr>
        <p:spPr>
          <a:xfrm flipH="1" flipV="1">
            <a:off x="6040033" y="5153098"/>
            <a:ext cx="1" cy="476548"/>
          </a:xfrm>
          <a:prstGeom prst="straightConnector1">
            <a:avLst/>
          </a:prstGeom>
          <a:ln>
            <a:solidFill>
              <a:srgbClr val="FF0000"/>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8" name="연결선: 꺾임 47">
            <a:extLst>
              <a:ext uri="{FF2B5EF4-FFF2-40B4-BE49-F238E27FC236}">
                <a16:creationId xmlns:a16="http://schemas.microsoft.com/office/drawing/2014/main" id="{F2D45B9C-1E73-4538-BED4-FBC135DAC96A}"/>
              </a:ext>
            </a:extLst>
          </p:cNvPr>
          <p:cNvCxnSpPr>
            <a:cxnSpLocks/>
            <a:stCxn id="40" idx="0"/>
            <a:endCxn id="46" idx="3"/>
          </p:cNvCxnSpPr>
          <p:nvPr/>
        </p:nvCxnSpPr>
        <p:spPr>
          <a:xfrm rot="16200000" flipV="1">
            <a:off x="6835542" y="4865509"/>
            <a:ext cx="594049" cy="934225"/>
          </a:xfrm>
          <a:prstGeom prst="bentConnector2">
            <a:avLst/>
          </a:prstGeom>
          <a:ln w="3175">
            <a:solidFill>
              <a:srgbClr val="FF0000"/>
            </a:solidFill>
            <a:headEnd type="none"/>
            <a:tailEnd type="arrow" w="sm" len="sm"/>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1988FC1E-2678-4D1D-B8F1-954C53280967}"/>
              </a:ext>
            </a:extLst>
          </p:cNvPr>
          <p:cNvSpPr txBox="1"/>
          <p:nvPr/>
        </p:nvSpPr>
        <p:spPr>
          <a:xfrm>
            <a:off x="7241714" y="5298914"/>
            <a:ext cx="343364" cy="215444"/>
          </a:xfrm>
          <a:prstGeom prst="rect">
            <a:avLst/>
          </a:prstGeom>
          <a:noFill/>
        </p:spPr>
        <p:txBody>
          <a:bodyPr wrap="none" rtlCol="0">
            <a:spAutoFit/>
          </a:bodyPr>
          <a:lstStyle/>
          <a:p>
            <a:r>
              <a:rPr lang="en-US" altLang="ko-KR" sz="800" dirty="0"/>
              <a:t>NO</a:t>
            </a:r>
            <a:endParaRPr lang="ko-KR" altLang="en-US" sz="800" dirty="0"/>
          </a:p>
        </p:txBody>
      </p:sp>
      <p:sp>
        <p:nvSpPr>
          <p:cNvPr id="50" name="TextBox 49">
            <a:extLst>
              <a:ext uri="{FF2B5EF4-FFF2-40B4-BE49-F238E27FC236}">
                <a16:creationId xmlns:a16="http://schemas.microsoft.com/office/drawing/2014/main" id="{81A23C83-5988-462D-892A-64C4AF094FE7}"/>
              </a:ext>
            </a:extLst>
          </p:cNvPr>
          <p:cNvSpPr txBox="1"/>
          <p:nvPr/>
        </p:nvSpPr>
        <p:spPr>
          <a:xfrm>
            <a:off x="8198774" y="5847718"/>
            <a:ext cx="351378" cy="215444"/>
          </a:xfrm>
          <a:prstGeom prst="rect">
            <a:avLst/>
          </a:prstGeom>
          <a:noFill/>
        </p:spPr>
        <p:txBody>
          <a:bodyPr wrap="none" rtlCol="0">
            <a:spAutoFit/>
          </a:bodyPr>
          <a:lstStyle/>
          <a:p>
            <a:r>
              <a:rPr lang="en-US" altLang="ko-KR" sz="800" dirty="0"/>
              <a:t>YES</a:t>
            </a:r>
            <a:endParaRPr lang="ko-KR" altLang="en-US" sz="800" dirty="0"/>
          </a:p>
        </p:txBody>
      </p:sp>
      <p:pic>
        <p:nvPicPr>
          <p:cNvPr id="51" name="그림 50">
            <a:extLst>
              <a:ext uri="{FF2B5EF4-FFF2-40B4-BE49-F238E27FC236}">
                <a16:creationId xmlns:a16="http://schemas.microsoft.com/office/drawing/2014/main" id="{FD685D4A-DB66-4484-8D97-6EAD73310DFB}"/>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8562789" y="5638378"/>
            <a:ext cx="459859" cy="361426"/>
          </a:xfrm>
          <a:prstGeom prst="rect">
            <a:avLst/>
          </a:prstGeom>
        </p:spPr>
      </p:pic>
      <p:sp>
        <p:nvSpPr>
          <p:cNvPr id="52" name="직사각형 51">
            <a:extLst>
              <a:ext uri="{FF2B5EF4-FFF2-40B4-BE49-F238E27FC236}">
                <a16:creationId xmlns:a16="http://schemas.microsoft.com/office/drawing/2014/main" id="{04E3BD09-EC53-430B-BF0C-BA5D024354E7}"/>
              </a:ext>
            </a:extLst>
          </p:cNvPr>
          <p:cNvSpPr/>
          <p:nvPr/>
        </p:nvSpPr>
        <p:spPr>
          <a:xfrm>
            <a:off x="8464037" y="5995438"/>
            <a:ext cx="675185" cy="215444"/>
          </a:xfrm>
          <a:prstGeom prst="rect">
            <a:avLst/>
          </a:prstGeom>
        </p:spPr>
        <p:txBody>
          <a:bodyPr wrap="none">
            <a:spAutoFit/>
          </a:bodyPr>
          <a:lstStyle/>
          <a:p>
            <a:pPr algn="ctr"/>
            <a:r>
              <a:rPr lang="en-US" altLang="ko-KR" sz="800" dirty="0">
                <a:latin typeface="+mn-ea"/>
              </a:rPr>
              <a:t>OOOO DB</a:t>
            </a:r>
          </a:p>
        </p:txBody>
      </p:sp>
      <p:pic>
        <p:nvPicPr>
          <p:cNvPr id="54" name="그림 53">
            <a:extLst>
              <a:ext uri="{FF2B5EF4-FFF2-40B4-BE49-F238E27FC236}">
                <a16:creationId xmlns:a16="http://schemas.microsoft.com/office/drawing/2014/main" id="{537EB6EC-E0EC-487A-A2C8-A893EBC5520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3423" t="13194" r="9391" b="26141"/>
          <a:stretch/>
        </p:blipFill>
        <p:spPr>
          <a:xfrm>
            <a:off x="8550152" y="4834347"/>
            <a:ext cx="459859" cy="361426"/>
          </a:xfrm>
          <a:prstGeom prst="rect">
            <a:avLst/>
          </a:prstGeom>
        </p:spPr>
      </p:pic>
      <p:sp>
        <p:nvSpPr>
          <p:cNvPr id="55" name="직사각형 54">
            <a:extLst>
              <a:ext uri="{FF2B5EF4-FFF2-40B4-BE49-F238E27FC236}">
                <a16:creationId xmlns:a16="http://schemas.microsoft.com/office/drawing/2014/main" id="{943037CC-35FF-4656-9CF3-B0C66F6D0BD6}"/>
              </a:ext>
            </a:extLst>
          </p:cNvPr>
          <p:cNvSpPr/>
          <p:nvPr/>
        </p:nvSpPr>
        <p:spPr>
          <a:xfrm>
            <a:off x="8451400" y="5158859"/>
            <a:ext cx="675186" cy="215444"/>
          </a:xfrm>
          <a:prstGeom prst="rect">
            <a:avLst/>
          </a:prstGeom>
        </p:spPr>
        <p:txBody>
          <a:bodyPr wrap="none">
            <a:spAutoFit/>
          </a:bodyPr>
          <a:lstStyle/>
          <a:p>
            <a:pPr algn="ctr"/>
            <a:r>
              <a:rPr lang="en-US" altLang="ko-KR" sz="800" dirty="0">
                <a:latin typeface="+mn-ea"/>
              </a:rPr>
              <a:t>OOOO DB</a:t>
            </a:r>
          </a:p>
        </p:txBody>
      </p:sp>
      <p:cxnSp>
        <p:nvCxnSpPr>
          <p:cNvPr id="56" name="직선 화살표 연결선 55">
            <a:extLst>
              <a:ext uri="{FF2B5EF4-FFF2-40B4-BE49-F238E27FC236}">
                <a16:creationId xmlns:a16="http://schemas.microsoft.com/office/drawing/2014/main" id="{8729ABDC-30F6-4D3C-B100-45E176D0168E}"/>
              </a:ext>
            </a:extLst>
          </p:cNvPr>
          <p:cNvCxnSpPr>
            <a:cxnSpLocks/>
            <a:stCxn id="51" idx="0"/>
            <a:endCxn id="55" idx="2"/>
          </p:cNvCxnSpPr>
          <p:nvPr/>
        </p:nvCxnSpPr>
        <p:spPr>
          <a:xfrm flipH="1" flipV="1">
            <a:off x="8788993" y="5374303"/>
            <a:ext cx="3726" cy="264075"/>
          </a:xfrm>
          <a:prstGeom prst="straightConnector1">
            <a:avLst/>
          </a:prstGeom>
          <a:ln w="9525">
            <a:solidFill>
              <a:schemeClr val="tx1">
                <a:lumMod val="95000"/>
                <a:lumOff val="5000"/>
              </a:schemeClr>
            </a:solidFill>
            <a:prstDash val="dash"/>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57" name="순서도: 수행의 시작/종료 56">
            <a:extLst>
              <a:ext uri="{FF2B5EF4-FFF2-40B4-BE49-F238E27FC236}">
                <a16:creationId xmlns:a16="http://schemas.microsoft.com/office/drawing/2014/main" id="{3129425B-B6EC-4222-8620-C66B5B9C08FB}"/>
              </a:ext>
            </a:extLst>
          </p:cNvPr>
          <p:cNvSpPr/>
          <p:nvPr/>
        </p:nvSpPr>
        <p:spPr>
          <a:xfrm>
            <a:off x="8154661" y="3696041"/>
            <a:ext cx="1250840" cy="270811"/>
          </a:xfrm>
          <a:prstGeom prst="flowChartTerminator">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800" dirty="0">
                <a:solidFill>
                  <a:schemeClr val="tx1"/>
                </a:solidFill>
                <a:latin typeface="+mn-ea"/>
              </a:rPr>
              <a:t>End</a:t>
            </a:r>
            <a:endParaRPr lang="ko-KR" altLang="en-US" sz="800" dirty="0">
              <a:solidFill>
                <a:schemeClr val="tx1"/>
              </a:solidFill>
              <a:latin typeface="+mn-ea"/>
            </a:endParaRPr>
          </a:p>
        </p:txBody>
      </p:sp>
      <p:sp>
        <p:nvSpPr>
          <p:cNvPr id="58" name="순서도: 처리 57">
            <a:extLst>
              <a:ext uri="{FF2B5EF4-FFF2-40B4-BE49-F238E27FC236}">
                <a16:creationId xmlns:a16="http://schemas.microsoft.com/office/drawing/2014/main" id="{1A17BE9D-02F0-4564-B9C4-A6A36F23F1F3}"/>
              </a:ext>
            </a:extLst>
          </p:cNvPr>
          <p:cNvSpPr/>
          <p:nvPr/>
        </p:nvSpPr>
        <p:spPr>
          <a:xfrm>
            <a:off x="8154661" y="4266511"/>
            <a:ext cx="1250840" cy="270811"/>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Process</a:t>
            </a:r>
            <a:endParaRPr lang="ko-KR" altLang="en-US" sz="800" dirty="0">
              <a:solidFill>
                <a:schemeClr val="tx1"/>
              </a:solidFill>
              <a:latin typeface="+mn-ea"/>
            </a:endParaRPr>
          </a:p>
        </p:txBody>
      </p:sp>
      <p:cxnSp>
        <p:nvCxnSpPr>
          <p:cNvPr id="59" name="직선 화살표 연결선 58">
            <a:extLst>
              <a:ext uri="{FF2B5EF4-FFF2-40B4-BE49-F238E27FC236}">
                <a16:creationId xmlns:a16="http://schemas.microsoft.com/office/drawing/2014/main" id="{73AD62FE-056E-4D7B-A4F8-AC3DFE955738}"/>
              </a:ext>
            </a:extLst>
          </p:cNvPr>
          <p:cNvCxnSpPr>
            <a:cxnSpLocks/>
            <a:stCxn id="54" idx="0"/>
            <a:endCxn id="58" idx="2"/>
          </p:cNvCxnSpPr>
          <p:nvPr/>
        </p:nvCxnSpPr>
        <p:spPr>
          <a:xfrm flipH="1" flipV="1">
            <a:off x="8780081" y="4537322"/>
            <a:ext cx="1" cy="297025"/>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60" name="직선 화살표 연결선 59">
            <a:extLst>
              <a:ext uri="{FF2B5EF4-FFF2-40B4-BE49-F238E27FC236}">
                <a16:creationId xmlns:a16="http://schemas.microsoft.com/office/drawing/2014/main" id="{39FC0685-4DC9-4C0A-9F23-B39792807F43}"/>
              </a:ext>
            </a:extLst>
          </p:cNvPr>
          <p:cNvCxnSpPr>
            <a:cxnSpLocks/>
            <a:stCxn id="58" idx="0"/>
            <a:endCxn id="57" idx="2"/>
          </p:cNvCxnSpPr>
          <p:nvPr/>
        </p:nvCxnSpPr>
        <p:spPr>
          <a:xfrm flipV="1">
            <a:off x="8780081" y="3966852"/>
            <a:ext cx="0" cy="299659"/>
          </a:xfrm>
          <a:prstGeom prst="straightConnector1">
            <a:avLst/>
          </a:prstGeom>
          <a:ln w="28575">
            <a:solidFill>
              <a:schemeClr val="tx1">
                <a:lumMod val="95000"/>
                <a:lumOff val="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grpSp>
        <p:nvGrpSpPr>
          <p:cNvPr id="61" name="그룹 60">
            <a:extLst>
              <a:ext uri="{FF2B5EF4-FFF2-40B4-BE49-F238E27FC236}">
                <a16:creationId xmlns:a16="http://schemas.microsoft.com/office/drawing/2014/main" id="{FB6A67B7-0440-423D-8FC0-28C93D04129C}"/>
              </a:ext>
            </a:extLst>
          </p:cNvPr>
          <p:cNvGrpSpPr/>
          <p:nvPr/>
        </p:nvGrpSpPr>
        <p:grpSpPr>
          <a:xfrm>
            <a:off x="9607285" y="4093821"/>
            <a:ext cx="1474520" cy="642182"/>
            <a:chOff x="9696401" y="4265098"/>
            <a:chExt cx="1474520" cy="642182"/>
          </a:xfrm>
        </p:grpSpPr>
        <p:sp>
          <p:nvSpPr>
            <p:cNvPr id="62" name="순서도: 처리 61">
              <a:extLst>
                <a:ext uri="{FF2B5EF4-FFF2-40B4-BE49-F238E27FC236}">
                  <a16:creationId xmlns:a16="http://schemas.microsoft.com/office/drawing/2014/main" id="{EA7F49A6-AD47-4013-A835-5A363DC025E7}"/>
                </a:ext>
              </a:extLst>
            </p:cNvPr>
            <p:cNvSpPr/>
            <p:nvPr/>
          </p:nvSpPr>
          <p:spPr>
            <a:xfrm>
              <a:off x="9696401" y="4265098"/>
              <a:ext cx="1474520" cy="642182"/>
            </a:xfrm>
            <a:prstGeom prst="flowChartProcess">
              <a:avLst/>
            </a:prstGeom>
            <a:solidFill>
              <a:schemeClr val="bg1"/>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ko-KR" sz="800" dirty="0">
                  <a:solidFill>
                    <a:schemeClr val="tx1"/>
                  </a:solidFill>
                  <a:latin typeface="+mn-ea"/>
                </a:rPr>
                <a:t>OOOO OO OOOO OO OO</a:t>
              </a:r>
            </a:p>
            <a:p>
              <a:pPr algn="ctr">
                <a:lnSpc>
                  <a:spcPct val="90000"/>
                </a:lnSpc>
              </a:pPr>
              <a:r>
                <a:rPr lang="en-US" altLang="ko-KR" sz="800" dirty="0">
                  <a:solidFill>
                    <a:schemeClr val="tx1"/>
                  </a:solidFill>
                  <a:latin typeface="+mn-ea"/>
                </a:rPr>
                <a:t>OOOOO OO OOO</a:t>
              </a:r>
            </a:p>
            <a:p>
              <a:pPr algn="ctr">
                <a:lnSpc>
                  <a:spcPct val="90000"/>
                </a:lnSpc>
              </a:pPr>
              <a:endParaRPr lang="en-US" altLang="ko-KR" sz="800" dirty="0">
                <a:solidFill>
                  <a:schemeClr val="tx1"/>
                </a:solidFill>
                <a:latin typeface="+mn-ea"/>
              </a:endParaRPr>
            </a:p>
            <a:p>
              <a:pPr algn="ctr">
                <a:lnSpc>
                  <a:spcPct val="90000"/>
                </a:lnSpc>
              </a:pPr>
              <a:endParaRPr lang="en-US" altLang="ko-KR" sz="800" dirty="0">
                <a:solidFill>
                  <a:schemeClr val="tx1"/>
                </a:solidFill>
                <a:latin typeface="+mn-ea"/>
              </a:endParaRPr>
            </a:p>
          </p:txBody>
        </p:sp>
        <p:sp>
          <p:nvSpPr>
            <p:cNvPr id="63" name="사각형: 둥근 모서리 62">
              <a:extLst>
                <a:ext uri="{FF2B5EF4-FFF2-40B4-BE49-F238E27FC236}">
                  <a16:creationId xmlns:a16="http://schemas.microsoft.com/office/drawing/2014/main" id="{2B90550C-DD5D-42E6-A9F5-3DD92B8266B9}"/>
                </a:ext>
              </a:extLst>
            </p:cNvPr>
            <p:cNvSpPr/>
            <p:nvPr/>
          </p:nvSpPr>
          <p:spPr>
            <a:xfrm>
              <a:off x="10239429" y="4663440"/>
              <a:ext cx="388464" cy="155753"/>
            </a:xfrm>
            <a:prstGeom prst="roundRect">
              <a:avLst>
                <a:gd name="adj" fmla="val 22295"/>
              </a:avLst>
            </a:prstGeom>
            <a:solidFill>
              <a:schemeClr val="bg1">
                <a:lumMod val="8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700">
                  <a:solidFill>
                    <a:schemeClr val="tx1"/>
                  </a:solidFill>
                </a:rPr>
                <a:t>확인</a:t>
              </a:r>
              <a:endParaRPr lang="ko-KR" altLang="en-US" sz="700" dirty="0">
                <a:solidFill>
                  <a:schemeClr val="tx1"/>
                </a:solidFill>
              </a:endParaRPr>
            </a:p>
          </p:txBody>
        </p:sp>
      </p:grpSp>
      <p:sp>
        <p:nvSpPr>
          <p:cNvPr id="64" name="직사각형 63">
            <a:extLst>
              <a:ext uri="{FF2B5EF4-FFF2-40B4-BE49-F238E27FC236}">
                <a16:creationId xmlns:a16="http://schemas.microsoft.com/office/drawing/2014/main" id="{64538490-E039-4AE2-BB9D-E3F934CFCF62}"/>
              </a:ext>
            </a:extLst>
          </p:cNvPr>
          <p:cNvSpPr/>
          <p:nvPr/>
        </p:nvSpPr>
        <p:spPr>
          <a:xfrm>
            <a:off x="4605081" y="3043323"/>
            <a:ext cx="1845932" cy="707886"/>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a:p>
            <a:pPr marL="99450"/>
            <a:r>
              <a:rPr lang="en-US" altLang="ko-KR" sz="800" dirty="0"/>
              <a:t>  -</a:t>
            </a:r>
          </a:p>
        </p:txBody>
      </p:sp>
      <p:sp>
        <p:nvSpPr>
          <p:cNvPr id="65" name="직사각형 64">
            <a:extLst>
              <a:ext uri="{FF2B5EF4-FFF2-40B4-BE49-F238E27FC236}">
                <a16:creationId xmlns:a16="http://schemas.microsoft.com/office/drawing/2014/main" id="{DB9AC99A-21C6-4469-9114-614A9A90B5F2}"/>
              </a:ext>
            </a:extLst>
          </p:cNvPr>
          <p:cNvSpPr/>
          <p:nvPr/>
        </p:nvSpPr>
        <p:spPr>
          <a:xfrm>
            <a:off x="8900382" y="5555512"/>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
        <p:nvSpPr>
          <p:cNvPr id="66" name="직사각형 65">
            <a:extLst>
              <a:ext uri="{FF2B5EF4-FFF2-40B4-BE49-F238E27FC236}">
                <a16:creationId xmlns:a16="http://schemas.microsoft.com/office/drawing/2014/main" id="{5B96B6FB-4927-4C65-A560-BB50AAC2ED4E}"/>
              </a:ext>
            </a:extLst>
          </p:cNvPr>
          <p:cNvSpPr/>
          <p:nvPr/>
        </p:nvSpPr>
        <p:spPr>
          <a:xfrm>
            <a:off x="4605081" y="4383703"/>
            <a:ext cx="1845932" cy="584775"/>
          </a:xfrm>
          <a:prstGeom prst="rect">
            <a:avLst/>
          </a:prstGeom>
        </p:spPr>
        <p:txBody>
          <a:bodyPr wrap="square">
            <a:spAutoFit/>
          </a:bodyPr>
          <a:lstStyle/>
          <a:p>
            <a:pPr marL="171450" indent="-72000">
              <a:buFont typeface="Arial" panose="020B0604020202020204" pitchFamily="34" charset="0"/>
              <a:buChar char="•"/>
            </a:pPr>
            <a:r>
              <a:rPr lang="en-US" altLang="ko-KR" sz="800" dirty="0"/>
              <a:t>Input Information</a:t>
            </a:r>
          </a:p>
          <a:p>
            <a:pPr marL="99450"/>
            <a:r>
              <a:rPr lang="en-US" altLang="ko-KR" sz="800" dirty="0"/>
              <a:t>  -</a:t>
            </a:r>
          </a:p>
          <a:p>
            <a:pPr marL="99450"/>
            <a:r>
              <a:rPr lang="en-US" altLang="ko-KR" sz="800" dirty="0"/>
              <a:t>  -</a:t>
            </a:r>
          </a:p>
          <a:p>
            <a:pPr marL="99450"/>
            <a:r>
              <a:rPr lang="en-US" altLang="ko-KR" sz="800" dirty="0"/>
              <a:t>  -</a:t>
            </a:r>
          </a:p>
        </p:txBody>
      </p:sp>
    </p:spTree>
    <p:extLst>
      <p:ext uri="{BB962C8B-B14F-4D97-AF65-F5344CB8AC3E}">
        <p14:creationId xmlns:p14="http://schemas.microsoft.com/office/powerpoint/2010/main" val="947082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a:extLst>
              <a:ext uri="{FF2B5EF4-FFF2-40B4-BE49-F238E27FC236}">
                <a16:creationId xmlns:a16="http://schemas.microsoft.com/office/drawing/2014/main" id="{683ED0D4-343F-4AC4-936C-4771ADDE3DEC}"/>
              </a:ext>
            </a:extLst>
          </p:cNvPr>
          <p:cNvSpPr>
            <a:spLocks noGrp="1"/>
          </p:cNvSpPr>
          <p:nvPr>
            <p:ph type="title"/>
          </p:nvPr>
        </p:nvSpPr>
        <p:spPr/>
        <p:txBody>
          <a:bodyPr/>
          <a:lstStyle/>
          <a:p>
            <a:endParaRPr lang="ko-KR" altLang="en-US"/>
          </a:p>
        </p:txBody>
      </p:sp>
      <p:sp>
        <p:nvSpPr>
          <p:cNvPr id="4" name="텍스트 개체 틀 3">
            <a:extLst>
              <a:ext uri="{FF2B5EF4-FFF2-40B4-BE49-F238E27FC236}">
                <a16:creationId xmlns:a16="http://schemas.microsoft.com/office/drawing/2014/main" id="{566248F4-75FF-4781-B7FF-A6FE901E2D68}"/>
              </a:ext>
            </a:extLst>
          </p:cNvPr>
          <p:cNvSpPr>
            <a:spLocks noGrp="1"/>
          </p:cNvSpPr>
          <p:nvPr>
            <p:ph type="body" sz="quarter" idx="10"/>
          </p:nvPr>
        </p:nvSpPr>
        <p:spPr/>
        <p:txBody>
          <a:bodyPr/>
          <a:lstStyle/>
          <a:p>
            <a:endParaRPr lang="ko-KR" altLang="en-US"/>
          </a:p>
        </p:txBody>
      </p:sp>
    </p:spTree>
    <p:extLst>
      <p:ext uri="{BB962C8B-B14F-4D97-AF65-F5344CB8AC3E}">
        <p14:creationId xmlns:p14="http://schemas.microsoft.com/office/powerpoint/2010/main" val="26116908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32E285E0-25D1-4806-B9DF-3590BD92D435}"/>
              </a:ext>
            </a:extLst>
          </p:cNvPr>
          <p:cNvSpPr>
            <a:spLocks noGrp="1"/>
          </p:cNvSpPr>
          <p:nvPr>
            <p:ph type="body" sz="quarter" idx="10"/>
          </p:nvPr>
        </p:nvSpPr>
        <p:spPr/>
        <p:txBody>
          <a:bodyPr/>
          <a:lstStyle/>
          <a:p>
            <a:endParaRPr lang="ko-KR" altLang="en-US"/>
          </a:p>
        </p:txBody>
      </p:sp>
      <p:sp>
        <p:nvSpPr>
          <p:cNvPr id="5" name="텍스트 개체 틀 4">
            <a:extLst>
              <a:ext uri="{FF2B5EF4-FFF2-40B4-BE49-F238E27FC236}">
                <a16:creationId xmlns:a16="http://schemas.microsoft.com/office/drawing/2014/main" id="{181CE6EC-43A5-4409-9C12-1C3782E8CB22}"/>
              </a:ext>
            </a:extLst>
          </p:cNvPr>
          <p:cNvSpPr>
            <a:spLocks noGrp="1"/>
          </p:cNvSpPr>
          <p:nvPr>
            <p:ph type="body" sz="quarter" idx="11"/>
          </p:nvPr>
        </p:nvSpPr>
        <p:spPr/>
        <p:txBody>
          <a:bodyPr/>
          <a:lstStyle/>
          <a:p>
            <a:endParaRPr lang="ko-KR" altLang="en-US"/>
          </a:p>
        </p:txBody>
      </p:sp>
      <p:graphicFrame>
        <p:nvGraphicFramePr>
          <p:cNvPr id="7"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Summery</a:t>
                      </a:r>
                      <a:r>
                        <a:rPr lang="ko-KR" altLang="en-US" sz="800" b="0" dirty="0">
                          <a:solidFill>
                            <a:schemeClr val="tx1"/>
                          </a:solidFill>
                          <a:latin typeface="+mn-ea"/>
                          <a:ea typeface="+mn-ea"/>
                          <a:sym typeface="맑은 고딕"/>
                        </a:rPr>
                        <a:t>에는 해당 페이지와 관련된 요약사항을 정리해주세요</a:t>
                      </a:r>
                      <a:r>
                        <a:rPr lang="en-US" altLang="ko-KR" sz="800" b="0" dirty="0">
                          <a:solidFill>
                            <a:schemeClr val="tx1"/>
                          </a:solidFill>
                          <a:latin typeface="+mn-ea"/>
                          <a:ea typeface="+mn-ea"/>
                          <a:sym typeface="맑은 고딕"/>
                        </a:rPr>
                        <a:t>.</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Content_#001</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Content_#002</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mn-ea"/>
                          <a:ea typeface="+mn-ea"/>
                          <a:sym typeface="맑은 고딕"/>
                        </a:rPr>
                        <a:t>Content_#003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241592">
                <a:tc>
                  <a:txBody>
                    <a:bodyPr/>
                    <a:lstStyle/>
                    <a:p>
                      <a:pPr algn="ctr" latinLnBrk="1">
                        <a:lnSpc>
                          <a:spcPct val="120000"/>
                        </a:lnSpc>
                      </a:pPr>
                      <a:r>
                        <a:rPr lang="en-US" altLang="ko-KR" sz="850" b="0" dirty="0">
                          <a:solidFill>
                            <a:schemeClr val="tx1"/>
                          </a:solidFill>
                          <a:latin typeface="+mn-ea"/>
                          <a:ea typeface="+mn-ea"/>
                        </a:rPr>
                        <a:t>1</a:t>
                      </a:r>
                      <a:endParaRPr lang="ko-KR" altLang="en-US" sz="850" b="0" dirty="0">
                        <a:solidFill>
                          <a:schemeClr val="tx1"/>
                        </a:solidFill>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241592">
                <a:tc>
                  <a:txBody>
                    <a:bodyPr/>
                    <a:lstStyle/>
                    <a:p>
                      <a:pPr algn="ctr" latinLnBrk="1">
                        <a:lnSpc>
                          <a:spcPct val="120000"/>
                        </a:lnSpc>
                      </a:pPr>
                      <a:r>
                        <a:rPr lang="en-US" altLang="ko-KR" sz="850" b="0" dirty="0">
                          <a:latin typeface="+mn-ea"/>
                          <a:ea typeface="+mn-ea"/>
                        </a:rPr>
                        <a:t>2</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241592">
                <a:tc>
                  <a:txBody>
                    <a:bodyPr/>
                    <a:lstStyle/>
                    <a:p>
                      <a:pPr algn="ctr" latinLnBrk="1">
                        <a:lnSpc>
                          <a:spcPct val="120000"/>
                        </a:lnSpc>
                      </a:pPr>
                      <a:r>
                        <a:rPr lang="en-US" altLang="ko-KR" sz="850" b="0" dirty="0">
                          <a:latin typeface="+mn-ea"/>
                          <a:ea typeface="+mn-ea"/>
                        </a:rPr>
                        <a:t>3</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241592">
                <a:tc>
                  <a:txBody>
                    <a:bodyPr/>
                    <a:lstStyle/>
                    <a:p>
                      <a:pPr algn="ctr" latinLnBrk="1">
                        <a:lnSpc>
                          <a:spcPct val="120000"/>
                        </a:lnSpc>
                      </a:pPr>
                      <a:r>
                        <a:rPr lang="en-US" altLang="ko-KR" sz="850" b="0" dirty="0">
                          <a:latin typeface="+mn-ea"/>
                          <a:ea typeface="+mn-ea"/>
                        </a:rPr>
                        <a:t>4</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endParaRPr kumimoji="1" lang="ko-KR" altLang="en-US" sz="850" dirty="0">
                        <a:solidFill>
                          <a:schemeClr val="tx1"/>
                        </a:solidFill>
                        <a:latin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241592">
                <a:tc>
                  <a:txBody>
                    <a:bodyPr/>
                    <a:lstStyle/>
                    <a:p>
                      <a:pPr algn="ctr" latinLnBrk="1">
                        <a:lnSpc>
                          <a:spcPct val="120000"/>
                        </a:lnSpc>
                      </a:pPr>
                      <a:r>
                        <a:rPr lang="en-US" altLang="ko-KR" sz="850" b="0" dirty="0">
                          <a:latin typeface="+mn-ea"/>
                          <a:ea typeface="+mn-ea"/>
                        </a:rPr>
                        <a:t>5</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241592">
                <a:tc>
                  <a:txBody>
                    <a:bodyPr/>
                    <a:lstStyle/>
                    <a:p>
                      <a:pPr algn="ctr" latinLnBrk="1">
                        <a:lnSpc>
                          <a:spcPct val="120000"/>
                        </a:lnSpc>
                      </a:pPr>
                      <a:r>
                        <a:rPr lang="en-US" altLang="ko-KR" sz="850" b="0" dirty="0">
                          <a:latin typeface="+mn-ea"/>
                          <a:ea typeface="+mn-ea"/>
                        </a:rPr>
                        <a:t>6</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r h="241592">
                <a:tc>
                  <a:txBody>
                    <a:bodyPr/>
                    <a:lstStyle/>
                    <a:p>
                      <a:pPr algn="ctr" latinLnBrk="1">
                        <a:lnSpc>
                          <a:spcPct val="120000"/>
                        </a:lnSpc>
                      </a:pPr>
                      <a:r>
                        <a:rPr lang="en-US" altLang="ko-KR" sz="850" b="0" dirty="0">
                          <a:latin typeface="+mn-ea"/>
                          <a:ea typeface="+mn-ea"/>
                        </a:rPr>
                        <a:t>7</a:t>
                      </a:r>
                      <a:endParaRPr lang="ko-KR" altLang="en-US" sz="850" b="0" dirty="0">
                        <a:latin typeface="+mn-ea"/>
                        <a:ea typeface="+mn-ea"/>
                      </a:endParaRP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endParaRPr lang="ko-KR" altLang="en-US" sz="850" b="0" dirty="0">
                        <a:latin typeface="+mn-ea"/>
                        <a:ea typeface="+mn-ea"/>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199453169"/>
                  </a:ext>
                </a:extLst>
              </a:tr>
            </a:tbl>
          </a:graphicData>
        </a:graphic>
      </p:graphicFrame>
      <p:sp>
        <p:nvSpPr>
          <p:cNvPr id="8"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fld id="{944918D1-1C8F-48E6-92D4-4089F97E8793}" type="slidenum">
              <a:rPr lang="ko-KR" altLang="en-US" sz="900" smtClean="0"/>
              <a:t>7</a:t>
            </a:fld>
            <a:endParaRPr lang="ko-KR" altLang="en-US" sz="900" dirty="0"/>
          </a:p>
        </p:txBody>
      </p:sp>
    </p:spTree>
    <p:extLst>
      <p:ext uri="{BB962C8B-B14F-4D97-AF65-F5344CB8AC3E}">
        <p14:creationId xmlns:p14="http://schemas.microsoft.com/office/powerpoint/2010/main" val="3759879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1"/>
          <p:cNvSpPr>
            <a:spLocks noGrp="1"/>
          </p:cNvSpPr>
          <p:nvPr>
            <p:ph type="body" sz="quarter" idx="10"/>
          </p:nvPr>
        </p:nvSpPr>
        <p:spPr/>
        <p:txBody>
          <a:bodyPr/>
          <a:lstStyle/>
          <a:p>
            <a:r>
              <a:rPr>
                <a:latin typeface="맑은 고딕"/>
                <a:ea typeface="맑은 고딕"/>
              </a:rPr>
              <a:t>C-05 후보 시간 투표 (1/2)</a:t>
            </a:r>
          </a:p>
        </p:txBody>
      </p:sp>
      <p:sp>
        <p:nvSpPr>
          <p:cNvPr id="4" name="Text Placeholder 2"/>
          <p:cNvSpPr>
            <a:spLocks noGrp="1"/>
          </p:cNvSpPr>
          <p:nvPr>
            <p:ph type="body" sz="quarter" idx="11"/>
          </p:nvPr>
        </p:nvSpPr>
        <p:spPr/>
        <p:txBody>
          <a:bodyPr/>
          <a:lstStyle/>
          <a:p>
            <a:r>
              <a:rPr>
                <a:latin typeface="맑은 고딕"/>
                <a:ea typeface="맑은 고딕"/>
              </a:rPr>
              <a:t>C. 일정 · 앱 · PC · 웹</a:t>
            </a:r>
          </a:p>
        </p:txBody>
      </p:sp>
      <p:sp>
        <p:nvSpPr>
          <p:cNvPr id="5" name="TextBox 7">
            <a:extLst>
              <a:ext uri="{FF2B5EF4-FFF2-40B4-BE49-F238E27FC236}">
                <a16:creationId xmlns:a16="http://schemas.microsoft.com/office/drawing/2014/main" id="{DDF58C48-5157-4FFA-B714-C02B198B9885}"/>
              </a:ext>
            </a:extLst>
          </p:cNvPr>
          <p:cNvSpPr txBox="1"/>
          <p:nvPr/>
        </p:nvSpPr>
        <p:spPr>
          <a:xfrm>
            <a:off x="11780252" y="106980"/>
            <a:ext cx="248786" cy="230832"/>
          </a:xfrm>
          <a:prstGeom prst="rect">
            <a:avLst/>
          </a:prstGeom>
          <a:noFill/>
        </p:spPr>
        <p:txBody>
          <a:bodyPr wrap="none" rtlCol="0">
            <a:spAutoFit/>
          </a:bodyPr>
          <a:lstStyle/>
          <a:p>
            <a:r>
              <a:rPr>
                <a:latin typeface="맑은 고딕"/>
                <a:ea typeface="맑은 고딕"/>
              </a:rPr>
              <a:t>27</a:t>
            </a:r>
          </a:p>
        </p:txBody>
      </p:sp>
      <p:graphicFrame>
        <p:nvGraphicFramePr>
          <p:cNvPr id="6" name="표 6">
            <a:extLst>
              <a:ext uri="{FF2B5EF4-FFF2-40B4-BE49-F238E27FC236}">
                <a16:creationId xmlns:a16="http://schemas.microsoft.com/office/drawing/2014/main" id="{EE672C9C-2796-4CD4-B138-FB14ECB9EFA6}"/>
              </a:ext>
            </a:extLst>
          </p:cNvPr>
          <p:cNvGraphicFramePr>
            <a:graphicFrameLocks noGrp="1"/>
          </p:cNvGraphicFramePr>
          <p:nvPr>
            <p:extLst>
              <p:ext uri="{D42A27DB-BD31-4B8C-83A1-F6EECF244321}">
                <p14:modId xmlns:p14="http://schemas.microsoft.com/office/powerpoint/2010/main" val="3163780911"/>
              </p:ext>
            </p:extLst>
          </p:nvPr>
        </p:nvGraphicFramePr>
        <p:xfrm>
          <a:off x="8688288" y="476672"/>
          <a:ext cx="3384376" cy="2736301"/>
        </p:xfrm>
        <a:graphic>
          <a:graphicData uri="http://schemas.openxmlformats.org/drawingml/2006/table">
            <a:tbl>
              <a:tblPr firstRow="1" bandRow="1">
                <a:tableStyleId>{5C22544A-7EE6-4342-B048-85BDC9FD1C3A}</a:tableStyleId>
              </a:tblPr>
              <a:tblGrid>
                <a:gridCol w="403256">
                  <a:extLst>
                    <a:ext uri="{9D8B030D-6E8A-4147-A177-3AD203B41FA5}">
                      <a16:colId xmlns:a16="http://schemas.microsoft.com/office/drawing/2014/main" val="74772085"/>
                    </a:ext>
                  </a:extLst>
                </a:gridCol>
                <a:gridCol w="2981120">
                  <a:extLst>
                    <a:ext uri="{9D8B030D-6E8A-4147-A177-3AD203B41FA5}">
                      <a16:colId xmlns:a16="http://schemas.microsoft.com/office/drawing/2014/main" val="2572474025"/>
                    </a:ext>
                  </a:extLst>
                </a:gridCol>
              </a:tblGrid>
              <a:tr h="258850">
                <a:tc gridSpan="2">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1" dirty="0">
                          <a:solidFill>
                            <a:srgbClr val="4E5263"/>
                          </a:solidFill>
                          <a:latin typeface="+mn-ea"/>
                          <a:ea typeface="+mn-ea"/>
                          <a:sym typeface="맑은 고딕"/>
                        </a:rPr>
                        <a:t>Summery.</a:t>
                      </a:r>
                      <a:endParaRPr lang="en" altLang="ko-KR" sz="900" b="1" dirty="0">
                        <a:solidFill>
                          <a:srgbClr val="4E5263"/>
                        </a:solidFill>
                        <a:latin typeface="+mn-ea"/>
                        <a:ea typeface="+mn-ea"/>
                        <a:sym typeface="맑은 고딕"/>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solidFill>
                      <a:schemeClr val="bg1"/>
                    </a:solidFill>
                  </a:tcPr>
                </a:tc>
                <a:tc hMerge="1">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endParaRPr lang="en" altLang="ko-KR" sz="900" b="1" dirty="0">
                        <a:solidFill>
                          <a:srgbClr val="4E5263"/>
                        </a:solidFill>
                        <a:latin typeface="SF Pro Text" pitchFamily="2" charset="0"/>
                        <a:ea typeface="SF Pro Text" pitchFamily="2" charset="0"/>
                        <a:sym typeface="맑은 고딕"/>
                      </a:endParaRP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283880267"/>
                  </a:ext>
                </a:extLst>
              </a:tr>
              <a:tr h="786307">
                <a:tc gridSpan="2">
                  <a:txBody>
                    <a:bodyPr/>
                    <a:lstStyle/>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모두의 가능 시간이 겹치고 진행 예상 시간이 들어가는 후보에 투표한다.</a:t>
                      </a:r>
                    </a:p>
                    <a:p>
                      <a:pPr marL="108000" marR="0" lvl="0" indent="-108000" algn="just" defTabSz="914400" rtl="0" eaLnBrk="1" fontAlgn="auto" latinLnBrk="1" hangingPunct="1">
                        <a:lnSpc>
                          <a:spcPct val="120000"/>
                        </a:lnSpc>
                        <a:spcBef>
                          <a:spcPts val="0"/>
                        </a:spcBef>
                        <a:spcAft>
                          <a:spcPts val="0"/>
                        </a:spcAft>
                        <a:buClrTx/>
                        <a:buSzTx/>
                        <a:buFont typeface="Arial" panose="020B0604020202020204" pitchFamily="34" charset="0"/>
                        <a:buChar char="•"/>
                        <a:tabLst/>
                        <a:defRPr/>
                      </a:pPr>
                      <a:r>
                        <a:rPr lang="en-US" altLang="ko-KR" sz="800" b="0" dirty="0">
                          <a:solidFill>
                            <a:schemeClr val="tx1"/>
                          </a:solidFill>
                          <a:latin typeface="맑은 고딕"/>
                          <a:ea typeface="맑은 고딕"/>
                          <a:sym typeface="맑은 고딕"/>
                        </a:rPr>
                        <a:t>관련 요구사항 FR-09, FR-10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hMerge="1">
                  <a:txBody>
                    <a:bodyPr/>
                    <a:lstStyle/>
                    <a:p>
                      <a:pPr latinLnBrk="1"/>
                      <a:endParaRPr lang="ko-KR" altLang="en-US"/>
                    </a:p>
                  </a:txBody>
                  <a:tcPr/>
                </a:tc>
                <a:extLst>
                  <a:ext uri="{0D108BD9-81ED-4DB2-BD59-A6C34878D82A}">
                    <a16:rowId xmlns:a16="http://schemas.microsoft.com/office/drawing/2014/main" val="3072083066"/>
                  </a:ext>
                </a:extLst>
              </a:tr>
              <a:tr h="306000">
                <a:tc>
                  <a:txBody>
                    <a:bodyPr/>
                    <a:lstStyle/>
                    <a:p>
                      <a:pPr algn="ctr" latinLnBrk="1">
                        <a:lnSpc>
                          <a:spcPct val="120000"/>
                        </a:lnSpc>
                      </a:pPr>
                      <a:r>
                        <a:rPr lang="en-US" altLang="ko-KR" sz="850" b="0" dirty="0">
                          <a:solidFill>
                            <a:schemeClr val="tx1"/>
                          </a:solidFill>
                          <a:latin typeface="맑은 고딕"/>
                          <a:ea typeface="맑은 고딕"/>
                        </a:rPr>
                        <a:t>1</a:t>
                      </a: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후보 한 줄. 날짜, 시작과 끝, 겹치는 구간 전체. 1순위 후보가 먼저, 같은 순위는 날짜순이다.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896699591"/>
                  </a:ext>
                </a:extLst>
              </a:tr>
              <a:tr h="306000">
                <a:tc>
                  <a:txBody>
                    <a:bodyPr/>
                    <a:lstStyle/>
                    <a:p>
                      <a:pPr algn="ctr" latinLnBrk="1">
                        <a:lnSpc>
                          <a:spcPct val="120000"/>
                        </a:lnSpc>
                      </a:pPr>
                      <a:r>
                        <a:rPr lang="en-US" altLang="ko-KR" sz="850" b="0" dirty="0">
                          <a:latin typeface="맑은 고딕"/>
                          <a:ea typeface="맑은 고딕"/>
                        </a:rPr>
                        <a:t>2</a:t>
                      </a: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2순위 표시. 누군가 바뀔 수도 있다고 한 날이 들어간 후보다. 누구의 날인지 함께 쓴다.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972133637"/>
                  </a:ext>
                </a:extLst>
              </a:tr>
              <a:tr h="306000">
                <a:tc>
                  <a:txBody>
                    <a:bodyPr/>
                    <a:lstStyle/>
                    <a:p>
                      <a:pPr algn="ctr" latinLnBrk="1">
                        <a:lnSpc>
                          <a:spcPct val="120000"/>
                        </a:lnSpc>
                      </a:pPr>
                      <a:r>
                        <a:rPr lang="en-US" altLang="ko-KR" sz="850" b="0" dirty="0">
                          <a:latin typeface="맑은 고딕"/>
                          <a:ea typeface="맑은 고딕"/>
                        </a:rPr>
                        <a:t>3</a:t>
                      </a: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 체크. 여러 개를 고를 수 있다. 하나만 고르게 할지는 회의 뒤 기재.</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2075783758"/>
                  </a:ext>
                </a:extLst>
              </a:tr>
              <a:tr h="306000">
                <a:tc>
                  <a:txBody>
                    <a:bodyPr/>
                    <a:lstStyle/>
                    <a:p>
                      <a:pPr algn="ctr" latinLnBrk="1">
                        <a:lnSpc>
                          <a:spcPct val="120000"/>
                        </a:lnSpc>
                      </a:pPr>
                      <a:r>
                        <a:rPr lang="en-US" altLang="ko-KR" sz="850" b="0" dirty="0">
                          <a:latin typeface="맑은 고딕"/>
                          <a:ea typeface="맑은 고딕"/>
                        </a:rPr>
                        <a:t>4</a:t>
                      </a: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marL="0" marR="0" lvl="0" indent="0" algn="just" defTabSz="914400" rtl="0" eaLnBrk="1" fontAlgn="auto" latinLnBrk="1" hangingPunct="1">
                        <a:lnSpc>
                          <a:spcPct val="120000"/>
                        </a:lnSpc>
                        <a:spcBef>
                          <a:spcPts val="0"/>
                        </a:spcBef>
                        <a:spcAft>
                          <a:spcPts val="0"/>
                        </a:spcAft>
                        <a:buClrTx/>
                        <a:buSzTx/>
                        <a:buFontTx/>
                        <a:buNone/>
                        <a:tabLst/>
                        <a:defRPr/>
                      </a:pPr>
                      <a:r>
                        <a:rPr sz="800">
                          <a:latin typeface="맑은 고딕"/>
                          <a:ea typeface="맑은 고딕"/>
                        </a:rPr>
                        <a:t>현재 득표와 투표한 사람 수.</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068123190"/>
                  </a:ext>
                </a:extLst>
              </a:tr>
              <a:tr h="306000">
                <a:tc>
                  <a:txBody>
                    <a:bodyPr/>
                    <a:lstStyle/>
                    <a:p>
                      <a:pPr algn="ctr" latinLnBrk="1">
                        <a:lnSpc>
                          <a:spcPct val="120000"/>
                        </a:lnSpc>
                      </a:pPr>
                      <a:r>
                        <a:rPr lang="en-US" altLang="ko-KR" sz="850" b="0" dirty="0">
                          <a:latin typeface="맑은 고딕"/>
                          <a:ea typeface="맑은 고딕"/>
                        </a:rPr>
                        <a:t>5</a:t>
                      </a: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투표하기 버튼. 전원이 투표하면 최다 득표 후보로 자동 확정된다. 동점이면 날짜가 빠른 쪽.</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494350657"/>
                  </a:ext>
                </a:extLst>
              </a:tr>
              <a:tr h="306000">
                <a:tc>
                  <a:txBody>
                    <a:bodyPr/>
                    <a:lstStyle/>
                    <a:p>
                      <a:pPr algn="ctr" latinLnBrk="1">
                        <a:lnSpc>
                          <a:spcPct val="120000"/>
                        </a:lnSpc>
                      </a:pPr>
                      <a:r>
                        <a:rPr lang="en-US" altLang="ko-KR" sz="850" b="0" dirty="0">
                          <a:latin typeface="맑은 고딕"/>
                          <a:ea typeface="맑은 고딕"/>
                        </a:rPr>
                        <a:t>6</a:t>
                      </a:r>
                    </a:p>
                  </a:txBody>
                  <a:tcPr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tc>
                  <a:txBody>
                    <a:bodyPr/>
                    <a:lstStyle/>
                    <a:p>
                      <a:pPr algn="just" latinLnBrk="1">
                        <a:lnSpc>
                          <a:spcPct val="120000"/>
                        </a:lnSpc>
                      </a:pPr>
                      <a:r>
                        <a:rPr sz="800">
                          <a:latin typeface="맑은 고딕"/>
                          <a:ea typeface="맑은 고딕"/>
                        </a:rPr>
                        <a:t>후보가 하나도 없을 때는 가능 시간을 다시 받자는 안내와 팀장용 다시 요청 버튼을 보여 준다.</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noFill/>
                  </a:tcPr>
                </a:tc>
                <a:extLst>
                  <a:ext uri="{0D108BD9-81ED-4DB2-BD59-A6C34878D82A}">
                    <a16:rowId xmlns:a16="http://schemas.microsoft.com/office/drawing/2014/main" val="1839284551"/>
                  </a:ext>
                </a:extLst>
              </a:tr>
            </a:tbl>
          </a:graphicData>
        </a:graphic>
      </p:graphicFrame>
      <p:pic>
        <p:nvPicPr>
          <p:cNvPr id="7" name="Picture 8" descr="C-05_mob.png"/>
          <p:cNvPicPr>
            <a:picLocks noChangeAspect="1"/>
          </p:cNvPicPr>
          <p:nvPr/>
        </p:nvPicPr>
        <p:blipFill>
          <a:blip r:embed="rId2"/>
          <a:stretch>
            <a:fillRect/>
          </a:stretch>
        </p:blipFill>
        <p:spPr>
          <a:xfrm>
            <a:off x="215999" y="828000"/>
            <a:ext cx="2082754" cy="4272317"/>
          </a:xfrm>
          <a:prstGeom prst="rect">
            <a:avLst/>
          </a:prstGeom>
          <a:ln w="6350">
            <a:solidFill>
              <a:srgbClr val="D0D0D0"/>
            </a:solidFill>
          </a:ln>
        </p:spPr>
      </p:pic>
      <p:sp>
        <p:nvSpPr>
          <p:cNvPr id="8" name="TextBox 9"/>
          <p:cNvSpPr txBox="1"/>
          <p:nvPr/>
        </p:nvSpPr>
        <p:spPr>
          <a:xfrm>
            <a:off x="215999" y="612000"/>
            <a:ext cx="2082754" cy="180000"/>
          </a:xfrm>
          <a:prstGeom prst="rect">
            <a:avLst/>
          </a:prstGeom>
          <a:noFill/>
        </p:spPr>
        <p:txBody>
          <a:bodyPr wrap="square">
            <a:spAutoFit/>
          </a:bodyPr>
          <a:lstStyle/>
          <a:p>
            <a:r>
              <a:rPr sz="850" b="1">
                <a:solidFill>
                  <a:srgbClr val="404040"/>
                </a:solidFill>
                <a:latin typeface="맑은 고딕"/>
                <a:ea typeface="맑은 고딕"/>
              </a:rPr>
              <a:t>스마트폰 앱</a:t>
            </a:r>
          </a:p>
        </p:txBody>
      </p:sp>
      <p:pic>
        <p:nvPicPr>
          <p:cNvPr id="9" name="Picture 10" descr="C-05_web.png"/>
          <p:cNvPicPr>
            <a:picLocks noChangeAspect="1"/>
          </p:cNvPicPr>
          <p:nvPr/>
        </p:nvPicPr>
        <p:blipFill>
          <a:blip r:embed="rId3"/>
          <a:stretch>
            <a:fillRect/>
          </a:stretch>
        </p:blipFill>
        <p:spPr>
          <a:xfrm>
            <a:off x="2514754" y="828000"/>
            <a:ext cx="5981245" cy="3631470"/>
          </a:xfrm>
          <a:prstGeom prst="rect">
            <a:avLst/>
          </a:prstGeom>
          <a:ln w="6350">
            <a:solidFill>
              <a:srgbClr val="D0D0D0"/>
            </a:solidFill>
          </a:ln>
        </p:spPr>
      </p:pic>
      <p:sp>
        <p:nvSpPr>
          <p:cNvPr id="10" name="TextBox 11"/>
          <p:cNvSpPr txBox="1"/>
          <p:nvPr/>
        </p:nvSpPr>
        <p:spPr>
          <a:xfrm>
            <a:off x="2514754" y="612000"/>
            <a:ext cx="5981245" cy="180000"/>
          </a:xfrm>
          <a:prstGeom prst="rect">
            <a:avLst/>
          </a:prstGeom>
          <a:noFill/>
        </p:spPr>
        <p:txBody>
          <a:bodyPr wrap="square">
            <a:spAutoFit/>
          </a:bodyPr>
          <a:lstStyle/>
          <a:p>
            <a:r>
              <a:rPr sz="850" b="1">
                <a:solidFill>
                  <a:srgbClr val="404040"/>
                </a:solidFill>
                <a:latin typeface="맑은 고딕"/>
                <a:ea typeface="맑은 고딕"/>
              </a:rPr>
              <a:t>웹 · PC 앱</a:t>
            </a:r>
          </a:p>
        </p:txBody>
      </p:sp>
      <p:sp>
        <p:nvSpPr>
          <p:cNvPr id="11" name="TextBox 10"/>
          <p:cNvSpPr txBox="1"/>
          <p:nvPr/>
        </p:nvSpPr>
        <p:spPr>
          <a:xfrm>
            <a:off x="216000" y="6516000"/>
            <a:ext cx="11736000" cy="252000"/>
          </a:xfrm>
          <a:prstGeom prst="rect">
            <a:avLst/>
          </a:prstGeom>
          <a:noFill/>
        </p:spPr>
        <p:txBody>
          <a:bodyPr wrap="square">
            <a:spAutoFit/>
          </a:bodyPr>
          <a:lstStyle/>
          <a:p>
            <a:r>
              <a:rPr sz="900" b="1">
                <a:solidFill>
                  <a:srgbClr val="C01E1E"/>
                </a:solidFill>
                <a:latin typeface="맑은 고딕"/>
              </a:rPr>
              <a:t>[예시] 실제 프로젝트(가명)의 UI 설계 장. 흑백 캡처의 번호와 오른쪽 Description 번호가 1:1 이다. 생성할 때 이 장은 빠진다.</a:t>
            </a:r>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Black Tie</Template>
  <TotalTime>3223</TotalTime>
  <Words>595</Words>
  <Application>Microsoft Office PowerPoint</Application>
  <PresentationFormat>와이드스크린</PresentationFormat>
  <Paragraphs>236</Paragraphs>
  <Slides>9</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9</vt:i4>
      </vt:variant>
    </vt:vector>
  </HeadingPairs>
  <TitlesOfParts>
    <vt:vector size="14" baseType="lpstr">
      <vt:lpstr>SF Pro Text Medium</vt:lpstr>
      <vt:lpstr>SF Pro Text Regular</vt:lpstr>
      <vt:lpstr>맑은 고딕</vt:lpstr>
      <vt:lpstr>Arial</vt:lpstr>
      <vt:lpstr>Office 테마</vt:lpstr>
      <vt:lpstr>화면설계서 양식</vt:lpstr>
      <vt:lpstr>History</vt:lpstr>
      <vt:lpstr>서비스 개요</vt:lpstr>
      <vt:lpstr>User flow</vt:lpstr>
      <vt:lpstr>Logic process</vt:lpstr>
      <vt:lpstr>PowerPoint 프레젠테이션</vt:lpstr>
      <vt:lpstr>PowerPoint 프레젠테이션</vt:lpstr>
      <vt:lpstr>Logic process · 후보 시간 산출과 확정</vt:lpstr>
      <vt:lpstr>PowerPoint 프레젠테이션</vt:lpstr>
    </vt:vector>
  </TitlesOfParts>
  <LinksUpToDate>false</LinksUpToDate>
  <SharedDoc>false</SharedDoc>
  <HyperlinkBase>http://www.yamestyle.com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화면설계서 양식_v1.0</dc:title>
  <dc:creator/>
  <cp:keywords>야메군</cp:keywords>
  <dc:description>본 문서는 공개 배포용으로 작성된 양식으로 저작권 없이 마음껏 사용하실 수 있습니다.</dc:description>
  <cp:lastModifiedBy/>
  <cp:revision>102</cp:revision>
  <cp:lastPrinted>2019-05-29T05:54:36Z</cp:lastPrinted>
  <dcterms:created xsi:type="dcterms:W3CDTF">2019-03-11T07:43:12Z</dcterms:created>
  <dcterms:modified xsi:type="dcterms:W3CDTF">2026-09-28T03:32:17Z</dcterms:modified>
</cp:coreProperties>
</file>