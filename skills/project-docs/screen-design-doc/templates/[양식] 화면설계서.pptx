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48.xml" ContentType="application/vnd.openxmlformats-officedocument.presentationml.slide+xml"/>
  <Override PartName="/ppt/slides/slide6.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9"/>
  </p:notesMasterIdLst>
  <p:handoutMasterIdLst>
    <p:handoutMasterId r:id="rId10"/>
  </p:handoutMasterIdLst>
  <p:sldIdLst>
    <p:sldId id="256" r:id="rId2"/>
    <p:sldId id="265" r:id="rId3"/>
    <p:sldId id="276" r:id="rId4"/>
    <p:sldId id="278" r:id="rId18"/>
    <p:sldId id="280" r:id="rId20"/>
    <p:sldId id="282" r:id="rId22"/>
    <p:sldId id="286" r:id="rId26"/>
    <p:sldId id="296" r:id="rId36"/>
    <p:sldId id="299" r:id="rId39"/>
    <p:sldId id="301" r:id="rId41"/>
    <p:sldId id="307" r:id="rId47"/>
    <p:sldId id="322" r:id="rId62"/>
  </p:sldIdLst>
  <p:sldSz cx="12192000" cy="6858000"/>
  <p:notesSz cx="6797675" cy="9926638"/>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ocument Title." id="{B68C2B71-D818-4E74-B3D0-24D0F8C917E3}">
          <p14:sldIdLst>
            <p14:sldId id="256"/>
          </p14:sldIdLst>
        </p14:section>
        <p14:section name="document History." id="{FF903505-45CE-4FDE-900C-B7F30543DFE6}">
          <p14:sldIdLst>
            <p14:sldId id="265"/>
            <p14:sldId id="276"/>
            <p14:sldId id="275"/>
            <p14:sldId id="277"/>
            <p14:sldId id="273"/>
            <p14:sldId id="274"/>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15:guide id="1" orient="horz" pos="3127" userDrawn="1">
          <p15:clr>
            <a:srgbClr val="A4A3A4"/>
          </p15:clr>
        </p15:guide>
        <p15:guide id="2" pos="2141" userDrawn="1">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enjoyworks" initials="e" lastIdx="17"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DDDDD"/>
    <a:srgbClr val="FFF2E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F92A87C-AAB4-4837-A6B3-D4D781BEB7A7}" v="33" dt="2019-12-28T09:22:40.226"/>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173" autoAdjust="0"/>
    <p:restoredTop sz="92384" autoAdjust="0"/>
  </p:normalViewPr>
  <p:slideViewPr>
    <p:cSldViewPr>
      <p:cViewPr varScale="1">
        <p:scale>
          <a:sx n="119" d="100"/>
          <a:sy n="119" d="100"/>
        </p:scale>
        <p:origin x="432" y="10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p:cViewPr varScale="1">
        <p:scale>
          <a:sx n="92" d="100"/>
          <a:sy n="92" d="100"/>
        </p:scale>
        <p:origin x="-3732" y="-96"/>
      </p:cViewPr>
      <p:guideLst>
        <p:guide orient="horz" pos="3127"/>
        <p:guide pos="2141"/>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9" Type="http://schemas.openxmlformats.org/officeDocument/2006/relationships/notesMaster" Target="notesMasters/notesMaster1.xml"/><Relationship Id="rId10" Type="http://schemas.openxmlformats.org/officeDocument/2006/relationships/handoutMaster" Target="handoutMasters/handoutMaster1.xml"/><Relationship Id="rId11" Type="http://schemas.openxmlformats.org/officeDocument/2006/relationships/commentAuthors" Target="commentAuthors.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microsoft.com/office/2016/11/relationships/changesInfo" Target="changesInfos/changesInfo1.xml"/><Relationship Id="rId17" Type="http://schemas.microsoft.com/office/2015/10/relationships/revisionInfo" Target="revisionInfo.xml"/><Relationship Id="rId18" Type="http://schemas.openxmlformats.org/officeDocument/2006/relationships/slide" Target="slides/slide4.xml"/><Relationship Id="rId20" Type="http://schemas.openxmlformats.org/officeDocument/2006/relationships/slide" Target="slides/slide6.xml"/><Relationship Id="rId22" Type="http://schemas.openxmlformats.org/officeDocument/2006/relationships/slide" Target="slides/slide8.xml"/><Relationship Id="rId26" Type="http://schemas.openxmlformats.org/officeDocument/2006/relationships/slide" Target="slides/slide12.xml"/><Relationship Id="rId36" Type="http://schemas.openxmlformats.org/officeDocument/2006/relationships/slide" Target="slides/slide22.xml"/><Relationship Id="rId39" Type="http://schemas.openxmlformats.org/officeDocument/2006/relationships/slide" Target="slides/slide25.xml"/><Relationship Id="rId41" Type="http://schemas.openxmlformats.org/officeDocument/2006/relationships/slide" Target="slides/slide27.xml"/><Relationship Id="rId47" Type="http://schemas.openxmlformats.org/officeDocument/2006/relationships/slide" Target="slides/slide33.xml"/><Relationship Id="rId62" Type="http://schemas.openxmlformats.org/officeDocument/2006/relationships/slide" Target="slides/slide4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OI JUNHO" userId="2ed797a4709b55ca" providerId="LiveId" clId="{5B745F2D-BA38-4651-B32E-4E733F00C45C}"/>
    <pc:docChg chg="undo custSel addSld delSld modSld modSection">
      <pc:chgData name="CHOI JUNHO" userId="2ed797a4709b55ca" providerId="LiveId" clId="{5B745F2D-BA38-4651-B32E-4E733F00C45C}" dt="2019-10-28T05:35:24.932" v="113" actId="47"/>
      <pc:docMkLst>
        <pc:docMk/>
      </pc:docMkLst>
      <pc:sldChg chg="modSp">
        <pc:chgData name="CHOI JUNHO" userId="2ed797a4709b55ca" providerId="LiveId" clId="{5B745F2D-BA38-4651-B32E-4E733F00C45C}" dt="2019-10-28T05:31:54.468" v="26"/>
        <pc:sldMkLst>
          <pc:docMk/>
          <pc:sldMk cId="2612761801" sldId="256"/>
        </pc:sldMkLst>
        <pc:spChg chg="mod">
          <ac:chgData name="CHOI JUNHO" userId="2ed797a4709b55ca" providerId="LiveId" clId="{5B745F2D-BA38-4651-B32E-4E733F00C45C}" dt="2019-10-28T05:31:54.468" v="26"/>
          <ac:spMkLst>
            <pc:docMk/>
            <pc:sldMk cId="2612761801" sldId="256"/>
            <ac:spMk id="2" creationId="{00000000-0000-0000-0000-000000000000}"/>
          </ac:spMkLst>
        </pc:spChg>
      </pc:sldChg>
      <pc:sldChg chg="modSp">
        <pc:chgData name="CHOI JUNHO" userId="2ed797a4709b55ca" providerId="LiveId" clId="{5B745F2D-BA38-4651-B32E-4E733F00C45C}" dt="2019-10-28T05:32:00.304" v="28" actId="20577"/>
        <pc:sldMkLst>
          <pc:docMk/>
          <pc:sldMk cId="1580783546" sldId="265"/>
        </pc:sldMkLst>
        <pc:graphicFrameChg chg="modGraphic">
          <ac:chgData name="CHOI JUNHO" userId="2ed797a4709b55ca" providerId="LiveId" clId="{5B745F2D-BA38-4651-B32E-4E733F00C45C}" dt="2019-10-28T05:32:00.304" v="28" actId="20577"/>
          <ac:graphicFrameMkLst>
            <pc:docMk/>
            <pc:sldMk cId="1580783546" sldId="265"/>
            <ac:graphicFrameMk id="3" creationId="{00000000-0000-0000-0000-000000000000}"/>
          </ac:graphicFrameMkLst>
        </pc:graphicFrameChg>
      </pc:sldChg>
      <pc:sldChg chg="add del">
        <pc:chgData name="CHOI JUNHO" userId="2ed797a4709b55ca" providerId="LiveId" clId="{5B745F2D-BA38-4651-B32E-4E733F00C45C}" dt="2019-10-28T05:35:24.932" v="113" actId="47"/>
        <pc:sldMkLst>
          <pc:docMk/>
          <pc:sldMk cId="3701024981" sldId="269"/>
        </pc:sldMkLst>
      </pc:sldChg>
      <pc:sldChg chg="del">
        <pc:chgData name="CHOI JUNHO" userId="2ed797a4709b55ca" providerId="LiveId" clId="{5B745F2D-BA38-4651-B32E-4E733F00C45C}" dt="2019-10-28T05:35:24.932" v="113" actId="47"/>
        <pc:sldMkLst>
          <pc:docMk/>
          <pc:sldMk cId="1665297153" sldId="270"/>
        </pc:sldMkLst>
      </pc:sldChg>
      <pc:sldChg chg="del">
        <pc:chgData name="CHOI JUNHO" userId="2ed797a4709b55ca" providerId="LiveId" clId="{5B745F2D-BA38-4651-B32E-4E733F00C45C}" dt="2019-10-28T05:35:24.932" v="113" actId="47"/>
        <pc:sldMkLst>
          <pc:docMk/>
          <pc:sldMk cId="3762929551" sldId="271"/>
        </pc:sldMkLst>
      </pc:sldChg>
      <pc:sldChg chg="del">
        <pc:chgData name="CHOI JUNHO" userId="2ed797a4709b55ca" providerId="LiveId" clId="{5B745F2D-BA38-4651-B32E-4E733F00C45C}" dt="2019-10-28T05:35:24.932" v="113" actId="47"/>
        <pc:sldMkLst>
          <pc:docMk/>
          <pc:sldMk cId="1819313943" sldId="272"/>
        </pc:sldMkLst>
      </pc:sldChg>
      <pc:sldChg chg="addSp delSp modSp add">
        <pc:chgData name="CHOI JUNHO" userId="2ed797a4709b55ca" providerId="LiveId" clId="{5B745F2D-BA38-4651-B32E-4E733F00C45C}" dt="2019-10-28T05:32:14.218" v="30"/>
        <pc:sldMkLst>
          <pc:docMk/>
          <pc:sldMk cId="2611690818" sldId="273"/>
        </pc:sldMkLst>
        <pc:spChg chg="del">
          <ac:chgData name="CHOI JUNHO" userId="2ed797a4709b55ca" providerId="LiveId" clId="{5B745F2D-BA38-4651-B32E-4E733F00C45C}" dt="2019-10-28T05:32:14.218" v="30"/>
          <ac:spMkLst>
            <pc:docMk/>
            <pc:sldMk cId="2611690818" sldId="273"/>
            <ac:spMk id="2" creationId="{1F44A32E-7DE1-4597-97C7-D51D77B4B919}"/>
          </ac:spMkLst>
        </pc:spChg>
        <pc:spChg chg="add mod">
          <ac:chgData name="CHOI JUNHO" userId="2ed797a4709b55ca" providerId="LiveId" clId="{5B745F2D-BA38-4651-B32E-4E733F00C45C}" dt="2019-10-28T05:32:14.218" v="30"/>
          <ac:spMkLst>
            <pc:docMk/>
            <pc:sldMk cId="2611690818" sldId="273"/>
            <ac:spMk id="3" creationId="{683ED0D4-343F-4AC4-936C-4771ADDE3DEC}"/>
          </ac:spMkLst>
        </pc:spChg>
        <pc:spChg chg="add mod">
          <ac:chgData name="CHOI JUNHO" userId="2ed797a4709b55ca" providerId="LiveId" clId="{5B745F2D-BA38-4651-B32E-4E733F00C45C}" dt="2019-10-28T05:32:14.218" v="30"/>
          <ac:spMkLst>
            <pc:docMk/>
            <pc:sldMk cId="2611690818" sldId="273"/>
            <ac:spMk id="4" creationId="{566248F4-75FF-4781-B7FF-A6FE901E2D68}"/>
          </ac:spMkLst>
        </pc:spChg>
      </pc:sldChg>
      <pc:sldChg chg="addSp delSp modSp add">
        <pc:chgData name="CHOI JUNHO" userId="2ed797a4709b55ca" providerId="LiveId" clId="{5B745F2D-BA38-4651-B32E-4E733F00C45C}" dt="2019-10-28T05:33:58.322" v="69" actId="20577"/>
        <pc:sldMkLst>
          <pc:docMk/>
          <pc:sldMk cId="3759879480" sldId="274"/>
        </pc:sldMkLst>
        <pc:spChg chg="del">
          <ac:chgData name="CHOI JUNHO" userId="2ed797a4709b55ca" providerId="LiveId" clId="{5B745F2D-BA38-4651-B32E-4E733F00C45C}" dt="2019-10-28T05:32:19.407" v="32"/>
          <ac:spMkLst>
            <pc:docMk/>
            <pc:sldMk cId="3759879480" sldId="274"/>
            <ac:spMk id="2" creationId="{C4ED3712-2DC9-40C5-8E00-41249F7E522D}"/>
          </ac:spMkLst>
        </pc:spChg>
        <pc:spChg chg="del">
          <ac:chgData name="CHOI JUNHO" userId="2ed797a4709b55ca" providerId="LiveId" clId="{5B745F2D-BA38-4651-B32E-4E733F00C45C}" dt="2019-10-28T05:32:19.407" v="32"/>
          <ac:spMkLst>
            <pc:docMk/>
            <pc:sldMk cId="3759879480" sldId="274"/>
            <ac:spMk id="3" creationId="{B70C63A2-603E-49D4-A0E9-470EDB93C49A}"/>
          </ac:spMkLst>
        </pc:spChg>
        <pc:spChg chg="add mod">
          <ac:chgData name="CHOI JUNHO" userId="2ed797a4709b55ca" providerId="LiveId" clId="{5B745F2D-BA38-4651-B32E-4E733F00C45C}" dt="2019-10-28T05:32:19.407" v="32"/>
          <ac:spMkLst>
            <pc:docMk/>
            <pc:sldMk cId="3759879480" sldId="274"/>
            <ac:spMk id="4" creationId="{32E285E0-25D1-4806-B9DF-3590BD92D435}"/>
          </ac:spMkLst>
        </pc:spChg>
        <pc:spChg chg="add mod">
          <ac:chgData name="CHOI JUNHO" userId="2ed797a4709b55ca" providerId="LiveId" clId="{5B745F2D-BA38-4651-B32E-4E733F00C45C}" dt="2019-10-28T05:32:19.407" v="32"/>
          <ac:spMkLst>
            <pc:docMk/>
            <pc:sldMk cId="3759879480" sldId="274"/>
            <ac:spMk id="5" creationId="{181CE6EC-43A5-4409-9C12-1C3782E8CB22}"/>
          </ac:spMkLst>
        </pc:spChg>
        <pc:spChg chg="add mod">
          <ac:chgData name="CHOI JUNHO" userId="2ed797a4709b55ca" providerId="LiveId" clId="{5B745F2D-BA38-4651-B32E-4E733F00C45C}" dt="2019-10-28T05:32:19.407" v="32"/>
          <ac:spMkLst>
            <pc:docMk/>
            <pc:sldMk cId="3759879480" sldId="274"/>
            <ac:spMk id="6" creationId="{2CAC9F9F-8442-4289-A3DA-F53C3C82C324}"/>
          </ac:spMkLst>
        </pc:spChg>
        <pc:graphicFrameChg chg="add mod modGraphic">
          <ac:chgData name="CHOI JUNHO" userId="2ed797a4709b55ca" providerId="LiveId" clId="{5B745F2D-BA38-4651-B32E-4E733F00C45C}" dt="2019-10-28T05:33:58.322" v="69" actId="20577"/>
          <ac:graphicFrameMkLst>
            <pc:docMk/>
            <pc:sldMk cId="3759879480" sldId="274"/>
            <ac:graphicFrameMk id="7" creationId="{EE672C9C-2796-4CD4-B138-FB14ECB9EFA6}"/>
          </ac:graphicFrameMkLst>
        </pc:graphicFrameChg>
      </pc:sldChg>
      <pc:sldChg chg="modSp add">
        <pc:chgData name="CHOI JUNHO" userId="2ed797a4709b55ca" providerId="LiveId" clId="{5B745F2D-BA38-4651-B32E-4E733F00C45C}" dt="2019-10-28T05:34:28.532" v="85" actId="20577"/>
        <pc:sldMkLst>
          <pc:docMk/>
          <pc:sldMk cId="2688285372" sldId="275"/>
        </pc:sldMkLst>
        <pc:spChg chg="mod">
          <ac:chgData name="CHOI JUNHO" userId="2ed797a4709b55ca" providerId="LiveId" clId="{5B745F2D-BA38-4651-B32E-4E733F00C45C}" dt="2019-10-28T05:34:28.532" v="85" actId="20577"/>
          <ac:spMkLst>
            <pc:docMk/>
            <pc:sldMk cId="2688285372" sldId="275"/>
            <ac:spMk id="2" creationId="{719F2D03-4DCC-42DA-95ED-B3FF360D7F63}"/>
          </ac:spMkLst>
        </pc:spChg>
      </pc:sldChg>
      <pc:sldChg chg="modSp add">
        <pc:chgData name="CHOI JUNHO" userId="2ed797a4709b55ca" providerId="LiveId" clId="{5B745F2D-BA38-4651-B32E-4E733F00C45C}" dt="2019-10-28T05:34:49.385" v="110"/>
        <pc:sldMkLst>
          <pc:docMk/>
          <pc:sldMk cId="3982823181" sldId="276"/>
        </pc:sldMkLst>
        <pc:spChg chg="mod">
          <ac:chgData name="CHOI JUNHO" userId="2ed797a4709b55ca" providerId="LiveId" clId="{5B745F2D-BA38-4651-B32E-4E733F00C45C}" dt="2019-10-28T05:34:49.385" v="110"/>
          <ac:spMkLst>
            <pc:docMk/>
            <pc:sldMk cId="3982823181" sldId="276"/>
            <ac:spMk id="2" creationId="{84FE7BD8-CFC6-4079-BAE3-BDDFC826F1C7}"/>
          </ac:spMkLst>
        </pc:spChg>
      </pc:sldChg>
    </pc:docChg>
  </pc:docChgLst>
  <pc:docChgLst>
    <pc:chgData name="CHOI JUNHO" userId="2ed797a4709b55ca" providerId="LiveId" clId="{5B9CC2E5-527B-4B3B-BD11-698718A29A94}"/>
    <pc:docChg chg="undo redo custSel addSld delSld modSld sldOrd modMainMaster modSection">
      <pc:chgData name="CHOI JUNHO" userId="2ed797a4709b55ca" providerId="LiveId" clId="{5B9CC2E5-527B-4B3B-BD11-698718A29A94}" dt="2019-10-28T03:27:06.874" v="5463" actId="20577"/>
      <pc:docMkLst>
        <pc:docMk/>
      </pc:docMkLst>
      <pc:sldChg chg="modSp">
        <pc:chgData name="CHOI JUNHO" userId="2ed797a4709b55ca" providerId="LiveId" clId="{5B9CC2E5-527B-4B3B-BD11-698718A29A94}" dt="2019-10-28T02:41:35.944" v="5311" actId="20577"/>
        <pc:sldMkLst>
          <pc:docMk/>
          <pc:sldMk cId="2612761801" sldId="256"/>
        </pc:sldMkLst>
        <pc:spChg chg="mod">
          <ac:chgData name="CHOI JUNHO" userId="2ed797a4709b55ca" providerId="LiveId" clId="{5B9CC2E5-527B-4B3B-BD11-698718A29A94}" dt="2019-10-25T05:28:49.426" v="41" actId="20577"/>
          <ac:spMkLst>
            <pc:docMk/>
            <pc:sldMk cId="2612761801" sldId="256"/>
            <ac:spMk id="2" creationId="{00000000-0000-0000-0000-000000000000}"/>
          </ac:spMkLst>
        </pc:spChg>
        <pc:spChg chg="mod">
          <ac:chgData name="CHOI JUNHO" userId="2ed797a4709b55ca" providerId="LiveId" clId="{5B9CC2E5-527B-4B3B-BD11-698718A29A94}" dt="2019-10-28T02:41:32.910" v="5309" actId="20577"/>
          <ac:spMkLst>
            <pc:docMk/>
            <pc:sldMk cId="2612761801" sldId="256"/>
            <ac:spMk id="3" creationId="{00000000-0000-0000-0000-000000000000}"/>
          </ac:spMkLst>
        </pc:spChg>
        <pc:spChg chg="mod">
          <ac:chgData name="CHOI JUNHO" userId="2ed797a4709b55ca" providerId="LiveId" clId="{5B9CC2E5-527B-4B3B-BD11-698718A29A94}" dt="2019-10-28T02:41:35.944" v="5311" actId="20577"/>
          <ac:spMkLst>
            <pc:docMk/>
            <pc:sldMk cId="2612761801" sldId="256"/>
            <ac:spMk id="4" creationId="{00000000-0000-0000-0000-000000000000}"/>
          </ac:spMkLst>
        </pc:spChg>
      </pc:sldChg>
      <pc:sldChg chg="modSp">
        <pc:chgData name="CHOI JUNHO" userId="2ed797a4709b55ca" providerId="LiveId" clId="{5B9CC2E5-527B-4B3B-BD11-698718A29A94}" dt="2019-10-28T02:09:29.962" v="4609" actId="20577"/>
        <pc:sldMkLst>
          <pc:docMk/>
          <pc:sldMk cId="1580783546" sldId="265"/>
        </pc:sldMkLst>
        <pc:graphicFrameChg chg="mod modGraphic">
          <ac:chgData name="CHOI JUNHO" userId="2ed797a4709b55ca" providerId="LiveId" clId="{5B9CC2E5-527B-4B3B-BD11-698718A29A94}" dt="2019-10-28T02:09:29.962" v="4609" actId="20577"/>
          <ac:graphicFrameMkLst>
            <pc:docMk/>
            <pc:sldMk cId="1580783546" sldId="265"/>
            <ac:graphicFrameMk id="3" creationId="{00000000-0000-0000-0000-000000000000}"/>
          </ac:graphicFrameMkLst>
        </pc:graphicFrameChg>
      </pc:sldChg>
      <pc:sldChg chg="del">
        <pc:chgData name="CHOI JUNHO" userId="2ed797a4709b55ca" providerId="LiveId" clId="{5B9CC2E5-527B-4B3B-BD11-698718A29A94}" dt="2019-10-25T05:34:48.790" v="78" actId="47"/>
        <pc:sldMkLst>
          <pc:docMk/>
          <pc:sldMk cId="2062586716" sldId="266"/>
        </pc:sldMkLst>
      </pc:sldChg>
      <pc:sldChg chg="del">
        <pc:chgData name="CHOI JUNHO" userId="2ed797a4709b55ca" providerId="LiveId" clId="{5B9CC2E5-527B-4B3B-BD11-698718A29A94}" dt="2019-10-25T05:40:58.848" v="207" actId="47"/>
        <pc:sldMkLst>
          <pc:docMk/>
          <pc:sldMk cId="3410021434" sldId="268"/>
        </pc:sldMkLst>
      </pc:sldChg>
      <pc:sldChg chg="addSp delSp modSp">
        <pc:chgData name="CHOI JUNHO" userId="2ed797a4709b55ca" providerId="LiveId" clId="{5B9CC2E5-527B-4B3B-BD11-698718A29A94}" dt="2019-10-28T03:20:10.775" v="5391" actId="20577"/>
        <pc:sldMkLst>
          <pc:docMk/>
          <pc:sldMk cId="3701024981" sldId="269"/>
        </pc:sldMkLst>
        <pc:spChg chg="add mod">
          <ac:chgData name="CHOI JUNHO" userId="2ed797a4709b55ca" providerId="LiveId" clId="{5B9CC2E5-527B-4B3B-BD11-698718A29A94}" dt="2019-10-28T02:41:00.705" v="5307" actId="20577"/>
          <ac:spMkLst>
            <pc:docMk/>
            <pc:sldMk cId="3701024981" sldId="269"/>
            <ac:spMk id="2" creationId="{36AF629D-FB61-4D28-BFE2-97D677950051}"/>
          </ac:spMkLst>
        </pc:spChg>
        <pc:spChg chg="del">
          <ac:chgData name="CHOI JUNHO" userId="2ed797a4709b55ca" providerId="LiveId" clId="{5B9CC2E5-527B-4B3B-BD11-698718A29A94}" dt="2019-10-25T05:35:07.663" v="79"/>
          <ac:spMkLst>
            <pc:docMk/>
            <pc:sldMk cId="3701024981" sldId="269"/>
            <ac:spMk id="3" creationId="{65F7457F-4620-4562-AF63-E7375A57B072}"/>
          </ac:spMkLst>
        </pc:spChg>
        <pc:spChg chg="del">
          <ac:chgData name="CHOI JUNHO" userId="2ed797a4709b55ca" providerId="LiveId" clId="{5B9CC2E5-527B-4B3B-BD11-698718A29A94}" dt="2019-10-25T05:35:07.663" v="79"/>
          <ac:spMkLst>
            <pc:docMk/>
            <pc:sldMk cId="3701024981" sldId="269"/>
            <ac:spMk id="4" creationId="{507C99A5-3590-44FD-BEAC-43B85A23CB0E}"/>
          </ac:spMkLst>
        </pc:spChg>
        <pc:spChg chg="add del">
          <ac:chgData name="CHOI JUNHO" userId="2ed797a4709b55ca" providerId="LiveId" clId="{5B9CC2E5-527B-4B3B-BD11-698718A29A94}" dt="2019-10-25T05:39:43.091" v="160"/>
          <ac:spMkLst>
            <pc:docMk/>
            <pc:sldMk cId="3701024981" sldId="269"/>
            <ac:spMk id="5" creationId="{5145081E-4771-48D7-B843-7C0EDD8FC0E6}"/>
          </ac:spMkLst>
        </pc:spChg>
        <pc:spChg chg="add del">
          <ac:chgData name="CHOI JUNHO" userId="2ed797a4709b55ca" providerId="LiveId" clId="{5B9CC2E5-527B-4B3B-BD11-698718A29A94}" dt="2019-10-25T05:39:43.091" v="160"/>
          <ac:spMkLst>
            <pc:docMk/>
            <pc:sldMk cId="3701024981" sldId="269"/>
            <ac:spMk id="6" creationId="{89FE9FFD-2AB7-417C-987B-49BB3F312345}"/>
          </ac:spMkLst>
        </pc:spChg>
        <pc:spChg chg="add del">
          <ac:chgData name="CHOI JUNHO" userId="2ed797a4709b55ca" providerId="LiveId" clId="{5B9CC2E5-527B-4B3B-BD11-698718A29A94}" dt="2019-10-25T05:39:43.091" v="160"/>
          <ac:spMkLst>
            <pc:docMk/>
            <pc:sldMk cId="3701024981" sldId="269"/>
            <ac:spMk id="8" creationId="{556D1A3A-A361-43DA-BD2A-904CD5D7E973}"/>
          </ac:spMkLst>
        </pc:spChg>
        <pc:spChg chg="add del">
          <ac:chgData name="CHOI JUNHO" userId="2ed797a4709b55ca" providerId="LiveId" clId="{5B9CC2E5-527B-4B3B-BD11-698718A29A94}" dt="2019-10-25T05:39:43.091" v="160"/>
          <ac:spMkLst>
            <pc:docMk/>
            <pc:sldMk cId="3701024981" sldId="269"/>
            <ac:spMk id="9" creationId="{0A8EE39D-C58C-45D8-A6C8-5056CF02B240}"/>
          </ac:spMkLst>
        </pc:spChg>
        <pc:spChg chg="add del">
          <ac:chgData name="CHOI JUNHO" userId="2ed797a4709b55ca" providerId="LiveId" clId="{5B9CC2E5-527B-4B3B-BD11-698718A29A94}" dt="2019-10-25T05:39:43.091" v="160"/>
          <ac:spMkLst>
            <pc:docMk/>
            <pc:sldMk cId="3701024981" sldId="269"/>
            <ac:spMk id="12" creationId="{C6F82A83-96E3-4214-B91A-3F3A4A805C1C}"/>
          </ac:spMkLst>
        </pc:spChg>
        <pc:spChg chg="add del">
          <ac:chgData name="CHOI JUNHO" userId="2ed797a4709b55ca" providerId="LiveId" clId="{5B9CC2E5-527B-4B3B-BD11-698718A29A94}" dt="2019-10-25T05:39:43.091" v="160"/>
          <ac:spMkLst>
            <pc:docMk/>
            <pc:sldMk cId="3701024981" sldId="269"/>
            <ac:spMk id="13" creationId="{73501E48-BF00-4815-BF8D-4081062FF5BB}"/>
          </ac:spMkLst>
        </pc:spChg>
        <pc:spChg chg="add del">
          <ac:chgData name="CHOI JUNHO" userId="2ed797a4709b55ca" providerId="LiveId" clId="{5B9CC2E5-527B-4B3B-BD11-698718A29A94}" dt="2019-10-25T05:39:43.091" v="160"/>
          <ac:spMkLst>
            <pc:docMk/>
            <pc:sldMk cId="3701024981" sldId="269"/>
            <ac:spMk id="15" creationId="{3DD71670-A97D-4014-8C05-C719A2B442F2}"/>
          </ac:spMkLst>
        </pc:spChg>
        <pc:spChg chg="add del">
          <ac:chgData name="CHOI JUNHO" userId="2ed797a4709b55ca" providerId="LiveId" clId="{5B9CC2E5-527B-4B3B-BD11-698718A29A94}" dt="2019-10-25T05:39:43.091" v="160"/>
          <ac:spMkLst>
            <pc:docMk/>
            <pc:sldMk cId="3701024981" sldId="269"/>
            <ac:spMk id="19" creationId="{052DA4C1-5125-41CB-BF5C-159ED1401FF2}"/>
          </ac:spMkLst>
        </pc:spChg>
        <pc:spChg chg="add del">
          <ac:chgData name="CHOI JUNHO" userId="2ed797a4709b55ca" providerId="LiveId" clId="{5B9CC2E5-527B-4B3B-BD11-698718A29A94}" dt="2019-10-25T05:39:43.091" v="160"/>
          <ac:spMkLst>
            <pc:docMk/>
            <pc:sldMk cId="3701024981" sldId="269"/>
            <ac:spMk id="20" creationId="{FEBE2C58-40AC-49DC-BF3E-5C30B79FD8BE}"/>
          </ac:spMkLst>
        </pc:spChg>
        <pc:spChg chg="add del">
          <ac:chgData name="CHOI JUNHO" userId="2ed797a4709b55ca" providerId="LiveId" clId="{5B9CC2E5-527B-4B3B-BD11-698718A29A94}" dt="2019-10-25T05:39:43.091" v="160"/>
          <ac:spMkLst>
            <pc:docMk/>
            <pc:sldMk cId="3701024981" sldId="269"/>
            <ac:spMk id="23" creationId="{768898F2-EDF3-44B0-B878-8E021752DFE2}"/>
          </ac:spMkLst>
        </pc:spChg>
        <pc:spChg chg="add del">
          <ac:chgData name="CHOI JUNHO" userId="2ed797a4709b55ca" providerId="LiveId" clId="{5B9CC2E5-527B-4B3B-BD11-698718A29A94}" dt="2019-10-25T05:39:43.091" v="160"/>
          <ac:spMkLst>
            <pc:docMk/>
            <pc:sldMk cId="3701024981" sldId="269"/>
            <ac:spMk id="24" creationId="{943810F6-496E-4C2F-B4F5-0ADDD08235FF}"/>
          </ac:spMkLst>
        </pc:spChg>
        <pc:spChg chg="add del">
          <ac:chgData name="CHOI JUNHO" userId="2ed797a4709b55ca" providerId="LiveId" clId="{5B9CC2E5-527B-4B3B-BD11-698718A29A94}" dt="2019-10-25T05:39:43.091" v="160"/>
          <ac:spMkLst>
            <pc:docMk/>
            <pc:sldMk cId="3701024981" sldId="269"/>
            <ac:spMk id="30" creationId="{5F50FBDD-3D79-4D4B-ADB7-1FDC8177D977}"/>
          </ac:spMkLst>
        </pc:spChg>
        <pc:spChg chg="add del">
          <ac:chgData name="CHOI JUNHO" userId="2ed797a4709b55ca" providerId="LiveId" clId="{5B9CC2E5-527B-4B3B-BD11-698718A29A94}" dt="2019-10-25T05:39:43.091" v="160"/>
          <ac:spMkLst>
            <pc:docMk/>
            <pc:sldMk cId="3701024981" sldId="269"/>
            <ac:spMk id="31" creationId="{FAB757FE-89CE-4D56-923F-248C75D4BD54}"/>
          </ac:spMkLst>
        </pc:spChg>
        <pc:spChg chg="add del">
          <ac:chgData name="CHOI JUNHO" userId="2ed797a4709b55ca" providerId="LiveId" clId="{5B9CC2E5-527B-4B3B-BD11-698718A29A94}" dt="2019-10-25T05:39:43.091" v="160"/>
          <ac:spMkLst>
            <pc:docMk/>
            <pc:sldMk cId="3701024981" sldId="269"/>
            <ac:spMk id="32" creationId="{9B045D37-0F5A-47F1-8BF1-91FAB99C0447}"/>
          </ac:spMkLst>
        </pc:spChg>
        <pc:spChg chg="add del">
          <ac:chgData name="CHOI JUNHO" userId="2ed797a4709b55ca" providerId="LiveId" clId="{5B9CC2E5-527B-4B3B-BD11-698718A29A94}" dt="2019-10-25T05:39:43.091" v="160"/>
          <ac:spMkLst>
            <pc:docMk/>
            <pc:sldMk cId="3701024981" sldId="269"/>
            <ac:spMk id="34" creationId="{87A1A5FE-67F0-46E8-A065-172D9F56A1FF}"/>
          </ac:spMkLst>
        </pc:spChg>
        <pc:spChg chg="add">
          <ac:chgData name="CHOI JUNHO" userId="2ed797a4709b55ca" providerId="LiveId" clId="{5B9CC2E5-527B-4B3B-BD11-698718A29A94}" dt="2019-10-25T08:56:55.239" v="4213"/>
          <ac:spMkLst>
            <pc:docMk/>
            <pc:sldMk cId="3701024981" sldId="269"/>
            <ac:spMk id="34" creationId="{8E3E7AC2-EFF1-47B2-A033-BACD7C867FD6}"/>
          </ac:spMkLst>
        </pc:spChg>
        <pc:spChg chg="add mod">
          <ac:chgData name="CHOI JUNHO" userId="2ed797a4709b55ca" providerId="LiveId" clId="{5B9CC2E5-527B-4B3B-BD11-698718A29A94}" dt="2019-10-28T03:20:10.775" v="5391" actId="20577"/>
          <ac:spMkLst>
            <pc:docMk/>
            <pc:sldMk cId="3701024981" sldId="269"/>
            <ac:spMk id="35" creationId="{2CD1198F-4366-40B8-AB19-C1ABC4195F48}"/>
          </ac:spMkLst>
        </pc:spChg>
        <pc:spChg chg="add del">
          <ac:chgData name="CHOI JUNHO" userId="2ed797a4709b55ca" providerId="LiveId" clId="{5B9CC2E5-527B-4B3B-BD11-698718A29A94}" dt="2019-10-25T05:39:43.091" v="160"/>
          <ac:spMkLst>
            <pc:docMk/>
            <pc:sldMk cId="3701024981" sldId="269"/>
            <ac:spMk id="35" creationId="{85D5FA16-DCBD-4AD3-90A6-B9FA6382B3BE}"/>
          </ac:spMkLst>
        </pc:spChg>
        <pc:spChg chg="add del">
          <ac:chgData name="CHOI JUNHO" userId="2ed797a4709b55ca" providerId="LiveId" clId="{5B9CC2E5-527B-4B3B-BD11-698718A29A94}" dt="2019-10-25T05:39:43.091" v="160"/>
          <ac:spMkLst>
            <pc:docMk/>
            <pc:sldMk cId="3701024981" sldId="269"/>
            <ac:spMk id="37" creationId="{95816AFA-82A5-4726-807C-DF581B9B5593}"/>
          </ac:spMkLst>
        </pc:spChg>
        <pc:spChg chg="add del">
          <ac:chgData name="CHOI JUNHO" userId="2ed797a4709b55ca" providerId="LiveId" clId="{5B9CC2E5-527B-4B3B-BD11-698718A29A94}" dt="2019-10-25T05:39:43.091" v="160"/>
          <ac:spMkLst>
            <pc:docMk/>
            <pc:sldMk cId="3701024981" sldId="269"/>
            <ac:spMk id="38" creationId="{C6BC8A41-D249-41C7-A777-73679397A0A2}"/>
          </ac:spMkLst>
        </pc:spChg>
        <pc:spChg chg="add del">
          <ac:chgData name="CHOI JUNHO" userId="2ed797a4709b55ca" providerId="LiveId" clId="{5B9CC2E5-527B-4B3B-BD11-698718A29A94}" dt="2019-10-25T05:39:43.091" v="160"/>
          <ac:spMkLst>
            <pc:docMk/>
            <pc:sldMk cId="3701024981" sldId="269"/>
            <ac:spMk id="39" creationId="{35CB7623-E596-48E4-B5E0-C84E8D69990A}"/>
          </ac:spMkLst>
        </pc:spChg>
        <pc:spChg chg="add del">
          <ac:chgData name="CHOI JUNHO" userId="2ed797a4709b55ca" providerId="LiveId" clId="{5B9CC2E5-527B-4B3B-BD11-698718A29A94}" dt="2019-10-25T05:39:43.091" v="160"/>
          <ac:spMkLst>
            <pc:docMk/>
            <pc:sldMk cId="3701024981" sldId="269"/>
            <ac:spMk id="43" creationId="{3E3A7616-4605-4EDF-9B1C-3F03BB6046BA}"/>
          </ac:spMkLst>
        </pc:spChg>
        <pc:spChg chg="add del">
          <ac:chgData name="CHOI JUNHO" userId="2ed797a4709b55ca" providerId="LiveId" clId="{5B9CC2E5-527B-4B3B-BD11-698718A29A94}" dt="2019-10-25T05:39:43.091" v="160"/>
          <ac:spMkLst>
            <pc:docMk/>
            <pc:sldMk cId="3701024981" sldId="269"/>
            <ac:spMk id="44" creationId="{13971DD7-95A2-4285-9E39-94DA8127DA35}"/>
          </ac:spMkLst>
        </pc:spChg>
        <pc:spChg chg="add del">
          <ac:chgData name="CHOI JUNHO" userId="2ed797a4709b55ca" providerId="LiveId" clId="{5B9CC2E5-527B-4B3B-BD11-698718A29A94}" dt="2019-10-25T05:39:43.091" v="160"/>
          <ac:spMkLst>
            <pc:docMk/>
            <pc:sldMk cId="3701024981" sldId="269"/>
            <ac:spMk id="46" creationId="{6FE4B808-122B-4F12-99B4-A65A8401356F}"/>
          </ac:spMkLst>
        </pc:spChg>
        <pc:spChg chg="add del">
          <ac:chgData name="CHOI JUNHO" userId="2ed797a4709b55ca" providerId="LiveId" clId="{5B9CC2E5-527B-4B3B-BD11-698718A29A94}" dt="2019-10-25T05:39:43.091" v="160"/>
          <ac:spMkLst>
            <pc:docMk/>
            <pc:sldMk cId="3701024981" sldId="269"/>
            <ac:spMk id="47" creationId="{3BAD12AD-DBAB-4D68-9D78-8BC03F19DFC8}"/>
          </ac:spMkLst>
        </pc:spChg>
        <pc:spChg chg="add del">
          <ac:chgData name="CHOI JUNHO" userId="2ed797a4709b55ca" providerId="LiveId" clId="{5B9CC2E5-527B-4B3B-BD11-698718A29A94}" dt="2019-10-25T05:39:43.091" v="160"/>
          <ac:spMkLst>
            <pc:docMk/>
            <pc:sldMk cId="3701024981" sldId="269"/>
            <ac:spMk id="48" creationId="{B21B615D-0E55-4E90-9BA6-4BF246EF63B7}"/>
          </ac:spMkLst>
        </pc:spChg>
        <pc:spChg chg="add del">
          <ac:chgData name="CHOI JUNHO" userId="2ed797a4709b55ca" providerId="LiveId" clId="{5B9CC2E5-527B-4B3B-BD11-698718A29A94}" dt="2019-10-25T05:39:43.091" v="160"/>
          <ac:spMkLst>
            <pc:docMk/>
            <pc:sldMk cId="3701024981" sldId="269"/>
            <ac:spMk id="57" creationId="{A3345E5C-7B39-4C3C-B5B8-3190D2D43537}"/>
          </ac:spMkLst>
        </pc:spChg>
        <pc:spChg chg="add del">
          <ac:chgData name="CHOI JUNHO" userId="2ed797a4709b55ca" providerId="LiveId" clId="{5B9CC2E5-527B-4B3B-BD11-698718A29A94}" dt="2019-10-25T05:39:43.091" v="160"/>
          <ac:spMkLst>
            <pc:docMk/>
            <pc:sldMk cId="3701024981" sldId="269"/>
            <ac:spMk id="67" creationId="{A8B6CBC5-3D3D-435B-ACFD-2D039C613262}"/>
          </ac:spMkLst>
        </pc:spChg>
        <pc:spChg chg="add mod">
          <ac:chgData name="CHOI JUNHO" userId="2ed797a4709b55ca" providerId="LiveId" clId="{5B9CC2E5-527B-4B3B-BD11-698718A29A94}" dt="2019-10-25T07:13:42.093" v="1189" actId="1076"/>
          <ac:spMkLst>
            <pc:docMk/>
            <pc:sldMk cId="3701024981" sldId="269"/>
            <ac:spMk id="69" creationId="{3DB04640-59D3-46BB-90CE-0AE9AADC1C6F}"/>
          </ac:spMkLst>
        </pc:spChg>
        <pc:spChg chg="add mod">
          <ac:chgData name="CHOI JUNHO" userId="2ed797a4709b55ca" providerId="LiveId" clId="{5B9CC2E5-527B-4B3B-BD11-698718A29A94}" dt="2019-10-25T07:13:42.093" v="1189" actId="1076"/>
          <ac:spMkLst>
            <pc:docMk/>
            <pc:sldMk cId="3701024981" sldId="269"/>
            <ac:spMk id="70" creationId="{5707C282-72B3-4155-853A-E89AD61325E8}"/>
          </ac:spMkLst>
        </pc:spChg>
        <pc:spChg chg="add mod">
          <ac:chgData name="CHOI JUNHO" userId="2ed797a4709b55ca" providerId="LiveId" clId="{5B9CC2E5-527B-4B3B-BD11-698718A29A94}" dt="2019-10-25T07:25:10.582" v="1389" actId="208"/>
          <ac:spMkLst>
            <pc:docMk/>
            <pc:sldMk cId="3701024981" sldId="269"/>
            <ac:spMk id="72" creationId="{0CBCEF73-3ED6-40FA-8853-C2333DC0C357}"/>
          </ac:spMkLst>
        </pc:spChg>
        <pc:spChg chg="add del mod">
          <ac:chgData name="CHOI JUNHO" userId="2ed797a4709b55ca" providerId="LiveId" clId="{5B9CC2E5-527B-4B3B-BD11-698718A29A94}" dt="2019-10-25T06:27:24.910" v="532" actId="478"/>
          <ac:spMkLst>
            <pc:docMk/>
            <pc:sldMk cId="3701024981" sldId="269"/>
            <ac:spMk id="73" creationId="{F61959EF-B826-49EE-B885-62C97FC8EC87}"/>
          </ac:spMkLst>
        </pc:spChg>
        <pc:spChg chg="add mod">
          <ac:chgData name="CHOI JUNHO" userId="2ed797a4709b55ca" providerId="LiveId" clId="{5B9CC2E5-527B-4B3B-BD11-698718A29A94}" dt="2019-10-25T07:13:42.093" v="1189" actId="1076"/>
          <ac:spMkLst>
            <pc:docMk/>
            <pc:sldMk cId="3701024981" sldId="269"/>
            <ac:spMk id="76" creationId="{FC8C8549-B99D-4481-A32D-364266AA366E}"/>
          </ac:spMkLst>
        </pc:spChg>
        <pc:spChg chg="add mod">
          <ac:chgData name="CHOI JUNHO" userId="2ed797a4709b55ca" providerId="LiveId" clId="{5B9CC2E5-527B-4B3B-BD11-698718A29A94}" dt="2019-10-25T07:13:42.093" v="1189" actId="1076"/>
          <ac:spMkLst>
            <pc:docMk/>
            <pc:sldMk cId="3701024981" sldId="269"/>
            <ac:spMk id="77" creationId="{76B714B5-64DF-4B0A-91E6-BA4C90C4BB8C}"/>
          </ac:spMkLst>
        </pc:spChg>
        <pc:spChg chg="add del mod">
          <ac:chgData name="CHOI JUNHO" userId="2ed797a4709b55ca" providerId="LiveId" clId="{5B9CC2E5-527B-4B3B-BD11-698718A29A94}" dt="2019-10-25T05:51:44.261" v="405" actId="478"/>
          <ac:spMkLst>
            <pc:docMk/>
            <pc:sldMk cId="3701024981" sldId="269"/>
            <ac:spMk id="79" creationId="{C39638F0-8DB6-4754-800F-C25DAEB373A6}"/>
          </ac:spMkLst>
        </pc:spChg>
        <pc:spChg chg="add mod">
          <ac:chgData name="CHOI JUNHO" userId="2ed797a4709b55ca" providerId="LiveId" clId="{5B9CC2E5-527B-4B3B-BD11-698718A29A94}" dt="2019-10-25T07:13:42.093" v="1189" actId="1076"/>
          <ac:spMkLst>
            <pc:docMk/>
            <pc:sldMk cId="3701024981" sldId="269"/>
            <ac:spMk id="83" creationId="{4CC03BDE-5A03-4F43-82CB-59FF956A2CE5}"/>
          </ac:spMkLst>
        </pc:spChg>
        <pc:spChg chg="add mod">
          <ac:chgData name="CHOI JUNHO" userId="2ed797a4709b55ca" providerId="LiveId" clId="{5B9CC2E5-527B-4B3B-BD11-698718A29A94}" dt="2019-10-25T07:13:42.093" v="1189" actId="1076"/>
          <ac:spMkLst>
            <pc:docMk/>
            <pc:sldMk cId="3701024981" sldId="269"/>
            <ac:spMk id="84" creationId="{72A110A5-64C9-4E7B-8BBA-C604ED334401}"/>
          </ac:spMkLst>
        </pc:spChg>
        <pc:spChg chg="add del mod">
          <ac:chgData name="CHOI JUNHO" userId="2ed797a4709b55ca" providerId="LiveId" clId="{5B9CC2E5-527B-4B3B-BD11-698718A29A94}" dt="2019-10-25T06:27:24.910" v="532" actId="478"/>
          <ac:spMkLst>
            <pc:docMk/>
            <pc:sldMk cId="3701024981" sldId="269"/>
            <ac:spMk id="87" creationId="{540ED8A3-94C1-4EE3-A70D-48DD616D9C7C}"/>
          </ac:spMkLst>
        </pc:spChg>
        <pc:spChg chg="add mod">
          <ac:chgData name="CHOI JUNHO" userId="2ed797a4709b55ca" providerId="LiveId" clId="{5B9CC2E5-527B-4B3B-BD11-698718A29A94}" dt="2019-10-25T07:13:42.093" v="1189" actId="1076"/>
          <ac:spMkLst>
            <pc:docMk/>
            <pc:sldMk cId="3701024981" sldId="269"/>
            <ac:spMk id="88" creationId="{1F38C3FC-9EBB-4DDE-A217-28EF72881A8F}"/>
          </ac:spMkLst>
        </pc:spChg>
        <pc:spChg chg="add mod">
          <ac:chgData name="CHOI JUNHO" userId="2ed797a4709b55ca" providerId="LiveId" clId="{5B9CC2E5-527B-4B3B-BD11-698718A29A94}" dt="2019-10-25T07:13:42.093" v="1189" actId="1076"/>
          <ac:spMkLst>
            <pc:docMk/>
            <pc:sldMk cId="3701024981" sldId="269"/>
            <ac:spMk id="94" creationId="{46ED1304-8AF1-47BD-848F-C630125AFFA9}"/>
          </ac:spMkLst>
        </pc:spChg>
        <pc:spChg chg="add del mod">
          <ac:chgData name="CHOI JUNHO" userId="2ed797a4709b55ca" providerId="LiveId" clId="{5B9CC2E5-527B-4B3B-BD11-698718A29A94}" dt="2019-10-25T06:28:16.894" v="564" actId="478"/>
          <ac:spMkLst>
            <pc:docMk/>
            <pc:sldMk cId="3701024981" sldId="269"/>
            <ac:spMk id="95" creationId="{5B25950E-B861-42E0-8224-7BE0CCFE6D42}"/>
          </ac:spMkLst>
        </pc:spChg>
        <pc:spChg chg="add del mod">
          <ac:chgData name="CHOI JUNHO" userId="2ed797a4709b55ca" providerId="LiveId" clId="{5B9CC2E5-527B-4B3B-BD11-698718A29A94}" dt="2019-10-25T07:13:15.741" v="1182" actId="478"/>
          <ac:spMkLst>
            <pc:docMk/>
            <pc:sldMk cId="3701024981" sldId="269"/>
            <ac:spMk id="96" creationId="{2B171FAA-0913-4908-AB0C-AEBB6E72CA69}"/>
          </ac:spMkLst>
        </pc:spChg>
        <pc:spChg chg="add del mod">
          <ac:chgData name="CHOI JUNHO" userId="2ed797a4709b55ca" providerId="LiveId" clId="{5B9CC2E5-527B-4B3B-BD11-698718A29A94}" dt="2019-10-25T06:32:48.607" v="719" actId="478"/>
          <ac:spMkLst>
            <pc:docMk/>
            <pc:sldMk cId="3701024981" sldId="269"/>
            <ac:spMk id="98" creationId="{4614122D-95E8-490F-9010-CE3E34F9ECFA}"/>
          </ac:spMkLst>
        </pc:spChg>
        <pc:spChg chg="add del mod">
          <ac:chgData name="CHOI JUNHO" userId="2ed797a4709b55ca" providerId="LiveId" clId="{5B9CC2E5-527B-4B3B-BD11-698718A29A94}" dt="2019-10-25T07:13:15.741" v="1182" actId="478"/>
          <ac:spMkLst>
            <pc:docMk/>
            <pc:sldMk cId="3701024981" sldId="269"/>
            <ac:spMk id="99" creationId="{FD8633CE-D51C-4599-B189-2EB919208335}"/>
          </ac:spMkLst>
        </pc:spChg>
        <pc:spChg chg="add del mod">
          <ac:chgData name="CHOI JUNHO" userId="2ed797a4709b55ca" providerId="LiveId" clId="{5B9CC2E5-527B-4B3B-BD11-698718A29A94}" dt="2019-10-25T07:13:15.741" v="1182" actId="478"/>
          <ac:spMkLst>
            <pc:docMk/>
            <pc:sldMk cId="3701024981" sldId="269"/>
            <ac:spMk id="101" creationId="{49991F8E-0224-461B-8EC6-C6D76AB83560}"/>
          </ac:spMkLst>
        </pc:spChg>
        <pc:spChg chg="add del mod">
          <ac:chgData name="CHOI JUNHO" userId="2ed797a4709b55ca" providerId="LiveId" clId="{5B9CC2E5-527B-4B3B-BD11-698718A29A94}" dt="2019-10-25T06:32:48.607" v="719" actId="478"/>
          <ac:spMkLst>
            <pc:docMk/>
            <pc:sldMk cId="3701024981" sldId="269"/>
            <ac:spMk id="102" creationId="{808BF6F1-6B11-4B04-BD06-20B6A719EE1A}"/>
          </ac:spMkLst>
        </pc:spChg>
        <pc:spChg chg="add del mod">
          <ac:chgData name="CHOI JUNHO" userId="2ed797a4709b55ca" providerId="LiveId" clId="{5B9CC2E5-527B-4B3B-BD11-698718A29A94}" dt="2019-10-25T06:32:48.607" v="719" actId="478"/>
          <ac:spMkLst>
            <pc:docMk/>
            <pc:sldMk cId="3701024981" sldId="269"/>
            <ac:spMk id="103" creationId="{D1E4B964-F15B-4DD3-91EB-36901E156718}"/>
          </ac:spMkLst>
        </pc:spChg>
        <pc:spChg chg="add del mod">
          <ac:chgData name="CHOI JUNHO" userId="2ed797a4709b55ca" providerId="LiveId" clId="{5B9CC2E5-527B-4B3B-BD11-698718A29A94}" dt="2019-10-25T06:32:48.607" v="719" actId="478"/>
          <ac:spMkLst>
            <pc:docMk/>
            <pc:sldMk cId="3701024981" sldId="269"/>
            <ac:spMk id="107" creationId="{91717FD4-29CD-4E7A-9ED7-CF243FD5580E}"/>
          </ac:spMkLst>
        </pc:spChg>
        <pc:spChg chg="add del mod">
          <ac:chgData name="CHOI JUNHO" userId="2ed797a4709b55ca" providerId="LiveId" clId="{5B9CC2E5-527B-4B3B-BD11-698718A29A94}" dt="2019-10-25T06:32:48.607" v="719" actId="478"/>
          <ac:spMkLst>
            <pc:docMk/>
            <pc:sldMk cId="3701024981" sldId="269"/>
            <ac:spMk id="108" creationId="{DCE3E9D1-555D-48C9-AEF0-34E88450891D}"/>
          </ac:spMkLst>
        </pc:spChg>
        <pc:spChg chg="add del mod">
          <ac:chgData name="CHOI JUNHO" userId="2ed797a4709b55ca" providerId="LiveId" clId="{5B9CC2E5-527B-4B3B-BD11-698718A29A94}" dt="2019-10-25T07:13:15.741" v="1182" actId="478"/>
          <ac:spMkLst>
            <pc:docMk/>
            <pc:sldMk cId="3701024981" sldId="269"/>
            <ac:spMk id="110" creationId="{9E3B8983-5CAE-4018-A9D5-1F9082E96074}"/>
          </ac:spMkLst>
        </pc:spChg>
        <pc:spChg chg="add del mod">
          <ac:chgData name="CHOI JUNHO" userId="2ed797a4709b55ca" providerId="LiveId" clId="{5B9CC2E5-527B-4B3B-BD11-698718A29A94}" dt="2019-10-25T07:13:15.741" v="1182" actId="478"/>
          <ac:spMkLst>
            <pc:docMk/>
            <pc:sldMk cId="3701024981" sldId="269"/>
            <ac:spMk id="111" creationId="{752884F7-20B5-45B7-844A-16C5AC145C2C}"/>
          </ac:spMkLst>
        </pc:spChg>
        <pc:spChg chg="add del mod">
          <ac:chgData name="CHOI JUNHO" userId="2ed797a4709b55ca" providerId="LiveId" clId="{5B9CC2E5-527B-4B3B-BD11-698718A29A94}" dt="2019-10-25T07:13:15.741" v="1182" actId="478"/>
          <ac:spMkLst>
            <pc:docMk/>
            <pc:sldMk cId="3701024981" sldId="269"/>
            <ac:spMk id="112" creationId="{DDB8FDAB-5C92-4BD0-8F16-D92072FB5CA2}"/>
          </ac:spMkLst>
        </pc:spChg>
        <pc:spChg chg="add del">
          <ac:chgData name="CHOI JUNHO" userId="2ed797a4709b55ca" providerId="LiveId" clId="{5B9CC2E5-527B-4B3B-BD11-698718A29A94}" dt="2019-10-25T05:39:54.069" v="162" actId="478"/>
          <ac:spMkLst>
            <pc:docMk/>
            <pc:sldMk cId="3701024981" sldId="269"/>
            <ac:spMk id="121" creationId="{7B3EC12E-D8A8-4B52-A894-8E184CA47F93}"/>
          </ac:spMkLst>
        </pc:spChg>
        <pc:spChg chg="add mod">
          <ac:chgData name="CHOI JUNHO" userId="2ed797a4709b55ca" providerId="LiveId" clId="{5B9CC2E5-527B-4B3B-BD11-698718A29A94}" dt="2019-10-25T07:13:42.093" v="1189" actId="1076"/>
          <ac:spMkLst>
            <pc:docMk/>
            <pc:sldMk cId="3701024981" sldId="269"/>
            <ac:spMk id="131" creationId="{C6130D96-6BA8-4CF8-AEEC-E2195CF466F9}"/>
          </ac:spMkLst>
        </pc:spChg>
        <pc:spChg chg="add mod">
          <ac:chgData name="CHOI JUNHO" userId="2ed797a4709b55ca" providerId="LiveId" clId="{5B9CC2E5-527B-4B3B-BD11-698718A29A94}" dt="2019-10-25T07:13:42.093" v="1189" actId="1076"/>
          <ac:spMkLst>
            <pc:docMk/>
            <pc:sldMk cId="3701024981" sldId="269"/>
            <ac:spMk id="140" creationId="{D89EDF4A-BE55-45BA-8356-BAAEFC8B3EB2}"/>
          </ac:spMkLst>
        </pc:spChg>
        <pc:spChg chg="add mod">
          <ac:chgData name="CHOI JUNHO" userId="2ed797a4709b55ca" providerId="LiveId" clId="{5B9CC2E5-527B-4B3B-BD11-698718A29A94}" dt="2019-10-25T07:13:42.093" v="1189" actId="1076"/>
          <ac:spMkLst>
            <pc:docMk/>
            <pc:sldMk cId="3701024981" sldId="269"/>
            <ac:spMk id="143" creationId="{77DB57A1-1997-4A1F-9D3D-D71DB0AFD86E}"/>
          </ac:spMkLst>
        </pc:spChg>
        <pc:spChg chg="add del mod">
          <ac:chgData name="CHOI JUNHO" userId="2ed797a4709b55ca" providerId="LiveId" clId="{5B9CC2E5-527B-4B3B-BD11-698718A29A94}" dt="2019-10-25T06:32:13.131" v="715" actId="478"/>
          <ac:spMkLst>
            <pc:docMk/>
            <pc:sldMk cId="3701024981" sldId="269"/>
            <ac:spMk id="149" creationId="{6C2AB457-4D67-4278-82C5-23AB4F0392A5}"/>
          </ac:spMkLst>
        </pc:spChg>
        <pc:spChg chg="mod topLvl">
          <ac:chgData name="CHOI JUNHO" userId="2ed797a4709b55ca" providerId="LiveId" clId="{5B9CC2E5-527B-4B3B-BD11-698718A29A94}" dt="2019-10-25T07:12:23.978" v="1174" actId="164"/>
          <ac:spMkLst>
            <pc:docMk/>
            <pc:sldMk cId="3701024981" sldId="269"/>
            <ac:spMk id="164" creationId="{B228FF4D-8625-4754-9826-D70E4ED688BC}"/>
          </ac:spMkLst>
        </pc:spChg>
        <pc:spChg chg="mod topLvl">
          <ac:chgData name="CHOI JUNHO" userId="2ed797a4709b55ca" providerId="LiveId" clId="{5B9CC2E5-527B-4B3B-BD11-698718A29A94}" dt="2019-10-25T07:12:23.978" v="1174" actId="164"/>
          <ac:spMkLst>
            <pc:docMk/>
            <pc:sldMk cId="3701024981" sldId="269"/>
            <ac:spMk id="165" creationId="{A9E3F897-11BC-4595-9DFC-47410AEF0A19}"/>
          </ac:spMkLst>
        </pc:spChg>
        <pc:spChg chg="add mod topLvl">
          <ac:chgData name="CHOI JUNHO" userId="2ed797a4709b55ca" providerId="LiveId" clId="{5B9CC2E5-527B-4B3B-BD11-698718A29A94}" dt="2019-10-25T07:12:23.978" v="1174" actId="164"/>
          <ac:spMkLst>
            <pc:docMk/>
            <pc:sldMk cId="3701024981" sldId="269"/>
            <ac:spMk id="168" creationId="{87CFB570-B4A4-4270-9054-00A8EAF5F466}"/>
          </ac:spMkLst>
        </pc:spChg>
        <pc:spChg chg="add del mod">
          <ac:chgData name="CHOI JUNHO" userId="2ed797a4709b55ca" providerId="LiveId" clId="{5B9CC2E5-527B-4B3B-BD11-698718A29A94}" dt="2019-10-25T06:41:43.320" v="1005"/>
          <ac:spMkLst>
            <pc:docMk/>
            <pc:sldMk cId="3701024981" sldId="269"/>
            <ac:spMk id="171" creationId="{10D332CB-379A-4B45-B664-ABADDE9B355D}"/>
          </ac:spMkLst>
        </pc:spChg>
        <pc:spChg chg="add mod topLvl">
          <ac:chgData name="CHOI JUNHO" userId="2ed797a4709b55ca" providerId="LiveId" clId="{5B9CC2E5-527B-4B3B-BD11-698718A29A94}" dt="2019-10-25T07:12:23.978" v="1174" actId="164"/>
          <ac:spMkLst>
            <pc:docMk/>
            <pc:sldMk cId="3701024981" sldId="269"/>
            <ac:spMk id="172" creationId="{A2D0E1E9-AA5A-4664-AEEA-0604B3C2BFF0}"/>
          </ac:spMkLst>
        </pc:spChg>
        <pc:spChg chg="add mod topLvl">
          <ac:chgData name="CHOI JUNHO" userId="2ed797a4709b55ca" providerId="LiveId" clId="{5B9CC2E5-527B-4B3B-BD11-698718A29A94}" dt="2019-10-25T07:12:23.978" v="1174" actId="164"/>
          <ac:spMkLst>
            <pc:docMk/>
            <pc:sldMk cId="3701024981" sldId="269"/>
            <ac:spMk id="173" creationId="{3F14235B-AC64-43A0-BF99-8DABC2D38B4E}"/>
          </ac:spMkLst>
        </pc:spChg>
        <pc:spChg chg="add mod">
          <ac:chgData name="CHOI JUNHO" userId="2ed797a4709b55ca" providerId="LiveId" clId="{5B9CC2E5-527B-4B3B-BD11-698718A29A94}" dt="2019-10-25T07:25:24.093" v="1390" actId="208"/>
          <ac:spMkLst>
            <pc:docMk/>
            <pc:sldMk cId="3701024981" sldId="269"/>
            <ac:spMk id="175" creationId="{E39697E2-BDE4-4916-9079-CE6574113B7B}"/>
          </ac:spMkLst>
        </pc:spChg>
        <pc:spChg chg="add mod">
          <ac:chgData name="CHOI JUNHO" userId="2ed797a4709b55ca" providerId="LiveId" clId="{5B9CC2E5-527B-4B3B-BD11-698718A29A94}" dt="2019-10-25T07:14:23.210" v="1243" actId="1076"/>
          <ac:spMkLst>
            <pc:docMk/>
            <pc:sldMk cId="3701024981" sldId="269"/>
            <ac:spMk id="188" creationId="{D8EC30C2-4C57-4A20-95B8-15C5C6DF77EE}"/>
          </ac:spMkLst>
        </pc:spChg>
        <pc:grpChg chg="add del">
          <ac:chgData name="CHOI JUNHO" userId="2ed797a4709b55ca" providerId="LiveId" clId="{5B9CC2E5-527B-4B3B-BD11-698718A29A94}" dt="2019-10-25T05:39:43.091" v="160"/>
          <ac:grpSpMkLst>
            <pc:docMk/>
            <pc:sldMk cId="3701024981" sldId="269"/>
            <ac:grpSpMk id="26" creationId="{73965A4A-F69B-4C6A-B25E-DAF5F8EC8E17}"/>
          </ac:grpSpMkLst>
        </pc:grpChg>
        <pc:grpChg chg="add del">
          <ac:chgData name="CHOI JUNHO" userId="2ed797a4709b55ca" providerId="LiveId" clId="{5B9CC2E5-527B-4B3B-BD11-698718A29A94}" dt="2019-10-25T05:39:43.091" v="160"/>
          <ac:grpSpMkLst>
            <pc:docMk/>
            <pc:sldMk cId="3701024981" sldId="269"/>
            <ac:grpSpMk id="50" creationId="{D5533B15-A48E-4CF4-B11E-65BFE2C06213}"/>
          </ac:grpSpMkLst>
        </pc:grpChg>
        <pc:grpChg chg="add del">
          <ac:chgData name="CHOI JUNHO" userId="2ed797a4709b55ca" providerId="LiveId" clId="{5B9CC2E5-527B-4B3B-BD11-698718A29A94}" dt="2019-10-25T05:39:43.091" v="160"/>
          <ac:grpSpMkLst>
            <pc:docMk/>
            <pc:sldMk cId="3701024981" sldId="269"/>
            <ac:grpSpMk id="59" creationId="{6F292D4D-77C0-4186-B3FB-C9CBF5AA4AF2}"/>
          </ac:grpSpMkLst>
        </pc:grpChg>
        <pc:grpChg chg="add del mod">
          <ac:chgData name="CHOI JUNHO" userId="2ed797a4709b55ca" providerId="LiveId" clId="{5B9CC2E5-527B-4B3B-BD11-698718A29A94}" dt="2019-10-25T05:43:51.622" v="286" actId="478"/>
          <ac:grpSpMkLst>
            <pc:docMk/>
            <pc:sldMk cId="3701024981" sldId="269"/>
            <ac:grpSpMk id="90" creationId="{469DEBE3-56EC-4306-B211-C314BAF128B7}"/>
          </ac:grpSpMkLst>
        </pc:grpChg>
        <pc:grpChg chg="add del mod">
          <ac:chgData name="CHOI JUNHO" userId="2ed797a4709b55ca" providerId="LiveId" clId="{5B9CC2E5-527B-4B3B-BD11-698718A29A94}" dt="2019-10-25T05:43:51.622" v="286" actId="478"/>
          <ac:grpSpMkLst>
            <pc:docMk/>
            <pc:sldMk cId="3701024981" sldId="269"/>
            <ac:grpSpMk id="114" creationId="{067E5E58-3B93-4856-85A3-30E5DA81394D}"/>
          </ac:grpSpMkLst>
        </pc:grpChg>
        <pc:grpChg chg="add del mod">
          <ac:chgData name="CHOI JUNHO" userId="2ed797a4709b55ca" providerId="LiveId" clId="{5B9CC2E5-527B-4B3B-BD11-698718A29A94}" dt="2019-10-25T05:40:02.771" v="164" actId="478"/>
          <ac:grpSpMkLst>
            <pc:docMk/>
            <pc:sldMk cId="3701024981" sldId="269"/>
            <ac:grpSpMk id="123" creationId="{67151170-0DF9-4345-8745-45546F637C35}"/>
          </ac:grpSpMkLst>
        </pc:grpChg>
        <pc:grpChg chg="add del mod">
          <ac:chgData name="CHOI JUNHO" userId="2ed797a4709b55ca" providerId="LiveId" clId="{5B9CC2E5-527B-4B3B-BD11-698718A29A94}" dt="2019-10-25T06:35:21.228" v="948" actId="478"/>
          <ac:grpSpMkLst>
            <pc:docMk/>
            <pc:sldMk cId="3701024981" sldId="269"/>
            <ac:grpSpMk id="159" creationId="{275E3B6F-49D5-4E35-8D5C-D6B27CFD3CC8}"/>
          </ac:grpSpMkLst>
        </pc:grpChg>
        <pc:grpChg chg="del topLvl">
          <ac:chgData name="CHOI JUNHO" userId="2ed797a4709b55ca" providerId="LiveId" clId="{5B9CC2E5-527B-4B3B-BD11-698718A29A94}" dt="2019-10-25T06:42:22.825" v="1039" actId="165"/>
          <ac:grpSpMkLst>
            <pc:docMk/>
            <pc:sldMk cId="3701024981" sldId="269"/>
            <ac:grpSpMk id="160" creationId="{1F042681-63CE-47D4-A834-8166381C5140}"/>
          </ac:grpSpMkLst>
        </pc:grpChg>
        <pc:grpChg chg="del">
          <ac:chgData name="CHOI JUNHO" userId="2ed797a4709b55ca" providerId="LiveId" clId="{5B9CC2E5-527B-4B3B-BD11-698718A29A94}" dt="2019-10-25T06:35:19.804" v="947" actId="478"/>
          <ac:grpSpMkLst>
            <pc:docMk/>
            <pc:sldMk cId="3701024981" sldId="269"/>
            <ac:grpSpMk id="161" creationId="{9B97DAF7-FF50-44F2-BCE7-FFDE9A2F00C3}"/>
          </ac:grpSpMkLst>
        </pc:grpChg>
        <pc:grpChg chg="add del mod">
          <ac:chgData name="CHOI JUNHO" userId="2ed797a4709b55ca" providerId="LiveId" clId="{5B9CC2E5-527B-4B3B-BD11-698718A29A94}" dt="2019-10-25T07:12:02.637" v="1169" actId="165"/>
          <ac:grpSpMkLst>
            <pc:docMk/>
            <pc:sldMk cId="3701024981" sldId="269"/>
            <ac:grpSpMk id="174" creationId="{33E18EFD-70C2-44BC-86C8-8277A1D5FD02}"/>
          </ac:grpSpMkLst>
        </pc:grpChg>
        <pc:grpChg chg="add mod">
          <ac:chgData name="CHOI JUNHO" userId="2ed797a4709b55ca" providerId="LiveId" clId="{5B9CC2E5-527B-4B3B-BD11-698718A29A94}" dt="2019-10-25T07:13:42.093" v="1189" actId="1076"/>
          <ac:grpSpMkLst>
            <pc:docMk/>
            <pc:sldMk cId="3701024981" sldId="269"/>
            <ac:grpSpMk id="180" creationId="{648CEB25-FBDD-4F74-9AC2-C767979A8B28}"/>
          </ac:grpSpMkLst>
        </pc:grpChg>
        <pc:picChg chg="add del">
          <ac:chgData name="CHOI JUNHO" userId="2ed797a4709b55ca" providerId="LiveId" clId="{5B9CC2E5-527B-4B3B-BD11-698718A29A94}" dt="2019-10-25T05:39:43.091" v="160"/>
          <ac:picMkLst>
            <pc:docMk/>
            <pc:sldMk cId="3701024981" sldId="269"/>
            <ac:picMk id="18" creationId="{830373B8-BF27-4E89-AD61-2F18EA178B26}"/>
          </ac:picMkLst>
        </pc:picChg>
        <pc:picChg chg="add del">
          <ac:chgData name="CHOI JUNHO" userId="2ed797a4709b55ca" providerId="LiveId" clId="{5B9CC2E5-527B-4B3B-BD11-698718A29A94}" dt="2019-10-25T05:39:43.091" v="160"/>
          <ac:picMkLst>
            <pc:docMk/>
            <pc:sldMk cId="3701024981" sldId="269"/>
            <ac:picMk id="22" creationId="{8F8592E1-4E60-4ACF-9D7B-A110D830D13F}"/>
          </ac:picMkLst>
        </pc:picChg>
        <pc:picChg chg="add del">
          <ac:chgData name="CHOI JUNHO" userId="2ed797a4709b55ca" providerId="LiveId" clId="{5B9CC2E5-527B-4B3B-BD11-698718A29A94}" dt="2019-10-25T05:39:43.091" v="160"/>
          <ac:picMkLst>
            <pc:docMk/>
            <pc:sldMk cId="3701024981" sldId="269"/>
            <ac:picMk id="33" creationId="{D9C19D5D-98CB-4117-AA27-E86105E24619}"/>
          </ac:picMkLst>
        </pc:picChg>
        <pc:picChg chg="add del mod">
          <ac:chgData name="CHOI JUNHO" userId="2ed797a4709b55ca" providerId="LiveId" clId="{5B9CC2E5-527B-4B3B-BD11-698718A29A94}" dt="2019-10-25T06:28:16.894" v="564" actId="478"/>
          <ac:picMkLst>
            <pc:docMk/>
            <pc:sldMk cId="3701024981" sldId="269"/>
            <ac:picMk id="82" creationId="{B9D076F4-86B2-4BBF-A2F2-2706EA602EEA}"/>
          </ac:picMkLst>
        </pc:picChg>
        <pc:picChg chg="add del mod">
          <ac:chgData name="CHOI JUNHO" userId="2ed797a4709b55ca" providerId="LiveId" clId="{5B9CC2E5-527B-4B3B-BD11-698718A29A94}" dt="2019-10-25T06:27:24.910" v="532" actId="478"/>
          <ac:picMkLst>
            <pc:docMk/>
            <pc:sldMk cId="3701024981" sldId="269"/>
            <ac:picMk id="86" creationId="{935C99D6-C6E9-4229-8303-DD5EDA1DE64D}"/>
          </ac:picMkLst>
        </pc:picChg>
        <pc:picChg chg="add del mod">
          <ac:chgData name="CHOI JUNHO" userId="2ed797a4709b55ca" providerId="LiveId" clId="{5B9CC2E5-527B-4B3B-BD11-698718A29A94}" dt="2019-10-25T06:32:48.607" v="719" actId="478"/>
          <ac:picMkLst>
            <pc:docMk/>
            <pc:sldMk cId="3701024981" sldId="269"/>
            <ac:picMk id="97" creationId="{8FC03F47-1817-4F0F-AFAB-4FB6E24B0499}"/>
          </ac:picMkLst>
        </pc:picChg>
        <pc:picChg chg="add mod modCrop">
          <ac:chgData name="CHOI JUNHO" userId="2ed797a4709b55ca" providerId="LiveId" clId="{5B9CC2E5-527B-4B3B-BD11-698718A29A94}" dt="2019-10-25T07:13:42.093" v="1189" actId="1076"/>
          <ac:picMkLst>
            <pc:docMk/>
            <pc:sldMk cId="3701024981" sldId="269"/>
            <ac:picMk id="135" creationId="{808F42B4-8403-48E0-9971-6057420CF8DB}"/>
          </ac:picMkLst>
        </pc:picChg>
        <pc:picChg chg="del mod">
          <ac:chgData name="CHOI JUNHO" userId="2ed797a4709b55ca" providerId="LiveId" clId="{5B9CC2E5-527B-4B3B-BD11-698718A29A94}" dt="2019-10-25T06:35:19.804" v="947" actId="478"/>
          <ac:picMkLst>
            <pc:docMk/>
            <pc:sldMk cId="3701024981" sldId="269"/>
            <ac:picMk id="162" creationId="{53D0CF4F-070B-4A21-8B15-F98F1B5CC4EF}"/>
          </ac:picMkLst>
        </pc:picChg>
        <pc:picChg chg="del topLvl">
          <ac:chgData name="CHOI JUNHO" userId="2ed797a4709b55ca" providerId="LiveId" clId="{5B9CC2E5-527B-4B3B-BD11-698718A29A94}" dt="2019-10-25T06:35:21.228" v="948" actId="478"/>
          <ac:picMkLst>
            <pc:docMk/>
            <pc:sldMk cId="3701024981" sldId="269"/>
            <ac:picMk id="163" creationId="{D10C1909-3936-438E-8F11-4F2DD6738D85}"/>
          </ac:picMkLst>
        </pc:picChg>
        <pc:picChg chg="add del mod modCrop">
          <ac:chgData name="CHOI JUNHO" userId="2ed797a4709b55ca" providerId="LiveId" clId="{5B9CC2E5-527B-4B3B-BD11-698718A29A94}" dt="2019-10-25T07:10:46.719" v="1071" actId="478"/>
          <ac:picMkLst>
            <pc:docMk/>
            <pc:sldMk cId="3701024981" sldId="269"/>
            <ac:picMk id="167" creationId="{3FA78270-4C4E-49B0-939D-F2631D13E806}"/>
          </ac:picMkLst>
        </pc:picChg>
        <pc:picChg chg="add mod topLvl modCrop">
          <ac:chgData name="CHOI JUNHO" userId="2ed797a4709b55ca" providerId="LiveId" clId="{5B9CC2E5-527B-4B3B-BD11-698718A29A94}" dt="2019-10-25T07:12:23.978" v="1174" actId="164"/>
          <ac:picMkLst>
            <pc:docMk/>
            <pc:sldMk cId="3701024981" sldId="269"/>
            <ac:picMk id="170" creationId="{E08DECE5-737A-40BE-95C9-A4EF2BDF26AE}"/>
          </ac:picMkLst>
        </pc:picChg>
        <pc:cxnChg chg="add del">
          <ac:chgData name="CHOI JUNHO" userId="2ed797a4709b55ca" providerId="LiveId" clId="{5B9CC2E5-527B-4B3B-BD11-698718A29A94}" dt="2019-10-25T05:39:43.091" v="160"/>
          <ac:cxnSpMkLst>
            <pc:docMk/>
            <pc:sldMk cId="3701024981" sldId="269"/>
            <ac:cxnSpMk id="7" creationId="{82F60443-D388-4AE4-8008-567B6F1440E9}"/>
          </ac:cxnSpMkLst>
        </pc:cxnChg>
        <pc:cxnChg chg="add del">
          <ac:chgData name="CHOI JUNHO" userId="2ed797a4709b55ca" providerId="LiveId" clId="{5B9CC2E5-527B-4B3B-BD11-698718A29A94}" dt="2019-10-25T05:39:43.091" v="160"/>
          <ac:cxnSpMkLst>
            <pc:docMk/>
            <pc:sldMk cId="3701024981" sldId="269"/>
            <ac:cxnSpMk id="10" creationId="{E40AC733-330B-42EF-B640-D1779E3D5688}"/>
          </ac:cxnSpMkLst>
        </pc:cxnChg>
        <pc:cxnChg chg="add del">
          <ac:chgData name="CHOI JUNHO" userId="2ed797a4709b55ca" providerId="LiveId" clId="{5B9CC2E5-527B-4B3B-BD11-698718A29A94}" dt="2019-10-25T05:39:43.091" v="160"/>
          <ac:cxnSpMkLst>
            <pc:docMk/>
            <pc:sldMk cId="3701024981" sldId="269"/>
            <ac:cxnSpMk id="11" creationId="{006AAAEA-F0B0-427D-A06F-9070F0F20FEC}"/>
          </ac:cxnSpMkLst>
        </pc:cxnChg>
        <pc:cxnChg chg="add del">
          <ac:chgData name="CHOI JUNHO" userId="2ed797a4709b55ca" providerId="LiveId" clId="{5B9CC2E5-527B-4B3B-BD11-698718A29A94}" dt="2019-10-25T05:39:43.091" v="160"/>
          <ac:cxnSpMkLst>
            <pc:docMk/>
            <pc:sldMk cId="3701024981" sldId="269"/>
            <ac:cxnSpMk id="14" creationId="{4D10B893-E0FE-46DF-80D6-199811A17146}"/>
          </ac:cxnSpMkLst>
        </pc:cxnChg>
        <pc:cxnChg chg="add del">
          <ac:chgData name="CHOI JUNHO" userId="2ed797a4709b55ca" providerId="LiveId" clId="{5B9CC2E5-527B-4B3B-BD11-698718A29A94}" dt="2019-10-25T05:39:43.091" v="160"/>
          <ac:cxnSpMkLst>
            <pc:docMk/>
            <pc:sldMk cId="3701024981" sldId="269"/>
            <ac:cxnSpMk id="16" creationId="{12A53819-03BD-4B6C-BA3A-67E5FADA8D82}"/>
          </ac:cxnSpMkLst>
        </pc:cxnChg>
        <pc:cxnChg chg="add del">
          <ac:chgData name="CHOI JUNHO" userId="2ed797a4709b55ca" providerId="LiveId" clId="{5B9CC2E5-527B-4B3B-BD11-698718A29A94}" dt="2019-10-25T05:39:43.091" v="160"/>
          <ac:cxnSpMkLst>
            <pc:docMk/>
            <pc:sldMk cId="3701024981" sldId="269"/>
            <ac:cxnSpMk id="17" creationId="{CA189BD0-8ABA-4B19-A1FC-439808C916E1}"/>
          </ac:cxnSpMkLst>
        </pc:cxnChg>
        <pc:cxnChg chg="add del">
          <ac:chgData name="CHOI JUNHO" userId="2ed797a4709b55ca" providerId="LiveId" clId="{5B9CC2E5-527B-4B3B-BD11-698718A29A94}" dt="2019-10-25T05:39:43.091" v="160"/>
          <ac:cxnSpMkLst>
            <pc:docMk/>
            <pc:sldMk cId="3701024981" sldId="269"/>
            <ac:cxnSpMk id="21" creationId="{0755AE1B-1292-4706-82C2-E86CEE5D57F4}"/>
          </ac:cxnSpMkLst>
        </pc:cxnChg>
        <pc:cxnChg chg="add del">
          <ac:chgData name="CHOI JUNHO" userId="2ed797a4709b55ca" providerId="LiveId" clId="{5B9CC2E5-527B-4B3B-BD11-698718A29A94}" dt="2019-10-25T05:39:43.091" v="160"/>
          <ac:cxnSpMkLst>
            <pc:docMk/>
            <pc:sldMk cId="3701024981" sldId="269"/>
            <ac:cxnSpMk id="25" creationId="{AF2F0707-670F-41E7-B582-F1BF57596932}"/>
          </ac:cxnSpMkLst>
        </pc:cxnChg>
        <pc:cxnChg chg="add del">
          <ac:chgData name="CHOI JUNHO" userId="2ed797a4709b55ca" providerId="LiveId" clId="{5B9CC2E5-527B-4B3B-BD11-698718A29A94}" dt="2019-10-25T05:39:43.091" v="160"/>
          <ac:cxnSpMkLst>
            <pc:docMk/>
            <pc:sldMk cId="3701024981" sldId="269"/>
            <ac:cxnSpMk id="36" creationId="{FC81A4C2-34EF-4E69-B458-65C8DEEC0BEC}"/>
          </ac:cxnSpMkLst>
        </pc:cxnChg>
        <pc:cxnChg chg="add del">
          <ac:chgData name="CHOI JUNHO" userId="2ed797a4709b55ca" providerId="LiveId" clId="{5B9CC2E5-527B-4B3B-BD11-698718A29A94}" dt="2019-10-25T05:39:43.091" v="160"/>
          <ac:cxnSpMkLst>
            <pc:docMk/>
            <pc:sldMk cId="3701024981" sldId="269"/>
            <ac:cxnSpMk id="40" creationId="{D3F612FB-84D3-4CB9-8678-4C4204749EC2}"/>
          </ac:cxnSpMkLst>
        </pc:cxnChg>
        <pc:cxnChg chg="add del">
          <ac:chgData name="CHOI JUNHO" userId="2ed797a4709b55ca" providerId="LiveId" clId="{5B9CC2E5-527B-4B3B-BD11-698718A29A94}" dt="2019-10-25T05:39:43.091" v="160"/>
          <ac:cxnSpMkLst>
            <pc:docMk/>
            <pc:sldMk cId="3701024981" sldId="269"/>
            <ac:cxnSpMk id="41" creationId="{A8F6D12E-9AF9-4F2C-B6CD-EFAC7B1C7FD2}"/>
          </ac:cxnSpMkLst>
        </pc:cxnChg>
        <pc:cxnChg chg="add del">
          <ac:chgData name="CHOI JUNHO" userId="2ed797a4709b55ca" providerId="LiveId" clId="{5B9CC2E5-527B-4B3B-BD11-698718A29A94}" dt="2019-10-25T05:39:43.091" v="160"/>
          <ac:cxnSpMkLst>
            <pc:docMk/>
            <pc:sldMk cId="3701024981" sldId="269"/>
            <ac:cxnSpMk id="42" creationId="{6430F623-9B70-4714-9B24-FE16A78CF560}"/>
          </ac:cxnSpMkLst>
        </pc:cxnChg>
        <pc:cxnChg chg="add del">
          <ac:chgData name="CHOI JUNHO" userId="2ed797a4709b55ca" providerId="LiveId" clId="{5B9CC2E5-527B-4B3B-BD11-698718A29A94}" dt="2019-10-25T05:39:43.091" v="160"/>
          <ac:cxnSpMkLst>
            <pc:docMk/>
            <pc:sldMk cId="3701024981" sldId="269"/>
            <ac:cxnSpMk id="45" creationId="{984BB242-CBFE-4F96-9AA3-1D2498C68D10}"/>
          </ac:cxnSpMkLst>
        </pc:cxnChg>
        <pc:cxnChg chg="add del">
          <ac:chgData name="CHOI JUNHO" userId="2ed797a4709b55ca" providerId="LiveId" clId="{5B9CC2E5-527B-4B3B-BD11-698718A29A94}" dt="2019-10-25T05:39:43.091" v="160"/>
          <ac:cxnSpMkLst>
            <pc:docMk/>
            <pc:sldMk cId="3701024981" sldId="269"/>
            <ac:cxnSpMk id="49" creationId="{4EE1EE90-A5E1-482E-9CD5-FB07695FE87F}"/>
          </ac:cxnSpMkLst>
        </pc:cxnChg>
        <pc:cxnChg chg="add del">
          <ac:chgData name="CHOI JUNHO" userId="2ed797a4709b55ca" providerId="LiveId" clId="{5B9CC2E5-527B-4B3B-BD11-698718A29A94}" dt="2019-10-25T05:39:43.091" v="160"/>
          <ac:cxnSpMkLst>
            <pc:docMk/>
            <pc:sldMk cId="3701024981" sldId="269"/>
            <ac:cxnSpMk id="58" creationId="{2713420F-18A1-4F23-A165-5053CA5DA8C1}"/>
          </ac:cxnSpMkLst>
        </pc:cxnChg>
        <pc:cxnChg chg="add del">
          <ac:chgData name="CHOI JUNHO" userId="2ed797a4709b55ca" providerId="LiveId" clId="{5B9CC2E5-527B-4B3B-BD11-698718A29A94}" dt="2019-10-25T05:39:43.091" v="160"/>
          <ac:cxnSpMkLst>
            <pc:docMk/>
            <pc:sldMk cId="3701024981" sldId="269"/>
            <ac:cxnSpMk id="65" creationId="{32F873C4-4D37-4C58-A756-3A233C0C6F40}"/>
          </ac:cxnSpMkLst>
        </pc:cxnChg>
        <pc:cxnChg chg="add del">
          <ac:chgData name="CHOI JUNHO" userId="2ed797a4709b55ca" providerId="LiveId" clId="{5B9CC2E5-527B-4B3B-BD11-698718A29A94}" dt="2019-10-25T05:39:43.091" v="160"/>
          <ac:cxnSpMkLst>
            <pc:docMk/>
            <pc:sldMk cId="3701024981" sldId="269"/>
            <ac:cxnSpMk id="66" creationId="{2AD7751B-C43C-4372-B4B2-18A2B5F8A570}"/>
          </ac:cxnSpMkLst>
        </pc:cxnChg>
        <pc:cxnChg chg="add del">
          <ac:chgData name="CHOI JUNHO" userId="2ed797a4709b55ca" providerId="LiveId" clId="{5B9CC2E5-527B-4B3B-BD11-698718A29A94}" dt="2019-10-25T05:39:43.091" v="160"/>
          <ac:cxnSpMkLst>
            <pc:docMk/>
            <pc:sldMk cId="3701024981" sldId="269"/>
            <ac:cxnSpMk id="68" creationId="{FDEB2FCA-AA88-456C-8676-479C3DBC21C6}"/>
          </ac:cxnSpMkLst>
        </pc:cxnChg>
        <pc:cxnChg chg="add mod">
          <ac:chgData name="CHOI JUNHO" userId="2ed797a4709b55ca" providerId="LiveId" clId="{5B9CC2E5-527B-4B3B-BD11-698718A29A94}" dt="2019-10-25T07:13:42.093" v="1189" actId="1076"/>
          <ac:cxnSpMkLst>
            <pc:docMk/>
            <pc:sldMk cId="3701024981" sldId="269"/>
            <ac:cxnSpMk id="71" creationId="{0EB19EE5-9465-4623-B5E6-86A4EEA948BC}"/>
          </ac:cxnSpMkLst>
        </pc:cxnChg>
        <pc:cxnChg chg="add del mod">
          <ac:chgData name="CHOI JUNHO" userId="2ed797a4709b55ca" providerId="LiveId" clId="{5B9CC2E5-527B-4B3B-BD11-698718A29A94}" dt="2019-10-25T06:27:24.910" v="532" actId="478"/>
          <ac:cxnSpMkLst>
            <pc:docMk/>
            <pc:sldMk cId="3701024981" sldId="269"/>
            <ac:cxnSpMk id="74" creationId="{6992C6D2-C648-43B7-A8F1-8CB36F4281D0}"/>
          </ac:cxnSpMkLst>
        </pc:cxnChg>
        <pc:cxnChg chg="add mod">
          <ac:chgData name="CHOI JUNHO" userId="2ed797a4709b55ca" providerId="LiveId" clId="{5B9CC2E5-527B-4B3B-BD11-698718A29A94}" dt="2019-10-25T07:13:42.093" v="1189" actId="1076"/>
          <ac:cxnSpMkLst>
            <pc:docMk/>
            <pc:sldMk cId="3701024981" sldId="269"/>
            <ac:cxnSpMk id="75" creationId="{3EAA323F-DBB6-4EA2-A233-C692700A4A09}"/>
          </ac:cxnSpMkLst>
        </pc:cxnChg>
        <pc:cxnChg chg="add mod">
          <ac:chgData name="CHOI JUNHO" userId="2ed797a4709b55ca" providerId="LiveId" clId="{5B9CC2E5-527B-4B3B-BD11-698718A29A94}" dt="2019-10-25T07:13:42.093" v="1189" actId="1076"/>
          <ac:cxnSpMkLst>
            <pc:docMk/>
            <pc:sldMk cId="3701024981" sldId="269"/>
            <ac:cxnSpMk id="78" creationId="{D05A348D-A722-4F99-9226-69B4D9EA6C86}"/>
          </ac:cxnSpMkLst>
        </pc:cxnChg>
        <pc:cxnChg chg="add del mod">
          <ac:chgData name="CHOI JUNHO" userId="2ed797a4709b55ca" providerId="LiveId" clId="{5B9CC2E5-527B-4B3B-BD11-698718A29A94}" dt="2019-10-25T05:51:46.362" v="406" actId="478"/>
          <ac:cxnSpMkLst>
            <pc:docMk/>
            <pc:sldMk cId="3701024981" sldId="269"/>
            <ac:cxnSpMk id="80" creationId="{59FCD48E-D5DB-4DC5-B725-96E43EF95485}"/>
          </ac:cxnSpMkLst>
        </pc:cxnChg>
        <pc:cxnChg chg="add mod">
          <ac:chgData name="CHOI JUNHO" userId="2ed797a4709b55ca" providerId="LiveId" clId="{5B9CC2E5-527B-4B3B-BD11-698718A29A94}" dt="2019-10-25T07:13:42.093" v="1189" actId="1076"/>
          <ac:cxnSpMkLst>
            <pc:docMk/>
            <pc:sldMk cId="3701024981" sldId="269"/>
            <ac:cxnSpMk id="81" creationId="{1531A96F-ADC4-488E-B8F7-C84DFF9517F3}"/>
          </ac:cxnSpMkLst>
        </pc:cxnChg>
        <pc:cxnChg chg="add del mod">
          <ac:chgData name="CHOI JUNHO" userId="2ed797a4709b55ca" providerId="LiveId" clId="{5B9CC2E5-527B-4B3B-BD11-698718A29A94}" dt="2019-10-25T06:28:38.255" v="566" actId="478"/>
          <ac:cxnSpMkLst>
            <pc:docMk/>
            <pc:sldMk cId="3701024981" sldId="269"/>
            <ac:cxnSpMk id="85" creationId="{D6902273-800C-4829-9318-3C57F8444D23}"/>
          </ac:cxnSpMkLst>
        </pc:cxnChg>
        <pc:cxnChg chg="add mod">
          <ac:chgData name="CHOI JUNHO" userId="2ed797a4709b55ca" providerId="LiveId" clId="{5B9CC2E5-527B-4B3B-BD11-698718A29A94}" dt="2019-10-25T07:13:42.093" v="1189" actId="1076"/>
          <ac:cxnSpMkLst>
            <pc:docMk/>
            <pc:sldMk cId="3701024981" sldId="269"/>
            <ac:cxnSpMk id="89" creationId="{47020681-DCBB-4A06-927F-F33D01FFE2F6}"/>
          </ac:cxnSpMkLst>
        </pc:cxnChg>
        <pc:cxnChg chg="add del mod">
          <ac:chgData name="CHOI JUNHO" userId="2ed797a4709b55ca" providerId="LiveId" clId="{5B9CC2E5-527B-4B3B-BD11-698718A29A94}" dt="2019-10-25T07:13:15.741" v="1182" actId="478"/>
          <ac:cxnSpMkLst>
            <pc:docMk/>
            <pc:sldMk cId="3701024981" sldId="269"/>
            <ac:cxnSpMk id="100" creationId="{E8672D36-1605-4143-BB1F-200DD00DC313}"/>
          </ac:cxnSpMkLst>
        </pc:cxnChg>
        <pc:cxnChg chg="add del mod">
          <ac:chgData name="CHOI JUNHO" userId="2ed797a4709b55ca" providerId="LiveId" clId="{5B9CC2E5-527B-4B3B-BD11-698718A29A94}" dt="2019-10-25T06:32:48.607" v="719" actId="478"/>
          <ac:cxnSpMkLst>
            <pc:docMk/>
            <pc:sldMk cId="3701024981" sldId="269"/>
            <ac:cxnSpMk id="104" creationId="{E9BF8B63-ACAA-488F-BEF8-3889D9803123}"/>
          </ac:cxnSpMkLst>
        </pc:cxnChg>
        <pc:cxnChg chg="add del mod">
          <ac:chgData name="CHOI JUNHO" userId="2ed797a4709b55ca" providerId="LiveId" clId="{5B9CC2E5-527B-4B3B-BD11-698718A29A94}" dt="2019-10-25T06:30:16.492" v="710" actId="478"/>
          <ac:cxnSpMkLst>
            <pc:docMk/>
            <pc:sldMk cId="3701024981" sldId="269"/>
            <ac:cxnSpMk id="105" creationId="{A36759AF-AF89-463C-BAB3-4680DC99FD06}"/>
          </ac:cxnSpMkLst>
        </pc:cxnChg>
        <pc:cxnChg chg="add del mod">
          <ac:chgData name="CHOI JUNHO" userId="2ed797a4709b55ca" providerId="LiveId" clId="{5B9CC2E5-527B-4B3B-BD11-698718A29A94}" dt="2019-10-25T06:32:48.607" v="719" actId="478"/>
          <ac:cxnSpMkLst>
            <pc:docMk/>
            <pc:sldMk cId="3701024981" sldId="269"/>
            <ac:cxnSpMk id="106" creationId="{052D78D7-57D9-4C47-9020-0A600D3C5380}"/>
          </ac:cxnSpMkLst>
        </pc:cxnChg>
        <pc:cxnChg chg="add del mod">
          <ac:chgData name="CHOI JUNHO" userId="2ed797a4709b55ca" providerId="LiveId" clId="{5B9CC2E5-527B-4B3B-BD11-698718A29A94}" dt="2019-10-25T06:32:48.607" v="719" actId="478"/>
          <ac:cxnSpMkLst>
            <pc:docMk/>
            <pc:sldMk cId="3701024981" sldId="269"/>
            <ac:cxnSpMk id="109" creationId="{A58DC7D0-3FD2-40A5-8183-8077FD8FDF3C}"/>
          </ac:cxnSpMkLst>
        </pc:cxnChg>
        <pc:cxnChg chg="add del mod">
          <ac:chgData name="CHOI JUNHO" userId="2ed797a4709b55ca" providerId="LiveId" clId="{5B9CC2E5-527B-4B3B-BD11-698718A29A94}" dt="2019-10-25T07:13:15.741" v="1182" actId="478"/>
          <ac:cxnSpMkLst>
            <pc:docMk/>
            <pc:sldMk cId="3701024981" sldId="269"/>
            <ac:cxnSpMk id="113" creationId="{A2214370-40F2-4D7B-93AC-05D0BC99C6C0}"/>
          </ac:cxnSpMkLst>
        </pc:cxnChg>
        <pc:cxnChg chg="add del">
          <ac:chgData name="CHOI JUNHO" userId="2ed797a4709b55ca" providerId="LiveId" clId="{5B9CC2E5-527B-4B3B-BD11-698718A29A94}" dt="2019-10-25T05:39:54.069" v="162" actId="478"/>
          <ac:cxnSpMkLst>
            <pc:docMk/>
            <pc:sldMk cId="3701024981" sldId="269"/>
            <ac:cxnSpMk id="122" creationId="{EB0EFF9E-80F3-4A60-8B2F-03E97EB2DC74}"/>
          </ac:cxnSpMkLst>
        </pc:cxnChg>
        <pc:cxnChg chg="add del mod">
          <ac:chgData name="CHOI JUNHO" userId="2ed797a4709b55ca" providerId="LiveId" clId="{5B9CC2E5-527B-4B3B-BD11-698718A29A94}" dt="2019-10-25T06:32:48.607" v="719" actId="478"/>
          <ac:cxnSpMkLst>
            <pc:docMk/>
            <pc:sldMk cId="3701024981" sldId="269"/>
            <ac:cxnSpMk id="129" creationId="{BA0AB1E8-26AA-410F-AEFC-695C43A5A608}"/>
          </ac:cxnSpMkLst>
        </pc:cxnChg>
        <pc:cxnChg chg="add del mod">
          <ac:chgData name="CHOI JUNHO" userId="2ed797a4709b55ca" providerId="LiveId" clId="{5B9CC2E5-527B-4B3B-BD11-698718A29A94}" dt="2019-10-25T07:13:15.741" v="1182" actId="478"/>
          <ac:cxnSpMkLst>
            <pc:docMk/>
            <pc:sldMk cId="3701024981" sldId="269"/>
            <ac:cxnSpMk id="130" creationId="{387D208A-160D-4847-B605-F532134080E8}"/>
          </ac:cxnSpMkLst>
        </pc:cxnChg>
        <pc:cxnChg chg="add del mod">
          <ac:chgData name="CHOI JUNHO" userId="2ed797a4709b55ca" providerId="LiveId" clId="{5B9CC2E5-527B-4B3B-BD11-698718A29A94}" dt="2019-10-25T07:13:15.741" v="1182" actId="478"/>
          <ac:cxnSpMkLst>
            <pc:docMk/>
            <pc:sldMk cId="3701024981" sldId="269"/>
            <ac:cxnSpMk id="132" creationId="{AE5F4CD1-B006-4839-A069-1AF149D652B2}"/>
          </ac:cxnSpMkLst>
        </pc:cxnChg>
        <pc:cxnChg chg="add del">
          <ac:chgData name="CHOI JUNHO" userId="2ed797a4709b55ca" providerId="LiveId" clId="{5B9CC2E5-527B-4B3B-BD11-698718A29A94}" dt="2019-10-25T06:19:24.893" v="413" actId="478"/>
          <ac:cxnSpMkLst>
            <pc:docMk/>
            <pc:sldMk cId="3701024981" sldId="269"/>
            <ac:cxnSpMk id="144" creationId="{563164BD-0186-4492-81E6-AF722D320517}"/>
          </ac:cxnSpMkLst>
        </pc:cxnChg>
        <pc:cxnChg chg="add mod">
          <ac:chgData name="CHOI JUNHO" userId="2ed797a4709b55ca" providerId="LiveId" clId="{5B9CC2E5-527B-4B3B-BD11-698718A29A94}" dt="2019-10-25T07:13:42.093" v="1189" actId="1076"/>
          <ac:cxnSpMkLst>
            <pc:docMk/>
            <pc:sldMk cId="3701024981" sldId="269"/>
            <ac:cxnSpMk id="145" creationId="{1844ECF1-8D41-4F66-9DF0-1A724E1BBF8D}"/>
          </ac:cxnSpMkLst>
        </pc:cxnChg>
        <pc:cxnChg chg="add mod">
          <ac:chgData name="CHOI JUNHO" userId="2ed797a4709b55ca" providerId="LiveId" clId="{5B9CC2E5-527B-4B3B-BD11-698718A29A94}" dt="2019-10-25T07:13:42.093" v="1189" actId="1076"/>
          <ac:cxnSpMkLst>
            <pc:docMk/>
            <pc:sldMk cId="3701024981" sldId="269"/>
            <ac:cxnSpMk id="151" creationId="{CD6A5F96-73E1-42FF-92DC-3027731D9A6D}"/>
          </ac:cxnSpMkLst>
        </pc:cxnChg>
        <pc:cxnChg chg="add del mod">
          <ac:chgData name="CHOI JUNHO" userId="2ed797a4709b55ca" providerId="LiveId" clId="{5B9CC2E5-527B-4B3B-BD11-698718A29A94}" dt="2019-10-25T06:32:12.084" v="714" actId="478"/>
          <ac:cxnSpMkLst>
            <pc:docMk/>
            <pc:sldMk cId="3701024981" sldId="269"/>
            <ac:cxnSpMk id="154" creationId="{81E88BD0-4DBA-4347-B762-6A491B45153C}"/>
          </ac:cxnSpMkLst>
        </pc:cxnChg>
        <pc:cxnChg chg="add mod">
          <ac:chgData name="CHOI JUNHO" userId="2ed797a4709b55ca" providerId="LiveId" clId="{5B9CC2E5-527B-4B3B-BD11-698718A29A94}" dt="2019-10-25T07:13:42.093" v="1189" actId="1076"/>
          <ac:cxnSpMkLst>
            <pc:docMk/>
            <pc:sldMk cId="3701024981" sldId="269"/>
            <ac:cxnSpMk id="176" creationId="{F0764B5C-7996-4555-A6C8-DCF384F07B15}"/>
          </ac:cxnSpMkLst>
        </pc:cxnChg>
        <pc:cxnChg chg="add mod">
          <ac:chgData name="CHOI JUNHO" userId="2ed797a4709b55ca" providerId="LiveId" clId="{5B9CC2E5-527B-4B3B-BD11-698718A29A94}" dt="2019-10-25T07:13:42.093" v="1189" actId="1076"/>
          <ac:cxnSpMkLst>
            <pc:docMk/>
            <pc:sldMk cId="3701024981" sldId="269"/>
            <ac:cxnSpMk id="184" creationId="{2038451C-79FF-48C2-8602-E9EAA305AAD6}"/>
          </ac:cxnSpMkLst>
        </pc:cxnChg>
      </pc:sldChg>
      <pc:sldChg chg="addSp delSp modSp add">
        <pc:chgData name="CHOI JUNHO" userId="2ed797a4709b55ca" providerId="LiveId" clId="{5B9CC2E5-527B-4B3B-BD11-698718A29A94}" dt="2019-10-28T03:27:06.874" v="5463" actId="20577"/>
        <pc:sldMkLst>
          <pc:docMk/>
          <pc:sldMk cId="1665297153" sldId="270"/>
        </pc:sldMkLst>
        <pc:spChg chg="mod">
          <ac:chgData name="CHOI JUNHO" userId="2ed797a4709b55ca" providerId="LiveId" clId="{5B9CC2E5-527B-4B3B-BD11-698718A29A94}" dt="2019-10-28T03:22:41.795" v="5423" actId="20577"/>
          <ac:spMkLst>
            <pc:docMk/>
            <pc:sldMk cId="1665297153" sldId="270"/>
            <ac:spMk id="2" creationId="{C0A9B755-95D3-4E21-9F5C-A6467321ABBF}"/>
          </ac:spMkLst>
        </pc:spChg>
        <pc:spChg chg="add mod">
          <ac:chgData name="CHOI JUNHO" userId="2ed797a4709b55ca" providerId="LiveId" clId="{5B9CC2E5-527B-4B3B-BD11-698718A29A94}" dt="2019-10-25T08:20:09.419" v="3103" actId="1076"/>
          <ac:spMkLst>
            <pc:docMk/>
            <pc:sldMk cId="1665297153" sldId="270"/>
            <ac:spMk id="3" creationId="{08404561-832C-42A9-BCE1-4B921D68F947}"/>
          </ac:spMkLst>
        </pc:spChg>
        <pc:spChg chg="add del mod">
          <ac:chgData name="CHOI JUNHO" userId="2ed797a4709b55ca" providerId="LiveId" clId="{5B9CC2E5-527B-4B3B-BD11-698718A29A94}" dt="2019-10-25T08:13:03.332" v="2949" actId="478"/>
          <ac:spMkLst>
            <pc:docMk/>
            <pc:sldMk cId="1665297153" sldId="270"/>
            <ac:spMk id="4" creationId="{FF4389FC-924B-442D-9CE5-AE54ADC0657C}"/>
          </ac:spMkLst>
        </pc:spChg>
        <pc:spChg chg="add del mod">
          <ac:chgData name="CHOI JUNHO" userId="2ed797a4709b55ca" providerId="LiveId" clId="{5B9CC2E5-527B-4B3B-BD11-698718A29A94}" dt="2019-10-25T07:34:11.627" v="1816" actId="478"/>
          <ac:spMkLst>
            <pc:docMk/>
            <pc:sldMk cId="1665297153" sldId="270"/>
            <ac:spMk id="6" creationId="{10832364-E72E-4F8B-BFF7-FBA34E68733F}"/>
          </ac:spMkLst>
        </pc:spChg>
        <pc:spChg chg="add mod">
          <ac:chgData name="CHOI JUNHO" userId="2ed797a4709b55ca" providerId="LiveId" clId="{5B9CC2E5-527B-4B3B-BD11-698718A29A94}" dt="2019-10-25T08:20:09.419" v="3103" actId="1076"/>
          <ac:spMkLst>
            <pc:docMk/>
            <pc:sldMk cId="1665297153" sldId="270"/>
            <ac:spMk id="8" creationId="{5B3699D4-E2C7-49B9-B41C-250D3577104E}"/>
          </ac:spMkLst>
        </pc:spChg>
        <pc:spChg chg="add del mod">
          <ac:chgData name="CHOI JUNHO" userId="2ed797a4709b55ca" providerId="LiveId" clId="{5B9CC2E5-527B-4B3B-BD11-698718A29A94}" dt="2019-10-25T07:34:11.627" v="1816" actId="478"/>
          <ac:spMkLst>
            <pc:docMk/>
            <pc:sldMk cId="1665297153" sldId="270"/>
            <ac:spMk id="9" creationId="{249044E2-7F89-4F2D-98B4-F40F27701E2B}"/>
          </ac:spMkLst>
        </pc:spChg>
        <pc:spChg chg="add del mod">
          <ac:chgData name="CHOI JUNHO" userId="2ed797a4709b55ca" providerId="LiveId" clId="{5B9CC2E5-527B-4B3B-BD11-698718A29A94}" dt="2019-10-25T07:34:11.627" v="1816" actId="478"/>
          <ac:spMkLst>
            <pc:docMk/>
            <pc:sldMk cId="1665297153" sldId="270"/>
            <ac:spMk id="12" creationId="{9263FB49-5653-42EE-9DE3-44B39B5864DF}"/>
          </ac:spMkLst>
        </pc:spChg>
        <pc:spChg chg="add del mod">
          <ac:chgData name="CHOI JUNHO" userId="2ed797a4709b55ca" providerId="LiveId" clId="{5B9CC2E5-527B-4B3B-BD11-698718A29A94}" dt="2019-10-25T07:34:11.627" v="1816" actId="478"/>
          <ac:spMkLst>
            <pc:docMk/>
            <pc:sldMk cId="1665297153" sldId="270"/>
            <ac:spMk id="13" creationId="{D82CBA51-CB7F-44EF-BE32-A3EF4EB0264B}"/>
          </ac:spMkLst>
        </pc:spChg>
        <pc:spChg chg="add mod">
          <ac:chgData name="CHOI JUNHO" userId="2ed797a4709b55ca" providerId="LiveId" clId="{5B9CC2E5-527B-4B3B-BD11-698718A29A94}" dt="2019-10-25T08:20:09.419" v="3103" actId="1076"/>
          <ac:spMkLst>
            <pc:docMk/>
            <pc:sldMk cId="1665297153" sldId="270"/>
            <ac:spMk id="14" creationId="{E186A483-920D-49FF-BB8D-66835DCA4BF2}"/>
          </ac:spMkLst>
        </pc:spChg>
        <pc:spChg chg="add del mod">
          <ac:chgData name="CHOI JUNHO" userId="2ed797a4709b55ca" providerId="LiveId" clId="{5B9CC2E5-527B-4B3B-BD11-698718A29A94}" dt="2019-10-25T08:13:03.332" v="2949" actId="478"/>
          <ac:spMkLst>
            <pc:docMk/>
            <pc:sldMk cId="1665297153" sldId="270"/>
            <ac:spMk id="16" creationId="{13495D62-71EC-4A55-8745-A80EEF8D4AE7}"/>
          </ac:spMkLst>
        </pc:spChg>
        <pc:spChg chg="add del mod">
          <ac:chgData name="CHOI JUNHO" userId="2ed797a4709b55ca" providerId="LiveId" clId="{5B9CC2E5-527B-4B3B-BD11-698718A29A94}" dt="2019-10-25T08:13:03.332" v="2949" actId="478"/>
          <ac:spMkLst>
            <pc:docMk/>
            <pc:sldMk cId="1665297153" sldId="270"/>
            <ac:spMk id="17" creationId="{47ECFC45-9AAF-4992-905F-0E47D5B88A07}"/>
          </ac:spMkLst>
        </pc:spChg>
        <pc:spChg chg="add mod">
          <ac:chgData name="CHOI JUNHO" userId="2ed797a4709b55ca" providerId="LiveId" clId="{5B9CC2E5-527B-4B3B-BD11-698718A29A94}" dt="2019-10-25T07:26:51.746" v="1431" actId="164"/>
          <ac:spMkLst>
            <pc:docMk/>
            <pc:sldMk cId="1665297153" sldId="270"/>
            <ac:spMk id="19" creationId="{FD0B5C08-D654-41F3-A606-8B332515FE24}"/>
          </ac:spMkLst>
        </pc:spChg>
        <pc:spChg chg="add mod">
          <ac:chgData name="CHOI JUNHO" userId="2ed797a4709b55ca" providerId="LiveId" clId="{5B9CC2E5-527B-4B3B-BD11-698718A29A94}" dt="2019-10-25T09:32:46.964" v="4240" actId="20577"/>
          <ac:spMkLst>
            <pc:docMk/>
            <pc:sldMk cId="1665297153" sldId="270"/>
            <ac:spMk id="20" creationId="{B08C0ABE-CEC2-45B7-B4B6-4CED578B42DD}"/>
          </ac:spMkLst>
        </pc:spChg>
        <pc:spChg chg="add del mod">
          <ac:chgData name="CHOI JUNHO" userId="2ed797a4709b55ca" providerId="LiveId" clId="{5B9CC2E5-527B-4B3B-BD11-698718A29A94}" dt="2019-10-25T07:41:04.896" v="2215" actId="478"/>
          <ac:spMkLst>
            <pc:docMk/>
            <pc:sldMk cId="1665297153" sldId="270"/>
            <ac:spMk id="23" creationId="{5B2EB2E4-7ED3-49A4-8255-F4CAA485C6C4}"/>
          </ac:spMkLst>
        </pc:spChg>
        <pc:spChg chg="add del mod">
          <ac:chgData name="CHOI JUNHO" userId="2ed797a4709b55ca" providerId="LiveId" clId="{5B9CC2E5-527B-4B3B-BD11-698718A29A94}" dt="2019-10-25T07:41:04.896" v="2215" actId="478"/>
          <ac:spMkLst>
            <pc:docMk/>
            <pc:sldMk cId="1665297153" sldId="270"/>
            <ac:spMk id="26" creationId="{A21C7313-6FEB-41E8-B2C8-06DEF7FA9861}"/>
          </ac:spMkLst>
        </pc:spChg>
        <pc:spChg chg="mod topLvl">
          <ac:chgData name="CHOI JUNHO" userId="2ed797a4709b55ca" providerId="LiveId" clId="{5B9CC2E5-527B-4B3B-BD11-698718A29A94}" dt="2019-10-25T08:08:26.670" v="2783" actId="164"/>
          <ac:spMkLst>
            <pc:docMk/>
            <pc:sldMk cId="1665297153" sldId="270"/>
            <ac:spMk id="31" creationId="{3DB5C3AF-CB45-4EE4-B307-366664B5C5B0}"/>
          </ac:spMkLst>
        </pc:spChg>
        <pc:spChg chg="del mod topLvl">
          <ac:chgData name="CHOI JUNHO" userId="2ed797a4709b55ca" providerId="LiveId" clId="{5B9CC2E5-527B-4B3B-BD11-698718A29A94}" dt="2019-10-25T07:41:03.633" v="2214" actId="478"/>
          <ac:spMkLst>
            <pc:docMk/>
            <pc:sldMk cId="1665297153" sldId="270"/>
            <ac:spMk id="32" creationId="{0783D4FA-5DB4-48B1-8D7F-3E4CFB83A192}"/>
          </ac:spMkLst>
        </pc:spChg>
        <pc:spChg chg="del mod topLvl">
          <ac:chgData name="CHOI JUNHO" userId="2ed797a4709b55ca" providerId="LiveId" clId="{5B9CC2E5-527B-4B3B-BD11-698718A29A94}" dt="2019-10-25T07:30:26.829" v="1757" actId="478"/>
          <ac:spMkLst>
            <pc:docMk/>
            <pc:sldMk cId="1665297153" sldId="270"/>
            <ac:spMk id="33" creationId="{DDCC2AE1-558B-4A27-A9D2-473142282FE0}"/>
          </ac:spMkLst>
        </pc:spChg>
        <pc:spChg chg="del mod topLvl">
          <ac:chgData name="CHOI JUNHO" userId="2ed797a4709b55ca" providerId="LiveId" clId="{5B9CC2E5-527B-4B3B-BD11-698718A29A94}" dt="2019-10-25T07:41:03.633" v="2214" actId="478"/>
          <ac:spMkLst>
            <pc:docMk/>
            <pc:sldMk cId="1665297153" sldId="270"/>
            <ac:spMk id="35" creationId="{04AC251E-AE3A-4597-9D09-8990198704B2}"/>
          </ac:spMkLst>
        </pc:spChg>
        <pc:spChg chg="mod topLvl">
          <ac:chgData name="CHOI JUNHO" userId="2ed797a4709b55ca" providerId="LiveId" clId="{5B9CC2E5-527B-4B3B-BD11-698718A29A94}" dt="2019-10-25T08:08:26.670" v="2783" actId="164"/>
          <ac:spMkLst>
            <pc:docMk/>
            <pc:sldMk cId="1665297153" sldId="270"/>
            <ac:spMk id="36" creationId="{60260993-490A-46A8-B8B1-6468B822C259}"/>
          </ac:spMkLst>
        </pc:spChg>
        <pc:spChg chg="add mod topLvl">
          <ac:chgData name="CHOI JUNHO" userId="2ed797a4709b55ca" providerId="LiveId" clId="{5B9CC2E5-527B-4B3B-BD11-698718A29A94}" dt="2019-10-25T08:08:26.670" v="2783" actId="164"/>
          <ac:spMkLst>
            <pc:docMk/>
            <pc:sldMk cId="1665297153" sldId="270"/>
            <ac:spMk id="37" creationId="{A84E1EA7-FC20-4F13-959F-3F8D1C5D07AF}"/>
          </ac:spMkLst>
        </pc:spChg>
        <pc:spChg chg="add">
          <ac:chgData name="CHOI JUNHO" userId="2ed797a4709b55ca" providerId="LiveId" clId="{5B9CC2E5-527B-4B3B-BD11-698718A29A94}" dt="2019-10-25T08:56:56.736" v="4214"/>
          <ac:spMkLst>
            <pc:docMk/>
            <pc:sldMk cId="1665297153" sldId="270"/>
            <ac:spMk id="38" creationId="{3E92179B-1D51-42D9-BFB2-F36184AEE02B}"/>
          </ac:spMkLst>
        </pc:spChg>
        <pc:spChg chg="add del mod">
          <ac:chgData name="CHOI JUNHO" userId="2ed797a4709b55ca" providerId="LiveId" clId="{5B9CC2E5-527B-4B3B-BD11-698718A29A94}" dt="2019-10-25T07:53:55.807" v="2615" actId="478"/>
          <ac:spMkLst>
            <pc:docMk/>
            <pc:sldMk cId="1665297153" sldId="270"/>
            <ac:spMk id="41" creationId="{1ACD5A0F-2823-4294-A943-32E9C5491F8D}"/>
          </ac:spMkLst>
        </pc:spChg>
        <pc:spChg chg="mod topLvl">
          <ac:chgData name="CHOI JUNHO" userId="2ed797a4709b55ca" providerId="LiveId" clId="{5B9CC2E5-527B-4B3B-BD11-698718A29A94}" dt="2019-10-25T08:20:09.419" v="3103" actId="1076"/>
          <ac:spMkLst>
            <pc:docMk/>
            <pc:sldMk cId="1665297153" sldId="270"/>
            <ac:spMk id="46" creationId="{2DC549A4-4D7F-4D65-BD73-01C1CF8475E9}"/>
          </ac:spMkLst>
        </pc:spChg>
        <pc:spChg chg="mod topLvl">
          <ac:chgData name="CHOI JUNHO" userId="2ed797a4709b55ca" providerId="LiveId" clId="{5B9CC2E5-527B-4B3B-BD11-698718A29A94}" dt="2019-10-25T08:20:09.419" v="3103" actId="1076"/>
          <ac:spMkLst>
            <pc:docMk/>
            <pc:sldMk cId="1665297153" sldId="270"/>
            <ac:spMk id="47" creationId="{3E80AAAD-A83C-439E-B0A3-8E7F6C20DBC8}"/>
          </ac:spMkLst>
        </pc:spChg>
        <pc:spChg chg="del">
          <ac:chgData name="CHOI JUNHO" userId="2ed797a4709b55ca" providerId="LiveId" clId="{5B9CC2E5-527B-4B3B-BD11-698718A29A94}" dt="2019-10-25T07:38:16.789" v="2175" actId="478"/>
          <ac:spMkLst>
            <pc:docMk/>
            <pc:sldMk cId="1665297153" sldId="270"/>
            <ac:spMk id="48" creationId="{E17CEA51-8EF5-420D-984C-71614A8DD1C5}"/>
          </ac:spMkLst>
        </pc:spChg>
        <pc:spChg chg="del mod topLvl">
          <ac:chgData name="CHOI JUNHO" userId="2ed797a4709b55ca" providerId="LiveId" clId="{5B9CC2E5-527B-4B3B-BD11-698718A29A94}" dt="2019-10-25T07:53:58.013" v="2616" actId="478"/>
          <ac:spMkLst>
            <pc:docMk/>
            <pc:sldMk cId="1665297153" sldId="270"/>
            <ac:spMk id="50" creationId="{538A412E-9DE7-4197-8E99-CC9F254D0EC9}"/>
          </ac:spMkLst>
        </pc:spChg>
        <pc:spChg chg="add del mod">
          <ac:chgData name="CHOI JUNHO" userId="2ed797a4709b55ca" providerId="LiveId" clId="{5B9CC2E5-527B-4B3B-BD11-698718A29A94}" dt="2019-10-25T07:41:26.623" v="2219" actId="767"/>
          <ac:spMkLst>
            <pc:docMk/>
            <pc:sldMk cId="1665297153" sldId="270"/>
            <ac:spMk id="56" creationId="{DE062B81-7231-44E2-BA83-E461FA56650B}"/>
          </ac:spMkLst>
        </pc:spChg>
        <pc:spChg chg="add mod">
          <ac:chgData name="CHOI JUNHO" userId="2ed797a4709b55ca" providerId="LiveId" clId="{5B9CC2E5-527B-4B3B-BD11-698718A29A94}" dt="2019-10-25T08:20:09.419" v="3103" actId="1076"/>
          <ac:spMkLst>
            <pc:docMk/>
            <pc:sldMk cId="1665297153" sldId="270"/>
            <ac:spMk id="57" creationId="{68FAE4D7-BB0A-46BD-A061-97A3CEB0F2F5}"/>
          </ac:spMkLst>
        </pc:spChg>
        <pc:spChg chg="add del mod">
          <ac:chgData name="CHOI JUNHO" userId="2ed797a4709b55ca" providerId="LiveId" clId="{5B9CC2E5-527B-4B3B-BD11-698718A29A94}" dt="2019-10-25T08:08:34.471" v="2784" actId="478"/>
          <ac:spMkLst>
            <pc:docMk/>
            <pc:sldMk cId="1665297153" sldId="270"/>
            <ac:spMk id="59" creationId="{2279EB48-075C-4094-99E4-324AC760D962}"/>
          </ac:spMkLst>
        </pc:spChg>
        <pc:spChg chg="add mod">
          <ac:chgData name="CHOI JUNHO" userId="2ed797a4709b55ca" providerId="LiveId" clId="{5B9CC2E5-527B-4B3B-BD11-698718A29A94}" dt="2019-10-25T08:20:09.419" v="3103" actId="1076"/>
          <ac:spMkLst>
            <pc:docMk/>
            <pc:sldMk cId="1665297153" sldId="270"/>
            <ac:spMk id="68" creationId="{C63591AB-0CF9-4E01-B39E-A6360DC90A6D}"/>
          </ac:spMkLst>
        </pc:spChg>
        <pc:spChg chg="mod topLvl">
          <ac:chgData name="CHOI JUNHO" userId="2ed797a4709b55ca" providerId="LiveId" clId="{5B9CC2E5-527B-4B3B-BD11-698718A29A94}" dt="2019-10-25T08:14:54.459" v="3003" actId="164"/>
          <ac:spMkLst>
            <pc:docMk/>
            <pc:sldMk cId="1665297153" sldId="270"/>
            <ac:spMk id="73" creationId="{D111A169-F994-4110-99B5-EA8B17DCAD2D}"/>
          </ac:spMkLst>
        </pc:spChg>
        <pc:spChg chg="del">
          <ac:chgData name="CHOI JUNHO" userId="2ed797a4709b55ca" providerId="LiveId" clId="{5B9CC2E5-527B-4B3B-BD11-698718A29A94}" dt="2019-10-25T07:49:09.543" v="2495" actId="478"/>
          <ac:spMkLst>
            <pc:docMk/>
            <pc:sldMk cId="1665297153" sldId="270"/>
            <ac:spMk id="74" creationId="{AEB8241C-6D1F-441B-880E-244202BB7940}"/>
          </ac:spMkLst>
        </pc:spChg>
        <pc:spChg chg="add del mod ord topLvl">
          <ac:chgData name="CHOI JUNHO" userId="2ed797a4709b55ca" providerId="LiveId" clId="{5B9CC2E5-527B-4B3B-BD11-698718A29A94}" dt="2019-10-25T08:20:09.419" v="3103" actId="1076"/>
          <ac:spMkLst>
            <pc:docMk/>
            <pc:sldMk cId="1665297153" sldId="270"/>
            <ac:spMk id="75" creationId="{14F262EB-1BC7-4F2B-9D2B-63FC7E71CD5A}"/>
          </ac:spMkLst>
        </pc:spChg>
        <pc:spChg chg="add mod">
          <ac:chgData name="CHOI JUNHO" userId="2ed797a4709b55ca" providerId="LiveId" clId="{5B9CC2E5-527B-4B3B-BD11-698718A29A94}" dt="2019-10-25T08:20:09.419" v="3103" actId="1076"/>
          <ac:spMkLst>
            <pc:docMk/>
            <pc:sldMk cId="1665297153" sldId="270"/>
            <ac:spMk id="80" creationId="{57A8CDCE-DDDB-4E80-9AE1-1E7CE689232A}"/>
          </ac:spMkLst>
        </pc:spChg>
        <pc:spChg chg="add del mod">
          <ac:chgData name="CHOI JUNHO" userId="2ed797a4709b55ca" providerId="LiveId" clId="{5B9CC2E5-527B-4B3B-BD11-698718A29A94}" dt="2019-10-25T07:54:16.926" v="2621" actId="478"/>
          <ac:spMkLst>
            <pc:docMk/>
            <pc:sldMk cId="1665297153" sldId="270"/>
            <ac:spMk id="84" creationId="{7CE575BD-B19F-422B-8F85-D1D0C10022DD}"/>
          </ac:spMkLst>
        </pc:spChg>
        <pc:spChg chg="add del mod">
          <ac:chgData name="CHOI JUNHO" userId="2ed797a4709b55ca" providerId="LiveId" clId="{5B9CC2E5-527B-4B3B-BD11-698718A29A94}" dt="2019-10-25T08:07:49.502" v="2774" actId="478"/>
          <ac:spMkLst>
            <pc:docMk/>
            <pc:sldMk cId="1665297153" sldId="270"/>
            <ac:spMk id="85" creationId="{20E77269-D0A0-410D-B60C-7E7F819E3DDD}"/>
          </ac:spMkLst>
        </pc:spChg>
        <pc:spChg chg="add mod topLvl">
          <ac:chgData name="CHOI JUNHO" userId="2ed797a4709b55ca" providerId="LiveId" clId="{5B9CC2E5-527B-4B3B-BD11-698718A29A94}" dt="2019-10-25T08:14:54.459" v="3003" actId="164"/>
          <ac:spMkLst>
            <pc:docMk/>
            <pc:sldMk cId="1665297153" sldId="270"/>
            <ac:spMk id="86" creationId="{22E48F6F-3D65-4529-BD02-7F2D93386095}"/>
          </ac:spMkLst>
        </pc:spChg>
        <pc:spChg chg="add del mod">
          <ac:chgData name="CHOI JUNHO" userId="2ed797a4709b55ca" providerId="LiveId" clId="{5B9CC2E5-527B-4B3B-BD11-698718A29A94}" dt="2019-10-25T07:58:52.438" v="2718" actId="478"/>
          <ac:spMkLst>
            <pc:docMk/>
            <pc:sldMk cId="1665297153" sldId="270"/>
            <ac:spMk id="91" creationId="{67F1DDFF-34E8-4894-B0FC-DC44A1455F55}"/>
          </ac:spMkLst>
        </pc:spChg>
        <pc:spChg chg="add mod">
          <ac:chgData name="CHOI JUNHO" userId="2ed797a4709b55ca" providerId="LiveId" clId="{5B9CC2E5-527B-4B3B-BD11-698718A29A94}" dt="2019-10-25T08:08:26.670" v="2783" actId="164"/>
          <ac:spMkLst>
            <pc:docMk/>
            <pc:sldMk cId="1665297153" sldId="270"/>
            <ac:spMk id="92" creationId="{AA2D3D75-EA4C-449C-873C-C730950E86E4}"/>
          </ac:spMkLst>
        </pc:spChg>
        <pc:spChg chg="add mod">
          <ac:chgData name="CHOI JUNHO" userId="2ed797a4709b55ca" providerId="LiveId" clId="{5B9CC2E5-527B-4B3B-BD11-698718A29A94}" dt="2019-10-25T09:46:05.612" v="4456" actId="1076"/>
          <ac:spMkLst>
            <pc:docMk/>
            <pc:sldMk cId="1665297153" sldId="270"/>
            <ac:spMk id="96" creationId="{F58E4629-1E48-4386-8446-A683258391AE}"/>
          </ac:spMkLst>
        </pc:spChg>
        <pc:spChg chg="add mod">
          <ac:chgData name="CHOI JUNHO" userId="2ed797a4709b55ca" providerId="LiveId" clId="{5B9CC2E5-527B-4B3B-BD11-698718A29A94}" dt="2019-10-25T08:14:54.459" v="3003" actId="164"/>
          <ac:spMkLst>
            <pc:docMk/>
            <pc:sldMk cId="1665297153" sldId="270"/>
            <ac:spMk id="103" creationId="{C4D6C2E9-5807-4764-B68C-4C88956C2063}"/>
          </ac:spMkLst>
        </pc:spChg>
        <pc:spChg chg="add mod">
          <ac:chgData name="CHOI JUNHO" userId="2ed797a4709b55ca" providerId="LiveId" clId="{5B9CC2E5-527B-4B3B-BD11-698718A29A94}" dt="2019-10-25T08:14:54.459" v="3003" actId="164"/>
          <ac:spMkLst>
            <pc:docMk/>
            <pc:sldMk cId="1665297153" sldId="270"/>
            <ac:spMk id="104" creationId="{2817011C-12DD-4994-AC93-5BAFA35132C9}"/>
          </ac:spMkLst>
        </pc:spChg>
        <pc:spChg chg="add del mod">
          <ac:chgData name="CHOI JUNHO" userId="2ed797a4709b55ca" providerId="LiveId" clId="{5B9CC2E5-527B-4B3B-BD11-698718A29A94}" dt="2019-10-25T08:19:20.311" v="3095" actId="478"/>
          <ac:spMkLst>
            <pc:docMk/>
            <pc:sldMk cId="1665297153" sldId="270"/>
            <ac:spMk id="106" creationId="{E78DF8CF-CB56-4D51-8214-73FCC7AEF031}"/>
          </ac:spMkLst>
        </pc:spChg>
        <pc:spChg chg="add mod">
          <ac:chgData name="CHOI JUNHO" userId="2ed797a4709b55ca" providerId="LiveId" clId="{5B9CC2E5-527B-4B3B-BD11-698718A29A94}" dt="2019-10-25T08:20:09.419" v="3103" actId="1076"/>
          <ac:spMkLst>
            <pc:docMk/>
            <pc:sldMk cId="1665297153" sldId="270"/>
            <ac:spMk id="114" creationId="{E364806D-439F-4E93-B0A7-7B5A59C5CE47}"/>
          </ac:spMkLst>
        </pc:spChg>
        <pc:spChg chg="add mod">
          <ac:chgData name="CHOI JUNHO" userId="2ed797a4709b55ca" providerId="LiveId" clId="{5B9CC2E5-527B-4B3B-BD11-698718A29A94}" dt="2019-10-28T03:27:06.874" v="5463" actId="20577"/>
          <ac:spMkLst>
            <pc:docMk/>
            <pc:sldMk cId="1665297153" sldId="270"/>
            <ac:spMk id="118" creationId="{2ED7D25B-A6C1-4E95-A9E7-0F388DA42AAE}"/>
          </ac:spMkLst>
        </pc:spChg>
        <pc:grpChg chg="add del mod">
          <ac:chgData name="CHOI JUNHO" userId="2ed797a4709b55ca" providerId="LiveId" clId="{5B9CC2E5-527B-4B3B-BD11-698718A29A94}" dt="2019-10-25T07:28:47.302" v="1599" actId="478"/>
          <ac:grpSpMkLst>
            <pc:docMk/>
            <pc:sldMk cId="1665297153" sldId="270"/>
            <ac:grpSpMk id="27" creationId="{3368E6F3-F30E-482C-B805-957F25DF2443}"/>
          </ac:grpSpMkLst>
        </pc:grpChg>
        <pc:grpChg chg="add del mod">
          <ac:chgData name="CHOI JUNHO" userId="2ed797a4709b55ca" providerId="LiveId" clId="{5B9CC2E5-527B-4B3B-BD11-698718A29A94}" dt="2019-10-25T07:29:28.637" v="1711" actId="165"/>
          <ac:grpSpMkLst>
            <pc:docMk/>
            <pc:sldMk cId="1665297153" sldId="270"/>
            <ac:grpSpMk id="30" creationId="{3F6370BF-4211-40BD-8AFD-18954BCA191C}"/>
          </ac:grpSpMkLst>
        </pc:grpChg>
        <pc:grpChg chg="add del mod">
          <ac:chgData name="CHOI JUNHO" userId="2ed797a4709b55ca" providerId="LiveId" clId="{5B9CC2E5-527B-4B3B-BD11-698718A29A94}" dt="2019-10-25T07:33:26.324" v="1805" actId="165"/>
          <ac:grpSpMkLst>
            <pc:docMk/>
            <pc:sldMk cId="1665297153" sldId="270"/>
            <ac:grpSpMk id="40" creationId="{3F3DF6D3-0261-46B1-AFD6-2E7600460A6A}"/>
          </ac:grpSpMkLst>
        </pc:grpChg>
        <pc:grpChg chg="add del mod">
          <ac:chgData name="CHOI JUNHO" userId="2ed797a4709b55ca" providerId="LiveId" clId="{5B9CC2E5-527B-4B3B-BD11-698718A29A94}" dt="2019-10-25T07:54:03.279" v="2617" actId="165"/>
          <ac:grpSpMkLst>
            <pc:docMk/>
            <pc:sldMk cId="1665297153" sldId="270"/>
            <ac:grpSpMk id="42" creationId="{5F5C1189-9D0E-4C85-BEBE-EC1D1447F596}"/>
          </ac:grpSpMkLst>
        </pc:grpChg>
        <pc:grpChg chg="add del mod">
          <ac:chgData name="CHOI JUNHO" userId="2ed797a4709b55ca" providerId="LiveId" clId="{5B9CC2E5-527B-4B3B-BD11-698718A29A94}" dt="2019-10-25T07:40:42.354" v="2210" actId="165"/>
          <ac:grpSpMkLst>
            <pc:docMk/>
            <pc:sldMk cId="1665297153" sldId="270"/>
            <ac:grpSpMk id="45" creationId="{4AE4DF5F-9827-4516-8D2D-7B01958A6779}"/>
          </ac:grpSpMkLst>
        </pc:grpChg>
        <pc:grpChg chg="add del mod">
          <ac:chgData name="CHOI JUNHO" userId="2ed797a4709b55ca" providerId="LiveId" clId="{5B9CC2E5-527B-4B3B-BD11-698718A29A94}" dt="2019-10-25T07:54:03.279" v="2617" actId="165"/>
          <ac:grpSpMkLst>
            <pc:docMk/>
            <pc:sldMk cId="1665297153" sldId="270"/>
            <ac:grpSpMk id="54" creationId="{DDCC1116-7722-4B5E-A1C8-5891DE8732BC}"/>
          </ac:grpSpMkLst>
        </pc:grpChg>
        <pc:grpChg chg="add del mod">
          <ac:chgData name="CHOI JUNHO" userId="2ed797a4709b55ca" providerId="LiveId" clId="{5B9CC2E5-527B-4B3B-BD11-698718A29A94}" dt="2019-10-25T08:09:12.116" v="2793" actId="165"/>
          <ac:grpSpMkLst>
            <pc:docMk/>
            <pc:sldMk cId="1665297153" sldId="270"/>
            <ac:grpSpMk id="72" creationId="{68A830F9-3255-4C5F-B838-BA83E73058F4}"/>
          </ac:grpSpMkLst>
        </pc:grpChg>
        <pc:grpChg chg="add del mod">
          <ac:chgData name="CHOI JUNHO" userId="2ed797a4709b55ca" providerId="LiveId" clId="{5B9CC2E5-527B-4B3B-BD11-698718A29A94}" dt="2019-10-25T08:08:00.600" v="2777" actId="165"/>
          <ac:grpSpMkLst>
            <pc:docMk/>
            <pc:sldMk cId="1665297153" sldId="270"/>
            <ac:grpSpMk id="87" creationId="{027E4341-D817-430E-9C31-125D48C5639D}"/>
          </ac:grpSpMkLst>
        </pc:grpChg>
        <pc:grpChg chg="add del mod">
          <ac:chgData name="CHOI JUNHO" userId="2ed797a4709b55ca" providerId="LiveId" clId="{5B9CC2E5-527B-4B3B-BD11-698718A29A94}" dt="2019-10-25T08:09:07.932" v="2792" actId="165"/>
          <ac:grpSpMkLst>
            <pc:docMk/>
            <pc:sldMk cId="1665297153" sldId="270"/>
            <ac:grpSpMk id="88" creationId="{30D59F65-8669-4F83-8A82-7B0EA1ED0E3A}"/>
          </ac:grpSpMkLst>
        </pc:grpChg>
        <pc:grpChg chg="add mod">
          <ac:chgData name="CHOI JUNHO" userId="2ed797a4709b55ca" providerId="LiveId" clId="{5B9CC2E5-527B-4B3B-BD11-698718A29A94}" dt="2019-10-25T08:20:09.419" v="3103" actId="1076"/>
          <ac:grpSpMkLst>
            <pc:docMk/>
            <pc:sldMk cId="1665297153" sldId="270"/>
            <ac:grpSpMk id="93" creationId="{7EBDC559-2322-4B0D-8983-7D1B8A5826EA}"/>
          </ac:grpSpMkLst>
        </pc:grpChg>
        <pc:grpChg chg="add mod">
          <ac:chgData name="CHOI JUNHO" userId="2ed797a4709b55ca" providerId="LiveId" clId="{5B9CC2E5-527B-4B3B-BD11-698718A29A94}" dt="2019-10-25T08:20:09.419" v="3103" actId="1076"/>
          <ac:grpSpMkLst>
            <pc:docMk/>
            <pc:sldMk cId="1665297153" sldId="270"/>
            <ac:grpSpMk id="105" creationId="{2662D227-6225-4458-9FB5-2E0E9702A5BC}"/>
          </ac:grpSpMkLst>
        </pc:grpChg>
        <pc:picChg chg="add mod">
          <ac:chgData name="CHOI JUNHO" userId="2ed797a4709b55ca" providerId="LiveId" clId="{5B9CC2E5-527B-4B3B-BD11-698718A29A94}" dt="2019-10-25T07:26:51.746" v="1431" actId="164"/>
          <ac:picMkLst>
            <pc:docMk/>
            <pc:sldMk cId="1665297153" sldId="270"/>
            <ac:picMk id="18" creationId="{92803924-2A8D-4CF4-84C7-AD03F726F7EA}"/>
          </ac:picMkLst>
        </pc:picChg>
        <pc:picChg chg="mod ord topLvl">
          <ac:chgData name="CHOI JUNHO" userId="2ed797a4709b55ca" providerId="LiveId" clId="{5B9CC2E5-527B-4B3B-BD11-698718A29A94}" dt="2019-10-25T08:20:09.419" v="3103" actId="1076"/>
          <ac:picMkLst>
            <pc:docMk/>
            <pc:sldMk cId="1665297153" sldId="270"/>
            <ac:picMk id="34" creationId="{C7C5B50E-959A-41B7-8539-177BBE7B8C77}"/>
          </ac:picMkLst>
        </pc:picChg>
        <pc:picChg chg="add mod topLvl modCrop">
          <ac:chgData name="CHOI JUNHO" userId="2ed797a4709b55ca" providerId="LiveId" clId="{5B9CC2E5-527B-4B3B-BD11-698718A29A94}" dt="2019-10-25T08:08:26.670" v="2783" actId="164"/>
          <ac:picMkLst>
            <pc:docMk/>
            <pc:sldMk cId="1665297153" sldId="270"/>
            <ac:picMk id="39" creationId="{52E9C2A4-8114-4691-86F0-B79073D42AFB}"/>
          </ac:picMkLst>
        </pc:picChg>
        <pc:picChg chg="del">
          <ac:chgData name="CHOI JUNHO" userId="2ed797a4709b55ca" providerId="LiveId" clId="{5B9CC2E5-527B-4B3B-BD11-698718A29A94}" dt="2019-10-25T07:38:08.831" v="2173" actId="478"/>
          <ac:picMkLst>
            <pc:docMk/>
            <pc:sldMk cId="1665297153" sldId="270"/>
            <ac:picMk id="49" creationId="{8AF34FF4-8A92-4904-85A8-B2CFB397D0AE}"/>
          </ac:picMkLst>
        </pc:picChg>
        <pc:picChg chg="del">
          <ac:chgData name="CHOI JUNHO" userId="2ed797a4709b55ca" providerId="LiveId" clId="{5B9CC2E5-527B-4B3B-BD11-698718A29A94}" dt="2019-10-25T07:50:14.512" v="2504" actId="478"/>
          <ac:picMkLst>
            <pc:docMk/>
            <pc:sldMk cId="1665297153" sldId="270"/>
            <ac:picMk id="76" creationId="{3DCEF547-8981-44C8-BB94-BFB08B063186}"/>
          </ac:picMkLst>
        </pc:picChg>
        <pc:picChg chg="add mod modCrop">
          <ac:chgData name="CHOI JUNHO" userId="2ed797a4709b55ca" providerId="LiveId" clId="{5B9CC2E5-527B-4B3B-BD11-698718A29A94}" dt="2019-10-25T08:14:54.459" v="3003" actId="164"/>
          <ac:picMkLst>
            <pc:docMk/>
            <pc:sldMk cId="1665297153" sldId="270"/>
            <ac:picMk id="78" creationId="{CD365DB4-A05C-409F-B8F7-0DF616DDBA55}"/>
          </ac:picMkLst>
        </pc:picChg>
        <pc:picChg chg="add mod modCrop">
          <ac:chgData name="CHOI JUNHO" userId="2ed797a4709b55ca" providerId="LiveId" clId="{5B9CC2E5-527B-4B3B-BD11-698718A29A94}" dt="2019-10-25T08:20:09.419" v="3103" actId="1076"/>
          <ac:picMkLst>
            <pc:docMk/>
            <pc:sldMk cId="1665297153" sldId="270"/>
            <ac:picMk id="111" creationId="{CA00BE5E-BE9A-4557-ACD3-5ABD08F8A7E0}"/>
          </ac:picMkLst>
        </pc:picChg>
        <pc:cxnChg chg="add mod">
          <ac:chgData name="CHOI JUNHO" userId="2ed797a4709b55ca" providerId="LiveId" clId="{5B9CC2E5-527B-4B3B-BD11-698718A29A94}" dt="2019-10-25T08:20:09.419" v="3103" actId="1076"/>
          <ac:cxnSpMkLst>
            <pc:docMk/>
            <pc:sldMk cId="1665297153" sldId="270"/>
            <ac:cxnSpMk id="5" creationId="{B72EB233-21F1-4FF6-AEB8-3E8D04E8B5BC}"/>
          </ac:cxnSpMkLst>
        </pc:cxnChg>
        <pc:cxnChg chg="add del mod">
          <ac:chgData name="CHOI JUNHO" userId="2ed797a4709b55ca" providerId="LiveId" clId="{5B9CC2E5-527B-4B3B-BD11-698718A29A94}" dt="2019-10-25T07:34:11.627" v="1816" actId="478"/>
          <ac:cxnSpMkLst>
            <pc:docMk/>
            <pc:sldMk cId="1665297153" sldId="270"/>
            <ac:cxnSpMk id="7" creationId="{287321A6-D9D2-4F2D-B464-CE9F079BFACC}"/>
          </ac:cxnSpMkLst>
        </pc:cxnChg>
        <pc:cxnChg chg="add del mod">
          <ac:chgData name="CHOI JUNHO" userId="2ed797a4709b55ca" providerId="LiveId" clId="{5B9CC2E5-527B-4B3B-BD11-698718A29A94}" dt="2019-10-25T08:13:03.332" v="2949" actId="478"/>
          <ac:cxnSpMkLst>
            <pc:docMk/>
            <pc:sldMk cId="1665297153" sldId="270"/>
            <ac:cxnSpMk id="10" creationId="{025B6E5D-19EF-4831-861B-B8AAC492AD6B}"/>
          </ac:cxnSpMkLst>
        </pc:cxnChg>
        <pc:cxnChg chg="add del mod">
          <ac:chgData name="CHOI JUNHO" userId="2ed797a4709b55ca" providerId="LiveId" clId="{5B9CC2E5-527B-4B3B-BD11-698718A29A94}" dt="2019-10-25T07:34:11.627" v="1816" actId="478"/>
          <ac:cxnSpMkLst>
            <pc:docMk/>
            <pc:sldMk cId="1665297153" sldId="270"/>
            <ac:cxnSpMk id="11" creationId="{B06C80DC-36FD-4267-A339-EF4C6BBDD2D5}"/>
          </ac:cxnSpMkLst>
        </pc:cxnChg>
        <pc:cxnChg chg="add mod">
          <ac:chgData name="CHOI JUNHO" userId="2ed797a4709b55ca" providerId="LiveId" clId="{5B9CC2E5-527B-4B3B-BD11-698718A29A94}" dt="2019-10-25T08:20:09.419" v="3103" actId="1076"/>
          <ac:cxnSpMkLst>
            <pc:docMk/>
            <pc:sldMk cId="1665297153" sldId="270"/>
            <ac:cxnSpMk id="15" creationId="{BB1A0A9F-62C1-48D2-B7FE-14611D9533F8}"/>
          </ac:cxnSpMkLst>
        </pc:cxnChg>
        <pc:cxnChg chg="add del mod">
          <ac:chgData name="CHOI JUNHO" userId="2ed797a4709b55ca" providerId="LiveId" clId="{5B9CC2E5-527B-4B3B-BD11-698718A29A94}" dt="2019-10-25T07:46:20.582" v="2376" actId="478"/>
          <ac:cxnSpMkLst>
            <pc:docMk/>
            <pc:sldMk cId="1665297153" sldId="270"/>
            <ac:cxnSpMk id="21" creationId="{BAFCADFD-B834-405A-8B44-93C9AFB49D5A}"/>
          </ac:cxnSpMkLst>
        </pc:cxnChg>
        <pc:cxnChg chg="add del mod">
          <ac:chgData name="CHOI JUNHO" userId="2ed797a4709b55ca" providerId="LiveId" clId="{5B9CC2E5-527B-4B3B-BD11-698718A29A94}" dt="2019-10-25T08:13:03.332" v="2949" actId="478"/>
          <ac:cxnSpMkLst>
            <pc:docMk/>
            <pc:sldMk cId="1665297153" sldId="270"/>
            <ac:cxnSpMk id="22" creationId="{88AF2647-D04F-48B5-A4C9-D9555EA81EB7}"/>
          </ac:cxnSpMkLst>
        </pc:cxnChg>
        <pc:cxnChg chg="add del mod">
          <ac:chgData name="CHOI JUNHO" userId="2ed797a4709b55ca" providerId="LiveId" clId="{5B9CC2E5-527B-4B3B-BD11-698718A29A94}" dt="2019-10-25T07:34:56.110" v="1861" actId="478"/>
          <ac:cxnSpMkLst>
            <pc:docMk/>
            <pc:sldMk cId="1665297153" sldId="270"/>
            <ac:cxnSpMk id="24" creationId="{C91DF4F3-A699-4137-AAF8-907F8A42960B}"/>
          </ac:cxnSpMkLst>
        </pc:cxnChg>
        <pc:cxnChg chg="add del mod">
          <ac:chgData name="CHOI JUNHO" userId="2ed797a4709b55ca" providerId="LiveId" clId="{5B9CC2E5-527B-4B3B-BD11-698718A29A94}" dt="2019-10-25T08:13:03.332" v="2949" actId="478"/>
          <ac:cxnSpMkLst>
            <pc:docMk/>
            <pc:sldMk cId="1665297153" sldId="270"/>
            <ac:cxnSpMk id="25" creationId="{66149250-3D3D-4B47-AF62-0467FD23BE33}"/>
          </ac:cxnSpMkLst>
        </pc:cxnChg>
        <pc:cxnChg chg="add del">
          <ac:chgData name="CHOI JUNHO" userId="2ed797a4709b55ca" providerId="LiveId" clId="{5B9CC2E5-527B-4B3B-BD11-698718A29A94}" dt="2019-10-25T07:46:47.269" v="2410" actId="478"/>
          <ac:cxnSpMkLst>
            <pc:docMk/>
            <pc:sldMk cId="1665297153" sldId="270"/>
            <ac:cxnSpMk id="61" creationId="{4122B7E4-C8E5-4DE3-B4EF-0EF25FF98EC6}"/>
          </ac:cxnSpMkLst>
        </pc:cxnChg>
        <pc:cxnChg chg="add del mod">
          <ac:chgData name="CHOI JUNHO" userId="2ed797a4709b55ca" providerId="LiveId" clId="{5B9CC2E5-527B-4B3B-BD11-698718A29A94}" dt="2019-10-25T07:50:38.286" v="2506" actId="478"/>
          <ac:cxnSpMkLst>
            <pc:docMk/>
            <pc:sldMk cId="1665297153" sldId="270"/>
            <ac:cxnSpMk id="62" creationId="{1F03ADC4-0D0F-4676-A877-D9A8ADF53E88}"/>
          </ac:cxnSpMkLst>
        </pc:cxnChg>
        <pc:cxnChg chg="add del mod">
          <ac:chgData name="CHOI JUNHO" userId="2ed797a4709b55ca" providerId="LiveId" clId="{5B9CC2E5-527B-4B3B-BD11-698718A29A94}" dt="2019-10-25T08:08:35.998" v="2785" actId="478"/>
          <ac:cxnSpMkLst>
            <pc:docMk/>
            <pc:sldMk cId="1665297153" sldId="270"/>
            <ac:cxnSpMk id="65" creationId="{2591DA9C-0986-472C-9A97-2BD7A3FB6E14}"/>
          </ac:cxnSpMkLst>
        </pc:cxnChg>
        <pc:cxnChg chg="add mod">
          <ac:chgData name="CHOI JUNHO" userId="2ed797a4709b55ca" providerId="LiveId" clId="{5B9CC2E5-527B-4B3B-BD11-698718A29A94}" dt="2019-10-25T08:20:09.419" v="3103" actId="1076"/>
          <ac:cxnSpMkLst>
            <pc:docMk/>
            <pc:sldMk cId="1665297153" sldId="270"/>
            <ac:cxnSpMk id="69" creationId="{C4366319-B2D5-4D58-AFC6-34F8BF90B9E8}"/>
          </ac:cxnSpMkLst>
        </pc:cxnChg>
        <pc:cxnChg chg="add del mod">
          <ac:chgData name="CHOI JUNHO" userId="2ed797a4709b55ca" providerId="LiveId" clId="{5B9CC2E5-527B-4B3B-BD11-698718A29A94}" dt="2019-10-25T08:11:48.927" v="2931" actId="478"/>
          <ac:cxnSpMkLst>
            <pc:docMk/>
            <pc:sldMk cId="1665297153" sldId="270"/>
            <ac:cxnSpMk id="81" creationId="{A466E47F-EB6C-4BFB-8C64-B1199F2E30F0}"/>
          </ac:cxnSpMkLst>
        </pc:cxnChg>
        <pc:cxnChg chg="add del mod">
          <ac:chgData name="CHOI JUNHO" userId="2ed797a4709b55ca" providerId="LiveId" clId="{5B9CC2E5-527B-4B3B-BD11-698718A29A94}" dt="2019-10-25T08:20:10.863" v="3104" actId="478"/>
          <ac:cxnSpMkLst>
            <pc:docMk/>
            <pc:sldMk cId="1665297153" sldId="270"/>
            <ac:cxnSpMk id="99" creationId="{6BB26CB7-7A9A-472F-B50A-5D7BB2D8CCB9}"/>
          </ac:cxnSpMkLst>
        </pc:cxnChg>
        <pc:cxnChg chg="add mod">
          <ac:chgData name="CHOI JUNHO" userId="2ed797a4709b55ca" providerId="LiveId" clId="{5B9CC2E5-527B-4B3B-BD11-698718A29A94}" dt="2019-10-25T08:20:09.419" v="3103" actId="1076"/>
          <ac:cxnSpMkLst>
            <pc:docMk/>
            <pc:sldMk cId="1665297153" sldId="270"/>
            <ac:cxnSpMk id="100" creationId="{A8FFE34E-66CC-49DE-A575-5D2180E98504}"/>
          </ac:cxnSpMkLst>
        </pc:cxnChg>
        <pc:cxnChg chg="add mod">
          <ac:chgData name="CHOI JUNHO" userId="2ed797a4709b55ca" providerId="LiveId" clId="{5B9CC2E5-527B-4B3B-BD11-698718A29A94}" dt="2019-10-25T08:20:09.419" v="3103" actId="1076"/>
          <ac:cxnSpMkLst>
            <pc:docMk/>
            <pc:sldMk cId="1665297153" sldId="270"/>
            <ac:cxnSpMk id="107" creationId="{9EE6AC4F-B731-49E5-905C-104A7B4328B5}"/>
          </ac:cxnSpMkLst>
        </pc:cxnChg>
        <pc:cxnChg chg="add mod">
          <ac:chgData name="CHOI JUNHO" userId="2ed797a4709b55ca" providerId="LiveId" clId="{5B9CC2E5-527B-4B3B-BD11-698718A29A94}" dt="2019-10-25T08:20:09.419" v="3103" actId="1076"/>
          <ac:cxnSpMkLst>
            <pc:docMk/>
            <pc:sldMk cId="1665297153" sldId="270"/>
            <ac:cxnSpMk id="116" creationId="{2BCB1A80-B9EE-4AAC-AAF6-5A2E3EC336A6}"/>
          </ac:cxnSpMkLst>
        </pc:cxnChg>
      </pc:sldChg>
      <pc:sldChg chg="del">
        <pc:chgData name="CHOI JUNHO" userId="2ed797a4709b55ca" providerId="LiveId" clId="{5B9CC2E5-527B-4B3B-BD11-698718A29A94}" dt="2019-10-25T05:40:59.921" v="208" actId="47"/>
        <pc:sldMkLst>
          <pc:docMk/>
          <pc:sldMk cId="2010584314" sldId="270"/>
        </pc:sldMkLst>
      </pc:sldChg>
      <pc:sldChg chg="addSp delSp modSp add ord">
        <pc:chgData name="CHOI JUNHO" userId="2ed797a4709b55ca" providerId="LiveId" clId="{5B9CC2E5-527B-4B3B-BD11-698718A29A94}" dt="2019-10-28T03:22:28.184" v="5421"/>
        <pc:sldMkLst>
          <pc:docMk/>
          <pc:sldMk cId="3762929551" sldId="271"/>
        </pc:sldMkLst>
        <pc:spChg chg="mod">
          <ac:chgData name="CHOI JUNHO" userId="2ed797a4709b55ca" providerId="LiveId" clId="{5B9CC2E5-527B-4B3B-BD11-698718A29A94}" dt="2019-10-28T02:40:41.201" v="5287" actId="20577"/>
          <ac:spMkLst>
            <pc:docMk/>
            <pc:sldMk cId="3762929551" sldId="271"/>
            <ac:spMk id="2" creationId="{51A453BC-D400-441D-93EE-79FC188C93F5}"/>
          </ac:spMkLst>
        </pc:spChg>
        <pc:spChg chg="add mod">
          <ac:chgData name="CHOI JUNHO" userId="2ed797a4709b55ca" providerId="LiveId" clId="{5B9CC2E5-527B-4B3B-BD11-698718A29A94}" dt="2019-10-28T02:39:20.105" v="5282" actId="1076"/>
          <ac:spMkLst>
            <pc:docMk/>
            <pc:sldMk cId="3762929551" sldId="271"/>
            <ac:spMk id="3" creationId="{018F6117-8D2C-4956-8FFC-7AEE382D5B6A}"/>
          </ac:spMkLst>
        </pc:spChg>
        <pc:spChg chg="add mod">
          <ac:chgData name="CHOI JUNHO" userId="2ed797a4709b55ca" providerId="LiveId" clId="{5B9CC2E5-527B-4B3B-BD11-698718A29A94}" dt="2019-10-28T02:39:20.105" v="5282" actId="1076"/>
          <ac:spMkLst>
            <pc:docMk/>
            <pc:sldMk cId="3762929551" sldId="271"/>
            <ac:spMk id="4" creationId="{7A2ADDFB-BBD3-44CC-9AAA-64F9E9D60D4E}"/>
          </ac:spMkLst>
        </pc:spChg>
        <pc:spChg chg="add mod">
          <ac:chgData name="CHOI JUNHO" userId="2ed797a4709b55ca" providerId="LiveId" clId="{5B9CC2E5-527B-4B3B-BD11-698718A29A94}" dt="2019-10-28T02:39:20.105" v="5282" actId="1076"/>
          <ac:spMkLst>
            <pc:docMk/>
            <pc:sldMk cId="3762929551" sldId="271"/>
            <ac:spMk id="6" creationId="{07E14B24-2E8A-4B12-ABCC-D3E2390FE0C4}"/>
          </ac:spMkLst>
        </pc:spChg>
        <pc:spChg chg="add mod">
          <ac:chgData name="CHOI JUNHO" userId="2ed797a4709b55ca" providerId="LiveId" clId="{5B9CC2E5-527B-4B3B-BD11-698718A29A94}" dt="2019-10-28T02:39:20.105" v="5282" actId="1076"/>
          <ac:spMkLst>
            <pc:docMk/>
            <pc:sldMk cId="3762929551" sldId="271"/>
            <ac:spMk id="8" creationId="{27078A90-B8DE-4535-B097-8F7EBD801EA7}"/>
          </ac:spMkLst>
        </pc:spChg>
        <pc:spChg chg="add mod">
          <ac:chgData name="CHOI JUNHO" userId="2ed797a4709b55ca" providerId="LiveId" clId="{5B9CC2E5-527B-4B3B-BD11-698718A29A94}" dt="2019-10-28T02:39:20.105" v="5282" actId="1076"/>
          <ac:spMkLst>
            <pc:docMk/>
            <pc:sldMk cId="3762929551" sldId="271"/>
            <ac:spMk id="9" creationId="{DEC0CDDF-D3E7-4827-807B-91EFD077A55F}"/>
          </ac:spMkLst>
        </pc:spChg>
        <pc:spChg chg="add mod">
          <ac:chgData name="CHOI JUNHO" userId="2ed797a4709b55ca" providerId="LiveId" clId="{5B9CC2E5-527B-4B3B-BD11-698718A29A94}" dt="2019-10-28T02:39:20.105" v="5282" actId="1076"/>
          <ac:spMkLst>
            <pc:docMk/>
            <pc:sldMk cId="3762929551" sldId="271"/>
            <ac:spMk id="12" creationId="{C6EF2AAE-4687-4367-874D-C8D0DFAF4450}"/>
          </ac:spMkLst>
        </pc:spChg>
        <pc:spChg chg="add mod">
          <ac:chgData name="CHOI JUNHO" userId="2ed797a4709b55ca" providerId="LiveId" clId="{5B9CC2E5-527B-4B3B-BD11-698718A29A94}" dt="2019-10-28T02:39:20.105" v="5282" actId="1076"/>
          <ac:spMkLst>
            <pc:docMk/>
            <pc:sldMk cId="3762929551" sldId="271"/>
            <ac:spMk id="13" creationId="{DBBAAC12-6536-44ED-9F3A-E9A3B537184C}"/>
          </ac:spMkLst>
        </pc:spChg>
        <pc:spChg chg="add mod">
          <ac:chgData name="CHOI JUNHO" userId="2ed797a4709b55ca" providerId="LiveId" clId="{5B9CC2E5-527B-4B3B-BD11-698718A29A94}" dt="2019-10-28T02:39:20.105" v="5282" actId="1076"/>
          <ac:spMkLst>
            <pc:docMk/>
            <pc:sldMk cId="3762929551" sldId="271"/>
            <ac:spMk id="14" creationId="{7052604D-B0CA-404A-BC0F-122EFF9EBB21}"/>
          </ac:spMkLst>
        </pc:spChg>
        <pc:spChg chg="add del mod">
          <ac:chgData name="CHOI JUNHO" userId="2ed797a4709b55ca" providerId="LiveId" clId="{5B9CC2E5-527B-4B3B-BD11-698718A29A94}" dt="2019-10-28T02:33:35.981" v="5186" actId="478"/>
          <ac:spMkLst>
            <pc:docMk/>
            <pc:sldMk cId="3762929551" sldId="271"/>
            <ac:spMk id="16" creationId="{731835B8-CE1C-448A-839C-CBB712F6B162}"/>
          </ac:spMkLst>
        </pc:spChg>
        <pc:spChg chg="add mod">
          <ac:chgData name="CHOI JUNHO" userId="2ed797a4709b55ca" providerId="LiveId" clId="{5B9CC2E5-527B-4B3B-BD11-698718A29A94}" dt="2019-10-28T02:39:20.105" v="5282" actId="1076"/>
          <ac:spMkLst>
            <pc:docMk/>
            <pc:sldMk cId="3762929551" sldId="271"/>
            <ac:spMk id="17" creationId="{9EA6AF26-CE29-4628-A962-E8EC25E1A2BC}"/>
          </ac:spMkLst>
        </pc:spChg>
        <pc:spChg chg="add mod">
          <ac:chgData name="CHOI JUNHO" userId="2ed797a4709b55ca" providerId="LiveId" clId="{5B9CC2E5-527B-4B3B-BD11-698718A29A94}" dt="2019-10-28T02:14:34.727" v="4675" actId="164"/>
          <ac:spMkLst>
            <pc:docMk/>
            <pc:sldMk cId="3762929551" sldId="271"/>
            <ac:spMk id="19" creationId="{DC0F3975-526F-4A0B-A160-02AF74964D8D}"/>
          </ac:spMkLst>
        </pc:spChg>
        <pc:spChg chg="add del">
          <ac:chgData name="CHOI JUNHO" userId="2ed797a4709b55ca" providerId="LiveId" clId="{5B9CC2E5-527B-4B3B-BD11-698718A29A94}" dt="2019-10-28T02:17:20.296" v="4764" actId="478"/>
          <ac:spMkLst>
            <pc:docMk/>
            <pc:sldMk cId="3762929551" sldId="271"/>
            <ac:spMk id="20" creationId="{22316EDF-A89D-4301-B6C5-695B3300D3EB}"/>
          </ac:spMkLst>
        </pc:spChg>
        <pc:spChg chg="add del">
          <ac:chgData name="CHOI JUNHO" userId="2ed797a4709b55ca" providerId="LiveId" clId="{5B9CC2E5-527B-4B3B-BD11-698718A29A94}" dt="2019-10-28T02:33:35.981" v="5186" actId="478"/>
          <ac:spMkLst>
            <pc:docMk/>
            <pc:sldMk cId="3762929551" sldId="271"/>
            <ac:spMk id="30" creationId="{0E440DC3-D031-4827-A212-B62C3A5895DD}"/>
          </ac:spMkLst>
        </pc:spChg>
        <pc:spChg chg="add del">
          <ac:chgData name="CHOI JUNHO" userId="2ed797a4709b55ca" providerId="LiveId" clId="{5B9CC2E5-527B-4B3B-BD11-698718A29A94}" dt="2019-10-28T02:33:35.981" v="5186" actId="478"/>
          <ac:spMkLst>
            <pc:docMk/>
            <pc:sldMk cId="3762929551" sldId="271"/>
            <ac:spMk id="33" creationId="{73664827-7F79-4D2D-919A-2D2B0E0E900E}"/>
          </ac:spMkLst>
        </pc:spChg>
        <pc:spChg chg="add mod">
          <ac:chgData name="CHOI JUNHO" userId="2ed797a4709b55ca" providerId="LiveId" clId="{5B9CC2E5-527B-4B3B-BD11-698718A29A94}" dt="2019-10-28T02:17:14.166" v="4762" actId="164"/>
          <ac:spMkLst>
            <pc:docMk/>
            <pc:sldMk cId="3762929551" sldId="271"/>
            <ac:spMk id="36" creationId="{B14E0A68-BFCC-4E1F-8B9B-D063C2C860C1}"/>
          </ac:spMkLst>
        </pc:spChg>
        <pc:spChg chg="add mod">
          <ac:chgData name="CHOI JUNHO" userId="2ed797a4709b55ca" providerId="LiveId" clId="{5B9CC2E5-527B-4B3B-BD11-698718A29A94}" dt="2019-10-28T02:34:29.387" v="5222" actId="164"/>
          <ac:spMkLst>
            <pc:docMk/>
            <pc:sldMk cId="3762929551" sldId="271"/>
            <ac:spMk id="54" creationId="{AB66FF58-E540-4DC6-AC82-EFFD7A4F4D23}"/>
          </ac:spMkLst>
        </pc:spChg>
        <pc:spChg chg="add mod">
          <ac:chgData name="CHOI JUNHO" userId="2ed797a4709b55ca" providerId="LiveId" clId="{5B9CC2E5-527B-4B3B-BD11-698718A29A94}" dt="2019-10-28T02:34:29.387" v="5222" actId="164"/>
          <ac:spMkLst>
            <pc:docMk/>
            <pc:sldMk cId="3762929551" sldId="271"/>
            <ac:spMk id="55" creationId="{0015F306-379D-4D73-8414-C95B83513F47}"/>
          </ac:spMkLst>
        </pc:spChg>
        <pc:spChg chg="add mod">
          <ac:chgData name="CHOI JUNHO" userId="2ed797a4709b55ca" providerId="LiveId" clId="{5B9CC2E5-527B-4B3B-BD11-698718A29A94}" dt="2019-10-28T02:34:29.387" v="5222" actId="164"/>
          <ac:spMkLst>
            <pc:docMk/>
            <pc:sldMk cId="3762929551" sldId="271"/>
            <ac:spMk id="58" creationId="{DEFFD7CE-10F5-41B3-B770-3086D903176B}"/>
          </ac:spMkLst>
        </pc:spChg>
        <pc:spChg chg="add mod topLvl">
          <ac:chgData name="CHOI JUNHO" userId="2ed797a4709b55ca" providerId="LiveId" clId="{5B9CC2E5-527B-4B3B-BD11-698718A29A94}" dt="2019-10-28T02:39:47.303" v="5286" actId="164"/>
          <ac:spMkLst>
            <pc:docMk/>
            <pc:sldMk cId="3762929551" sldId="271"/>
            <ac:spMk id="60" creationId="{E43044EA-E54D-46BF-8C69-57DFAD245667}"/>
          </ac:spMkLst>
        </pc:spChg>
        <pc:spChg chg="add mod topLvl">
          <ac:chgData name="CHOI JUNHO" userId="2ed797a4709b55ca" providerId="LiveId" clId="{5B9CC2E5-527B-4B3B-BD11-698718A29A94}" dt="2019-10-28T02:36:00.489" v="5242" actId="164"/>
          <ac:spMkLst>
            <pc:docMk/>
            <pc:sldMk cId="3762929551" sldId="271"/>
            <ac:spMk id="61" creationId="{E3DDDF74-E86C-4B5D-AA56-FA6A7D6EE65C}"/>
          </ac:spMkLst>
        </pc:spChg>
        <pc:spChg chg="add mod">
          <ac:chgData name="CHOI JUNHO" userId="2ed797a4709b55ca" providerId="LiveId" clId="{5B9CC2E5-527B-4B3B-BD11-698718A29A94}" dt="2019-10-28T02:34:29.387" v="5222" actId="164"/>
          <ac:spMkLst>
            <pc:docMk/>
            <pc:sldMk cId="3762929551" sldId="271"/>
            <ac:spMk id="67" creationId="{D0FDC32C-A92C-4505-92E9-8F572C61F2CD}"/>
          </ac:spMkLst>
        </pc:spChg>
        <pc:spChg chg="add mod">
          <ac:chgData name="CHOI JUNHO" userId="2ed797a4709b55ca" providerId="LiveId" clId="{5B9CC2E5-527B-4B3B-BD11-698718A29A94}" dt="2019-10-28T02:36:00.489" v="5242" actId="164"/>
          <ac:spMkLst>
            <pc:docMk/>
            <pc:sldMk cId="3762929551" sldId="271"/>
            <ac:spMk id="69" creationId="{D9BAC9C1-602A-476D-8803-1909EAE73AFA}"/>
          </ac:spMkLst>
        </pc:spChg>
        <pc:spChg chg="add del mod">
          <ac:chgData name="CHOI JUNHO" userId="2ed797a4709b55ca" providerId="LiveId" clId="{5B9CC2E5-527B-4B3B-BD11-698718A29A94}" dt="2019-10-28T02:37:11.574" v="5260" actId="478"/>
          <ac:spMkLst>
            <pc:docMk/>
            <pc:sldMk cId="3762929551" sldId="271"/>
            <ac:spMk id="71" creationId="{038A34B1-2407-43AA-B322-879C44A0C998}"/>
          </ac:spMkLst>
        </pc:spChg>
        <pc:spChg chg="add mod">
          <ac:chgData name="CHOI JUNHO" userId="2ed797a4709b55ca" providerId="LiveId" clId="{5B9CC2E5-527B-4B3B-BD11-698718A29A94}" dt="2019-10-28T02:39:47.303" v="5286" actId="164"/>
          <ac:spMkLst>
            <pc:docMk/>
            <pc:sldMk cId="3762929551" sldId="271"/>
            <ac:spMk id="72" creationId="{5DD07F48-14B0-4928-B6E6-3256A3650BA7}"/>
          </ac:spMkLst>
        </pc:spChg>
        <pc:grpChg chg="add del mod">
          <ac:chgData name="CHOI JUNHO" userId="2ed797a4709b55ca" providerId="LiveId" clId="{5B9CC2E5-527B-4B3B-BD11-698718A29A94}" dt="2019-10-28T02:39:10.824" v="5281" actId="478"/>
          <ac:grpSpMkLst>
            <pc:docMk/>
            <pc:sldMk cId="3762929551" sldId="271"/>
            <ac:grpSpMk id="23" creationId="{838084B6-DB3D-4984-BFB3-B70B64C33E66}"/>
          </ac:grpSpMkLst>
        </pc:grpChg>
        <pc:grpChg chg="add del mod">
          <ac:chgData name="CHOI JUNHO" userId="2ed797a4709b55ca" providerId="LiveId" clId="{5B9CC2E5-527B-4B3B-BD11-698718A29A94}" dt="2019-10-28T02:23:42.101" v="4972" actId="478"/>
          <ac:grpSpMkLst>
            <pc:docMk/>
            <pc:sldMk cId="3762929551" sldId="271"/>
            <ac:grpSpMk id="34" creationId="{F672C725-FA6C-4C6B-8626-49F7F2F737E8}"/>
          </ac:grpSpMkLst>
        </pc:grpChg>
        <pc:grpChg chg="add mod">
          <ac:chgData name="CHOI JUNHO" userId="2ed797a4709b55ca" providerId="LiveId" clId="{5B9CC2E5-527B-4B3B-BD11-698718A29A94}" dt="2019-10-28T02:39:20.105" v="5282" actId="1076"/>
          <ac:grpSpMkLst>
            <pc:docMk/>
            <pc:sldMk cId="3762929551" sldId="271"/>
            <ac:grpSpMk id="37" creationId="{354D6E4C-9270-4B3F-A406-D658EF2334CF}"/>
          </ac:grpSpMkLst>
        </pc:grpChg>
        <pc:grpChg chg="add del mod">
          <ac:chgData name="CHOI JUNHO" userId="2ed797a4709b55ca" providerId="LiveId" clId="{5B9CC2E5-527B-4B3B-BD11-698718A29A94}" dt="2019-10-28T02:35:56.861" v="5241" actId="165"/>
          <ac:grpSpMkLst>
            <pc:docMk/>
            <pc:sldMk cId="3762929551" sldId="271"/>
            <ac:grpSpMk id="62" creationId="{E8FAF61B-102B-4D60-A038-B0E4BFCAB826}"/>
          </ac:grpSpMkLst>
        </pc:grpChg>
        <pc:grpChg chg="add mod">
          <ac:chgData name="CHOI JUNHO" userId="2ed797a4709b55ca" providerId="LiveId" clId="{5B9CC2E5-527B-4B3B-BD11-698718A29A94}" dt="2019-10-28T02:39:20.105" v="5282" actId="1076"/>
          <ac:grpSpMkLst>
            <pc:docMk/>
            <pc:sldMk cId="3762929551" sldId="271"/>
            <ac:grpSpMk id="68" creationId="{4F255B62-79ED-4032-89E7-E296771AC053}"/>
          </ac:grpSpMkLst>
        </pc:grpChg>
        <pc:grpChg chg="add mod">
          <ac:chgData name="CHOI JUNHO" userId="2ed797a4709b55ca" providerId="LiveId" clId="{5B9CC2E5-527B-4B3B-BD11-698718A29A94}" dt="2019-10-28T02:39:47.303" v="5286" actId="164"/>
          <ac:grpSpMkLst>
            <pc:docMk/>
            <pc:sldMk cId="3762929551" sldId="271"/>
            <ac:grpSpMk id="70" creationId="{9495F5CB-7F2A-4AF8-9E05-179A7596B532}"/>
          </ac:grpSpMkLst>
        </pc:grpChg>
        <pc:grpChg chg="add mod">
          <ac:chgData name="CHOI JUNHO" userId="2ed797a4709b55ca" providerId="LiveId" clId="{5B9CC2E5-527B-4B3B-BD11-698718A29A94}" dt="2019-10-28T02:39:07.475" v="5280" actId="164"/>
          <ac:grpSpMkLst>
            <pc:docMk/>
            <pc:sldMk cId="3762929551" sldId="271"/>
            <ac:grpSpMk id="73" creationId="{CFA521FA-6140-48E1-90BC-84026DE2C397}"/>
          </ac:grpSpMkLst>
        </pc:grpChg>
        <pc:grpChg chg="add mod">
          <ac:chgData name="CHOI JUNHO" userId="2ed797a4709b55ca" providerId="LiveId" clId="{5B9CC2E5-527B-4B3B-BD11-698718A29A94}" dt="2019-10-28T02:39:47.303" v="5286" actId="164"/>
          <ac:grpSpMkLst>
            <pc:docMk/>
            <pc:sldMk cId="3762929551" sldId="271"/>
            <ac:grpSpMk id="74" creationId="{0FD44511-1BFD-4438-AF81-13A94A6C3070}"/>
          </ac:grpSpMkLst>
        </pc:grpChg>
        <pc:picChg chg="add mod">
          <ac:chgData name="CHOI JUNHO" userId="2ed797a4709b55ca" providerId="LiveId" clId="{5B9CC2E5-527B-4B3B-BD11-698718A29A94}" dt="2019-10-28T02:14:34.727" v="4675" actId="164"/>
          <ac:picMkLst>
            <pc:docMk/>
            <pc:sldMk cId="3762929551" sldId="271"/>
            <ac:picMk id="18" creationId="{EE567E22-D4E6-4BC7-848D-E02901AD6ED5}"/>
          </ac:picMkLst>
        </pc:picChg>
        <pc:picChg chg="add mod">
          <ac:chgData name="CHOI JUNHO" userId="2ed797a4709b55ca" providerId="LiveId" clId="{5B9CC2E5-527B-4B3B-BD11-698718A29A94}" dt="2019-10-28T02:17:14.166" v="4762" actId="164"/>
          <ac:picMkLst>
            <pc:docMk/>
            <pc:sldMk cId="3762929551" sldId="271"/>
            <ac:picMk id="35" creationId="{9A1C3276-E79F-4469-B265-1A5C8E923C82}"/>
          </ac:picMkLst>
        </pc:picChg>
        <pc:cxnChg chg="add mod">
          <ac:chgData name="CHOI JUNHO" userId="2ed797a4709b55ca" providerId="LiveId" clId="{5B9CC2E5-527B-4B3B-BD11-698718A29A94}" dt="2019-10-28T02:39:20.105" v="5282" actId="1076"/>
          <ac:cxnSpMkLst>
            <pc:docMk/>
            <pc:sldMk cId="3762929551" sldId="271"/>
            <ac:cxnSpMk id="5" creationId="{CC2E4D45-240B-40FF-9913-F6F16F4E5742}"/>
          </ac:cxnSpMkLst>
        </pc:cxnChg>
        <pc:cxnChg chg="add mod">
          <ac:chgData name="CHOI JUNHO" userId="2ed797a4709b55ca" providerId="LiveId" clId="{5B9CC2E5-527B-4B3B-BD11-698718A29A94}" dt="2019-10-28T02:39:20.105" v="5282" actId="1076"/>
          <ac:cxnSpMkLst>
            <pc:docMk/>
            <pc:sldMk cId="3762929551" sldId="271"/>
            <ac:cxnSpMk id="7" creationId="{67ED1E2B-5D36-4ABD-B74E-98448CEE8BCB}"/>
          </ac:cxnSpMkLst>
        </pc:cxnChg>
        <pc:cxnChg chg="add del mod">
          <ac:chgData name="CHOI JUNHO" userId="2ed797a4709b55ca" providerId="LiveId" clId="{5B9CC2E5-527B-4B3B-BD11-698718A29A94}" dt="2019-10-28T02:17:21.412" v="4765" actId="478"/>
          <ac:cxnSpMkLst>
            <pc:docMk/>
            <pc:sldMk cId="3762929551" sldId="271"/>
            <ac:cxnSpMk id="10" creationId="{BAE77A55-F636-432A-82EB-89ED51B02FB2}"/>
          </ac:cxnSpMkLst>
        </pc:cxnChg>
        <pc:cxnChg chg="add del mod">
          <ac:chgData name="CHOI JUNHO" userId="2ed797a4709b55ca" providerId="LiveId" clId="{5B9CC2E5-527B-4B3B-BD11-698718A29A94}" dt="2019-10-28T02:21:29.960" v="4822" actId="478"/>
          <ac:cxnSpMkLst>
            <pc:docMk/>
            <pc:sldMk cId="3762929551" sldId="271"/>
            <ac:cxnSpMk id="11" creationId="{C9E61EBE-C7B8-41B6-A8C1-1053AC5382B9}"/>
          </ac:cxnSpMkLst>
        </pc:cxnChg>
        <pc:cxnChg chg="add mod">
          <ac:chgData name="CHOI JUNHO" userId="2ed797a4709b55ca" providerId="LiveId" clId="{5B9CC2E5-527B-4B3B-BD11-698718A29A94}" dt="2019-10-28T02:39:20.105" v="5282" actId="1076"/>
          <ac:cxnSpMkLst>
            <pc:docMk/>
            <pc:sldMk cId="3762929551" sldId="271"/>
            <ac:cxnSpMk id="15" creationId="{AA0067CE-1463-4FF2-947F-09EAF0E1B361}"/>
          </ac:cxnSpMkLst>
        </pc:cxnChg>
        <pc:cxnChg chg="add mod">
          <ac:chgData name="CHOI JUNHO" userId="2ed797a4709b55ca" providerId="LiveId" clId="{5B9CC2E5-527B-4B3B-BD11-698718A29A94}" dt="2019-10-28T02:39:20.105" v="5282" actId="1076"/>
          <ac:cxnSpMkLst>
            <pc:docMk/>
            <pc:sldMk cId="3762929551" sldId="271"/>
            <ac:cxnSpMk id="21" creationId="{9D7CE066-BC19-4BBA-9231-8CAEB5029FE3}"/>
          </ac:cxnSpMkLst>
        </pc:cxnChg>
        <pc:cxnChg chg="add mod">
          <ac:chgData name="CHOI JUNHO" userId="2ed797a4709b55ca" providerId="LiveId" clId="{5B9CC2E5-527B-4B3B-BD11-698718A29A94}" dt="2019-10-28T02:39:20.105" v="5282" actId="1076"/>
          <ac:cxnSpMkLst>
            <pc:docMk/>
            <pc:sldMk cId="3762929551" sldId="271"/>
            <ac:cxnSpMk id="22" creationId="{D49E32F5-39E2-47A5-854E-6E2DB7455B66}"/>
          </ac:cxnSpMkLst>
        </pc:cxnChg>
        <pc:cxnChg chg="add del mod">
          <ac:chgData name="CHOI JUNHO" userId="2ed797a4709b55ca" providerId="LiveId" clId="{5B9CC2E5-527B-4B3B-BD11-698718A29A94}" dt="2019-10-28T02:33:35.981" v="5186" actId="478"/>
          <ac:cxnSpMkLst>
            <pc:docMk/>
            <pc:sldMk cId="3762929551" sldId="271"/>
            <ac:cxnSpMk id="31" creationId="{345846EC-6333-44D9-BAB7-032320C96F51}"/>
          </ac:cxnSpMkLst>
        </pc:cxnChg>
        <pc:cxnChg chg="add del mod">
          <ac:chgData name="CHOI JUNHO" userId="2ed797a4709b55ca" providerId="LiveId" clId="{5B9CC2E5-527B-4B3B-BD11-698718A29A94}" dt="2019-10-28T02:33:35.981" v="5186" actId="478"/>
          <ac:cxnSpMkLst>
            <pc:docMk/>
            <pc:sldMk cId="3762929551" sldId="271"/>
            <ac:cxnSpMk id="32" creationId="{05A30DD0-A14C-44F9-AC0F-E72D7D213896}"/>
          </ac:cxnSpMkLst>
        </pc:cxnChg>
        <pc:cxnChg chg="add mod">
          <ac:chgData name="CHOI JUNHO" userId="2ed797a4709b55ca" providerId="LiveId" clId="{5B9CC2E5-527B-4B3B-BD11-698718A29A94}" dt="2019-10-28T02:39:20.105" v="5282" actId="1076"/>
          <ac:cxnSpMkLst>
            <pc:docMk/>
            <pc:sldMk cId="3762929551" sldId="271"/>
            <ac:cxnSpMk id="47" creationId="{9246FD28-E392-4084-9195-D314C4E3E277}"/>
          </ac:cxnSpMkLst>
        </pc:cxnChg>
        <pc:cxnChg chg="add mod">
          <ac:chgData name="CHOI JUNHO" userId="2ed797a4709b55ca" providerId="LiveId" clId="{5B9CC2E5-527B-4B3B-BD11-698718A29A94}" dt="2019-10-28T02:34:29.387" v="5222" actId="164"/>
          <ac:cxnSpMkLst>
            <pc:docMk/>
            <pc:sldMk cId="3762929551" sldId="271"/>
            <ac:cxnSpMk id="56" creationId="{34B8BCDB-8A65-420D-B167-CCE04EC6E6E5}"/>
          </ac:cxnSpMkLst>
        </pc:cxnChg>
      </pc:sldChg>
      <pc:sldChg chg="addSp delSp modSp add">
        <pc:chgData name="CHOI JUNHO" userId="2ed797a4709b55ca" providerId="LiveId" clId="{5B9CC2E5-527B-4B3B-BD11-698718A29A94}" dt="2019-10-28T03:22:08.367" v="5420" actId="478"/>
        <pc:sldMkLst>
          <pc:docMk/>
          <pc:sldMk cId="1819313943" sldId="272"/>
        </pc:sldMkLst>
        <pc:spChg chg="mod">
          <ac:chgData name="CHOI JUNHO" userId="2ed797a4709b55ca" providerId="LiveId" clId="{5B9CC2E5-527B-4B3B-BD11-698718A29A94}" dt="2019-10-28T03:18:33.032" v="5343" actId="20577"/>
          <ac:spMkLst>
            <pc:docMk/>
            <pc:sldMk cId="1819313943" sldId="272"/>
            <ac:spMk id="2" creationId="{3B1F6875-2E40-4D83-BE2A-E3D8C7789D9A}"/>
          </ac:spMkLst>
        </pc:spChg>
        <pc:spChg chg="add del">
          <ac:chgData name="CHOI JUNHO" userId="2ed797a4709b55ca" providerId="LiveId" clId="{5B9CC2E5-527B-4B3B-BD11-698718A29A94}" dt="2019-10-28T03:18:27.497" v="5334"/>
          <ac:spMkLst>
            <pc:docMk/>
            <pc:sldMk cId="1819313943" sldId="272"/>
            <ac:spMk id="3" creationId="{5FCEE909-E00D-4656-9F71-6A5B5249E571}"/>
          </ac:spMkLst>
        </pc:spChg>
        <pc:spChg chg="add">
          <ac:chgData name="CHOI JUNHO" userId="2ed797a4709b55ca" providerId="LiveId" clId="{5B9CC2E5-527B-4B3B-BD11-698718A29A94}" dt="2019-10-28T03:18:37.356" v="5344"/>
          <ac:spMkLst>
            <pc:docMk/>
            <pc:sldMk cId="1819313943" sldId="272"/>
            <ac:spMk id="4" creationId="{EFF250C4-7D27-446F-AF1E-9CE87A9830E0}"/>
          </ac:spMkLst>
        </pc:spChg>
        <pc:spChg chg="add">
          <ac:chgData name="CHOI JUNHO" userId="2ed797a4709b55ca" providerId="LiveId" clId="{5B9CC2E5-527B-4B3B-BD11-698718A29A94}" dt="2019-10-28T03:18:37.356" v="5344"/>
          <ac:spMkLst>
            <pc:docMk/>
            <pc:sldMk cId="1819313943" sldId="272"/>
            <ac:spMk id="5" creationId="{AB548B68-BEC2-44BF-B1DA-89B10C876891}"/>
          </ac:spMkLst>
        </pc:spChg>
        <pc:spChg chg="add">
          <ac:chgData name="CHOI JUNHO" userId="2ed797a4709b55ca" providerId="LiveId" clId="{5B9CC2E5-527B-4B3B-BD11-698718A29A94}" dt="2019-10-28T03:18:37.356" v="5344"/>
          <ac:spMkLst>
            <pc:docMk/>
            <pc:sldMk cId="1819313943" sldId="272"/>
            <ac:spMk id="7" creationId="{41B83BCC-CC48-4F40-AF32-9009CB4811EE}"/>
          </ac:spMkLst>
        </pc:spChg>
        <pc:spChg chg="add">
          <ac:chgData name="CHOI JUNHO" userId="2ed797a4709b55ca" providerId="LiveId" clId="{5B9CC2E5-527B-4B3B-BD11-698718A29A94}" dt="2019-10-28T03:18:37.356" v="5344"/>
          <ac:spMkLst>
            <pc:docMk/>
            <pc:sldMk cId="1819313943" sldId="272"/>
            <ac:spMk id="9" creationId="{7C6F6572-A055-40FE-A183-9A9BD6412157}"/>
          </ac:spMkLst>
        </pc:spChg>
        <pc:spChg chg="add">
          <ac:chgData name="CHOI JUNHO" userId="2ed797a4709b55ca" providerId="LiveId" clId="{5B9CC2E5-527B-4B3B-BD11-698718A29A94}" dt="2019-10-28T03:18:37.356" v="5344"/>
          <ac:spMkLst>
            <pc:docMk/>
            <pc:sldMk cId="1819313943" sldId="272"/>
            <ac:spMk id="10" creationId="{E6DA8361-FFBE-413C-AAA0-BF7A718E20C4}"/>
          </ac:spMkLst>
        </pc:spChg>
        <pc:spChg chg="add">
          <ac:chgData name="CHOI JUNHO" userId="2ed797a4709b55ca" providerId="LiveId" clId="{5B9CC2E5-527B-4B3B-BD11-698718A29A94}" dt="2019-10-28T03:18:37.356" v="5344"/>
          <ac:spMkLst>
            <pc:docMk/>
            <pc:sldMk cId="1819313943" sldId="272"/>
            <ac:spMk id="13" creationId="{E4A1E0F1-B9A0-4518-8BF9-BF851632F15F}"/>
          </ac:spMkLst>
        </pc:spChg>
        <pc:spChg chg="add">
          <ac:chgData name="CHOI JUNHO" userId="2ed797a4709b55ca" providerId="LiveId" clId="{5B9CC2E5-527B-4B3B-BD11-698718A29A94}" dt="2019-10-28T03:18:37.356" v="5344"/>
          <ac:spMkLst>
            <pc:docMk/>
            <pc:sldMk cId="1819313943" sldId="272"/>
            <ac:spMk id="14" creationId="{8895BBB1-1E5F-455A-822D-630B3BFE26B4}"/>
          </ac:spMkLst>
        </pc:spChg>
        <pc:spChg chg="add">
          <ac:chgData name="CHOI JUNHO" userId="2ed797a4709b55ca" providerId="LiveId" clId="{5B9CC2E5-527B-4B3B-BD11-698718A29A94}" dt="2019-10-28T03:18:37.356" v="5344"/>
          <ac:spMkLst>
            <pc:docMk/>
            <pc:sldMk cId="1819313943" sldId="272"/>
            <ac:spMk id="15" creationId="{C30759E5-EA69-492E-B767-30CD145B3277}"/>
          </ac:spMkLst>
        </pc:spChg>
        <pc:spChg chg="add">
          <ac:chgData name="CHOI JUNHO" userId="2ed797a4709b55ca" providerId="LiveId" clId="{5B9CC2E5-527B-4B3B-BD11-698718A29A94}" dt="2019-10-28T03:18:37.356" v="5344"/>
          <ac:spMkLst>
            <pc:docMk/>
            <pc:sldMk cId="1819313943" sldId="272"/>
            <ac:spMk id="17" creationId="{E46CD9D4-5A00-431F-9530-7FB8E2EBB42D}"/>
          </ac:spMkLst>
        </pc:spChg>
        <pc:spChg chg="add">
          <ac:chgData name="CHOI JUNHO" userId="2ed797a4709b55ca" providerId="LiveId" clId="{5B9CC2E5-527B-4B3B-BD11-698718A29A94}" dt="2019-10-28T03:18:37.356" v="5344"/>
          <ac:spMkLst>
            <pc:docMk/>
            <pc:sldMk cId="1819313943" sldId="272"/>
            <ac:spMk id="18" creationId="{296B7A56-75A5-4BD2-94E1-B91B9D4D894E}"/>
          </ac:spMkLst>
        </pc:spChg>
        <pc:spChg chg="add mod">
          <ac:chgData name="CHOI JUNHO" userId="2ed797a4709b55ca" providerId="LiveId" clId="{5B9CC2E5-527B-4B3B-BD11-698718A29A94}" dt="2019-10-28T03:20:30.633" v="5418"/>
          <ac:spMkLst>
            <pc:docMk/>
            <pc:sldMk cId="1819313943" sldId="272"/>
            <ac:spMk id="20" creationId="{E2169E79-A20B-4D56-9AF1-1C89DAA7C6BB}"/>
          </ac:spMkLst>
        </pc:spChg>
        <pc:spChg chg="add">
          <ac:chgData name="CHOI JUNHO" userId="2ed797a4709b55ca" providerId="LiveId" clId="{5B9CC2E5-527B-4B3B-BD11-698718A29A94}" dt="2019-10-28T03:18:37.356" v="5344"/>
          <ac:spMkLst>
            <pc:docMk/>
            <pc:sldMk cId="1819313943" sldId="272"/>
            <ac:spMk id="21" creationId="{0A7784CB-7666-4850-8AAE-079F7826AF76}"/>
          </ac:spMkLst>
        </pc:spChg>
        <pc:spChg chg="add del">
          <ac:chgData name="CHOI JUNHO" userId="2ed797a4709b55ca" providerId="LiveId" clId="{5B9CC2E5-527B-4B3B-BD11-698718A29A94}" dt="2019-10-28T03:22:08.367" v="5420" actId="478"/>
          <ac:spMkLst>
            <pc:docMk/>
            <pc:sldMk cId="1819313943" sldId="272"/>
            <ac:spMk id="31" creationId="{15E38083-6C70-4C5C-BE4E-BB4C28F34264}"/>
          </ac:spMkLst>
        </pc:spChg>
        <pc:spChg chg="add del">
          <ac:chgData name="CHOI JUNHO" userId="2ed797a4709b55ca" providerId="LiveId" clId="{5B9CC2E5-527B-4B3B-BD11-698718A29A94}" dt="2019-10-28T03:22:08.367" v="5420" actId="478"/>
          <ac:spMkLst>
            <pc:docMk/>
            <pc:sldMk cId="1819313943" sldId="272"/>
            <ac:spMk id="34" creationId="{F126C7BE-174F-49E0-ADF4-B086120ED43D}"/>
          </ac:spMkLst>
        </pc:spChg>
        <pc:spChg chg="del topLvl">
          <ac:chgData name="CHOI JUNHO" userId="2ed797a4709b55ca" providerId="LiveId" clId="{5B9CC2E5-527B-4B3B-BD11-698718A29A94}" dt="2019-10-28T03:18:52.594" v="5347" actId="478"/>
          <ac:spMkLst>
            <pc:docMk/>
            <pc:sldMk cId="1819313943" sldId="272"/>
            <ac:spMk id="37" creationId="{F151B6C4-945C-49DE-9EB1-1CB000BA688E}"/>
          </ac:spMkLst>
        </pc:spChg>
        <pc:spChg chg="add del mod">
          <ac:chgData name="CHOI JUNHO" userId="2ed797a4709b55ca" providerId="LiveId" clId="{5B9CC2E5-527B-4B3B-BD11-698718A29A94}" dt="2019-10-28T03:20:17.189" v="5392" actId="478"/>
          <ac:spMkLst>
            <pc:docMk/>
            <pc:sldMk cId="1819313943" sldId="272"/>
            <ac:spMk id="39" creationId="{3ADE6C28-2F7D-4423-8CB4-2E113AD0D643}"/>
          </ac:spMkLst>
        </pc:spChg>
        <pc:spChg chg="add">
          <ac:chgData name="CHOI JUNHO" userId="2ed797a4709b55ca" providerId="LiveId" clId="{5B9CC2E5-527B-4B3B-BD11-698718A29A94}" dt="2019-10-28T03:20:17.438" v="5393"/>
          <ac:spMkLst>
            <pc:docMk/>
            <pc:sldMk cId="1819313943" sldId="272"/>
            <ac:spMk id="40" creationId="{DF37281B-FED9-4EAA-8209-F7B0E617FA3A}"/>
          </ac:spMkLst>
        </pc:spChg>
        <pc:grpChg chg="add del">
          <ac:chgData name="CHOI JUNHO" userId="2ed797a4709b55ca" providerId="LiveId" clId="{5B9CC2E5-527B-4B3B-BD11-698718A29A94}" dt="2019-10-28T03:21:37.367" v="5419" actId="478"/>
          <ac:grpSpMkLst>
            <pc:docMk/>
            <pc:sldMk cId="1819313943" sldId="272"/>
            <ac:grpSpMk id="24" creationId="{43702CDC-8ED7-419D-B706-6531E9E96EA2}"/>
          </ac:grpSpMkLst>
        </pc:grpChg>
        <pc:grpChg chg="add del">
          <ac:chgData name="CHOI JUNHO" userId="2ed797a4709b55ca" providerId="LiveId" clId="{5B9CC2E5-527B-4B3B-BD11-698718A29A94}" dt="2019-10-28T03:18:52.594" v="5347" actId="478"/>
          <ac:grpSpMkLst>
            <pc:docMk/>
            <pc:sldMk cId="1819313943" sldId="272"/>
            <ac:grpSpMk id="35" creationId="{57133B75-6206-457C-8C66-B8A54B65494A}"/>
          </ac:grpSpMkLst>
        </pc:grpChg>
        <pc:grpChg chg="add mod">
          <ac:chgData name="CHOI JUNHO" userId="2ed797a4709b55ca" providerId="LiveId" clId="{5B9CC2E5-527B-4B3B-BD11-698718A29A94}" dt="2019-10-28T03:18:59.881" v="5349" actId="164"/>
          <ac:grpSpMkLst>
            <pc:docMk/>
            <pc:sldMk cId="1819313943" sldId="272"/>
            <ac:grpSpMk id="38" creationId="{355D6FE0-3FC9-474D-8ACA-E859AD95EE20}"/>
          </ac:grpSpMkLst>
        </pc:grpChg>
        <pc:picChg chg="add del">
          <ac:chgData name="CHOI JUNHO" userId="2ed797a4709b55ca" providerId="LiveId" clId="{5B9CC2E5-527B-4B3B-BD11-698718A29A94}" dt="2019-10-28T03:18:40.767" v="5345" actId="478"/>
          <ac:picMkLst>
            <pc:docMk/>
            <pc:sldMk cId="1819313943" sldId="272"/>
            <ac:picMk id="19" creationId="{505F24A0-24BB-44AF-8BD3-BCAA73FC84ED}"/>
          </ac:picMkLst>
        </pc:picChg>
        <pc:picChg chg="mod topLvl">
          <ac:chgData name="CHOI JUNHO" userId="2ed797a4709b55ca" providerId="LiveId" clId="{5B9CC2E5-527B-4B3B-BD11-698718A29A94}" dt="2019-10-28T03:18:59.881" v="5349" actId="164"/>
          <ac:picMkLst>
            <pc:docMk/>
            <pc:sldMk cId="1819313943" sldId="272"/>
            <ac:picMk id="36" creationId="{AE4188EB-7FF4-4116-BA36-8CAEAB7CA08D}"/>
          </ac:picMkLst>
        </pc:picChg>
        <pc:cxnChg chg="add">
          <ac:chgData name="CHOI JUNHO" userId="2ed797a4709b55ca" providerId="LiveId" clId="{5B9CC2E5-527B-4B3B-BD11-698718A29A94}" dt="2019-10-28T03:18:37.356" v="5344"/>
          <ac:cxnSpMkLst>
            <pc:docMk/>
            <pc:sldMk cId="1819313943" sldId="272"/>
            <ac:cxnSpMk id="6" creationId="{B93FC20F-0D53-46AF-B098-EF89A396668E}"/>
          </ac:cxnSpMkLst>
        </pc:cxnChg>
        <pc:cxnChg chg="add">
          <ac:chgData name="CHOI JUNHO" userId="2ed797a4709b55ca" providerId="LiveId" clId="{5B9CC2E5-527B-4B3B-BD11-698718A29A94}" dt="2019-10-28T03:18:37.356" v="5344"/>
          <ac:cxnSpMkLst>
            <pc:docMk/>
            <pc:sldMk cId="1819313943" sldId="272"/>
            <ac:cxnSpMk id="8" creationId="{A9BC6FC7-7BEE-4A3C-B3DF-845EE93FB4F1}"/>
          </ac:cxnSpMkLst>
        </pc:cxnChg>
        <pc:cxnChg chg="add">
          <ac:chgData name="CHOI JUNHO" userId="2ed797a4709b55ca" providerId="LiveId" clId="{5B9CC2E5-527B-4B3B-BD11-698718A29A94}" dt="2019-10-28T03:18:37.356" v="5344"/>
          <ac:cxnSpMkLst>
            <pc:docMk/>
            <pc:sldMk cId="1819313943" sldId="272"/>
            <ac:cxnSpMk id="11" creationId="{BBE425D3-4762-4429-ADD4-BFA10BD74D42}"/>
          </ac:cxnSpMkLst>
        </pc:cxnChg>
        <pc:cxnChg chg="add">
          <ac:chgData name="CHOI JUNHO" userId="2ed797a4709b55ca" providerId="LiveId" clId="{5B9CC2E5-527B-4B3B-BD11-698718A29A94}" dt="2019-10-28T03:18:37.356" v="5344"/>
          <ac:cxnSpMkLst>
            <pc:docMk/>
            <pc:sldMk cId="1819313943" sldId="272"/>
            <ac:cxnSpMk id="12" creationId="{3406B44C-4C6B-448B-84DB-1E13A637B3CC}"/>
          </ac:cxnSpMkLst>
        </pc:cxnChg>
        <pc:cxnChg chg="add">
          <ac:chgData name="CHOI JUNHO" userId="2ed797a4709b55ca" providerId="LiveId" clId="{5B9CC2E5-527B-4B3B-BD11-698718A29A94}" dt="2019-10-28T03:18:37.356" v="5344"/>
          <ac:cxnSpMkLst>
            <pc:docMk/>
            <pc:sldMk cId="1819313943" sldId="272"/>
            <ac:cxnSpMk id="16" creationId="{9D56E380-8A27-48AC-ABEA-89FB076441D7}"/>
          </ac:cxnSpMkLst>
        </pc:cxnChg>
        <pc:cxnChg chg="add">
          <ac:chgData name="CHOI JUNHO" userId="2ed797a4709b55ca" providerId="LiveId" clId="{5B9CC2E5-527B-4B3B-BD11-698718A29A94}" dt="2019-10-28T03:18:37.356" v="5344"/>
          <ac:cxnSpMkLst>
            <pc:docMk/>
            <pc:sldMk cId="1819313943" sldId="272"/>
            <ac:cxnSpMk id="22" creationId="{440DC855-8DE9-42B5-9A42-92D933514614}"/>
          </ac:cxnSpMkLst>
        </pc:cxnChg>
        <pc:cxnChg chg="add">
          <ac:chgData name="CHOI JUNHO" userId="2ed797a4709b55ca" providerId="LiveId" clId="{5B9CC2E5-527B-4B3B-BD11-698718A29A94}" dt="2019-10-28T03:18:37.356" v="5344"/>
          <ac:cxnSpMkLst>
            <pc:docMk/>
            <pc:sldMk cId="1819313943" sldId="272"/>
            <ac:cxnSpMk id="23" creationId="{7937285D-FFCC-498B-AF1F-2E1E8F120D47}"/>
          </ac:cxnSpMkLst>
        </pc:cxnChg>
        <pc:cxnChg chg="add del mod">
          <ac:chgData name="CHOI JUNHO" userId="2ed797a4709b55ca" providerId="LiveId" clId="{5B9CC2E5-527B-4B3B-BD11-698718A29A94}" dt="2019-10-28T03:22:08.367" v="5420" actId="478"/>
          <ac:cxnSpMkLst>
            <pc:docMk/>
            <pc:sldMk cId="1819313943" sldId="272"/>
            <ac:cxnSpMk id="32" creationId="{0E25413F-7414-4AFB-AB5D-EF0AF248CA5D}"/>
          </ac:cxnSpMkLst>
        </pc:cxnChg>
        <pc:cxnChg chg="add">
          <ac:chgData name="CHOI JUNHO" userId="2ed797a4709b55ca" providerId="LiveId" clId="{5B9CC2E5-527B-4B3B-BD11-698718A29A94}" dt="2019-10-28T03:18:37.356" v="5344"/>
          <ac:cxnSpMkLst>
            <pc:docMk/>
            <pc:sldMk cId="1819313943" sldId="272"/>
            <ac:cxnSpMk id="33" creationId="{2ED726AA-B60A-4FF9-9201-A0DB1E8E6C26}"/>
          </ac:cxnSpMkLst>
        </pc:cxnChg>
      </pc:sldChg>
      <pc:sldMasterChg chg="modSldLayout">
        <pc:chgData name="CHOI JUNHO" userId="2ed797a4709b55ca" providerId="LiveId" clId="{5B9CC2E5-527B-4B3B-BD11-698718A29A94}" dt="2019-10-25T05:40:29.588" v="206" actId="1035"/>
        <pc:sldMasterMkLst>
          <pc:docMk/>
          <pc:sldMasterMk cId="2252684482" sldId="2147483648"/>
        </pc:sldMasterMkLst>
        <pc:sldLayoutChg chg="modSp">
          <pc:chgData name="CHOI JUNHO" userId="2ed797a4709b55ca" providerId="LiveId" clId="{5B9CC2E5-527B-4B3B-BD11-698718A29A94}" dt="2019-10-25T05:40:29.588" v="206" actId="1035"/>
          <pc:sldLayoutMkLst>
            <pc:docMk/>
            <pc:sldMasterMk cId="2252684482" sldId="2147483648"/>
            <pc:sldLayoutMk cId="17018372" sldId="2147483649"/>
          </pc:sldLayoutMkLst>
          <pc:spChg chg="mod">
            <ac:chgData name="CHOI JUNHO" userId="2ed797a4709b55ca" providerId="LiveId" clId="{5B9CC2E5-527B-4B3B-BD11-698718A29A94}" dt="2019-10-25T05:40:29.588" v="206" actId="1035"/>
            <ac:spMkLst>
              <pc:docMk/>
              <pc:sldMasterMk cId="2252684482" sldId="2147483648"/>
              <pc:sldLayoutMk cId="17018372" sldId="2147483649"/>
              <ac:spMk id="7" creationId="{00000000-0000-0000-0000-000000000000}"/>
            </ac:spMkLst>
          </pc:spChg>
          <pc:graphicFrameChg chg="mod">
            <ac:chgData name="CHOI JUNHO" userId="2ed797a4709b55ca" providerId="LiveId" clId="{5B9CC2E5-527B-4B3B-BD11-698718A29A94}" dt="2019-10-25T05:40:29.588" v="206" actId="1035"/>
            <ac:graphicFrameMkLst>
              <pc:docMk/>
              <pc:sldMasterMk cId="2252684482" sldId="2147483648"/>
              <pc:sldLayoutMk cId="17018372" sldId="2147483649"/>
              <ac:graphicFrameMk id="2" creationId="{00000000-0000-0000-0000-000000000000}"/>
            </ac:graphicFrameMkLst>
          </pc:graphicFrameChg>
        </pc:sldLayoutChg>
        <pc:sldLayoutChg chg="modSp">
          <pc:chgData name="CHOI JUNHO" userId="2ed797a4709b55ca" providerId="LiveId" clId="{5B9CC2E5-527B-4B3B-BD11-698718A29A94}" dt="2019-10-25T05:40:22.018" v="186" actId="1035"/>
          <pc:sldLayoutMkLst>
            <pc:docMk/>
            <pc:sldMasterMk cId="2252684482" sldId="2147483648"/>
            <pc:sldLayoutMk cId="2156045409" sldId="2147483651"/>
          </pc:sldLayoutMkLst>
          <pc:spChg chg="mod">
            <ac:chgData name="CHOI JUNHO" userId="2ed797a4709b55ca" providerId="LiveId" clId="{5B9CC2E5-527B-4B3B-BD11-698718A29A94}" dt="2019-10-25T05:40:22.018" v="186" actId="1035"/>
            <ac:spMkLst>
              <pc:docMk/>
              <pc:sldMasterMk cId="2252684482" sldId="2147483648"/>
              <pc:sldLayoutMk cId="2156045409" sldId="2147483651"/>
              <ac:spMk id="5" creationId="{45E6D0DC-F064-4EBA-906A-BF1306784A62}"/>
            </ac:spMkLst>
          </pc:spChg>
          <pc:graphicFrameChg chg="mod modGraphic">
            <ac:chgData name="CHOI JUNHO" userId="2ed797a4709b55ca" providerId="LiveId" clId="{5B9CC2E5-527B-4B3B-BD11-698718A29A94}" dt="2019-10-25T05:40:22.018" v="186" actId="1035"/>
            <ac:graphicFrameMkLst>
              <pc:docMk/>
              <pc:sldMasterMk cId="2252684482" sldId="2147483648"/>
              <pc:sldLayoutMk cId="2156045409" sldId="2147483651"/>
              <ac:graphicFrameMk id="4" creationId="{B42A6570-5196-43DE-85B2-428460B9C59C}"/>
            </ac:graphicFrameMkLst>
          </pc:graphicFrameChg>
        </pc:sldLayoutChg>
      </pc:sldMasterChg>
    </pc:docChg>
  </pc:docChgLst>
  <pc:docChgLst>
    <pc:chgData name="CHOI JUNHO" userId="2ed797a4709b55ca" providerId="LiveId" clId="{B85B9DB9-DC08-49E2-AE66-60597C8BC9AF}"/>
    <pc:docChg chg="undo custSel addSld delSld modSld modMainMaster modSection">
      <pc:chgData name="CHOI JUNHO" userId="2ed797a4709b55ca" providerId="LiveId" clId="{B85B9DB9-DC08-49E2-AE66-60597C8BC9AF}" dt="2019-10-25T03:07:02.207" v="594"/>
      <pc:docMkLst>
        <pc:docMk/>
      </pc:docMkLst>
      <pc:sldChg chg="modSp">
        <pc:chgData name="CHOI JUNHO" userId="2ed797a4709b55ca" providerId="LiveId" clId="{B85B9DB9-DC08-49E2-AE66-60597C8BC9AF}" dt="2019-10-25T01:33:34.944" v="226"/>
        <pc:sldMkLst>
          <pc:docMk/>
          <pc:sldMk cId="2612761801" sldId="256"/>
        </pc:sldMkLst>
        <pc:spChg chg="mod">
          <ac:chgData name="CHOI JUNHO" userId="2ed797a4709b55ca" providerId="LiveId" clId="{B85B9DB9-DC08-49E2-AE66-60597C8BC9AF}" dt="2019-10-25T01:33:34.944" v="226"/>
          <ac:spMkLst>
            <pc:docMk/>
            <pc:sldMk cId="2612761801" sldId="256"/>
            <ac:spMk id="2" creationId="{00000000-0000-0000-0000-000000000000}"/>
          </ac:spMkLst>
        </pc:spChg>
      </pc:sldChg>
      <pc:sldChg chg="addSp delSp modSp">
        <pc:chgData name="CHOI JUNHO" userId="2ed797a4709b55ca" providerId="LiveId" clId="{B85B9DB9-DC08-49E2-AE66-60597C8BC9AF}" dt="2019-10-25T03:02:53.290" v="510" actId="122"/>
        <pc:sldMkLst>
          <pc:docMk/>
          <pc:sldMk cId="1580783546" sldId="265"/>
        </pc:sldMkLst>
        <pc:spChg chg="mod">
          <ac:chgData name="CHOI JUNHO" userId="2ed797a4709b55ca" providerId="LiveId" clId="{B85B9DB9-DC08-49E2-AE66-60597C8BC9AF}" dt="2019-10-25T01:34:10.326" v="227" actId="1076"/>
          <ac:spMkLst>
            <pc:docMk/>
            <pc:sldMk cId="1580783546" sldId="265"/>
            <ac:spMk id="2" creationId="{00000000-0000-0000-0000-000000000000}"/>
          </ac:spMkLst>
        </pc:spChg>
        <pc:spChg chg="add del mod">
          <ac:chgData name="CHOI JUNHO" userId="2ed797a4709b55ca" providerId="LiveId" clId="{B85B9DB9-DC08-49E2-AE66-60597C8BC9AF}" dt="2019-10-25T01:45:40.867" v="281" actId="478"/>
          <ac:spMkLst>
            <pc:docMk/>
            <pc:sldMk cId="1580783546" sldId="265"/>
            <ac:spMk id="4" creationId="{B881BF1D-5E56-4F08-8D22-51CC2A47B5B5}"/>
          </ac:spMkLst>
        </pc:spChg>
        <pc:spChg chg="add">
          <ac:chgData name="CHOI JUNHO" userId="2ed797a4709b55ca" providerId="LiveId" clId="{B85B9DB9-DC08-49E2-AE66-60597C8BC9AF}" dt="2019-10-25T01:45:41.131" v="282"/>
          <ac:spMkLst>
            <pc:docMk/>
            <pc:sldMk cId="1580783546" sldId="265"/>
            <ac:spMk id="5" creationId="{90B8312E-970E-458B-87FB-84F7A22C22BA}"/>
          </ac:spMkLst>
        </pc:spChg>
        <pc:graphicFrameChg chg="mod modGraphic">
          <ac:chgData name="CHOI JUNHO" userId="2ed797a4709b55ca" providerId="LiveId" clId="{B85B9DB9-DC08-49E2-AE66-60597C8BC9AF}" dt="2019-10-25T03:02:53.290" v="510" actId="122"/>
          <ac:graphicFrameMkLst>
            <pc:docMk/>
            <pc:sldMk cId="1580783546" sldId="265"/>
            <ac:graphicFrameMk id="3" creationId="{00000000-0000-0000-0000-000000000000}"/>
          </ac:graphicFrameMkLst>
        </pc:graphicFrameChg>
      </pc:sldChg>
      <pc:sldChg chg="addSp delSp modSp">
        <pc:chgData name="CHOI JUNHO" userId="2ed797a4709b55ca" providerId="LiveId" clId="{B85B9DB9-DC08-49E2-AE66-60597C8BC9AF}" dt="2019-10-25T03:03:46.366" v="552"/>
        <pc:sldMkLst>
          <pc:docMk/>
          <pc:sldMk cId="2062586716" sldId="266"/>
        </pc:sldMkLst>
        <pc:spChg chg="del mod">
          <ac:chgData name="CHOI JUNHO" userId="2ed797a4709b55ca" providerId="LiveId" clId="{B85B9DB9-DC08-49E2-AE66-60597C8BC9AF}" dt="2019-10-25T01:34:39.668" v="230" actId="478"/>
          <ac:spMkLst>
            <pc:docMk/>
            <pc:sldMk cId="2062586716" sldId="266"/>
            <ac:spMk id="2" creationId="{F545666B-8493-4477-99D8-EE91343E4355}"/>
          </ac:spMkLst>
        </pc:spChg>
        <pc:spChg chg="add del mod">
          <ac:chgData name="CHOI JUNHO" userId="2ed797a4709b55ca" providerId="LiveId" clId="{B85B9DB9-DC08-49E2-AE66-60597C8BC9AF}" dt="2019-10-25T03:03:22.779" v="511" actId="478"/>
          <ac:spMkLst>
            <pc:docMk/>
            <pc:sldMk cId="2062586716" sldId="266"/>
            <ac:spMk id="6" creationId="{8118FEA1-4A80-49C3-9930-C51AF5C62F7E}"/>
          </ac:spMkLst>
        </pc:spChg>
        <pc:spChg chg="add del">
          <ac:chgData name="CHOI JUNHO" userId="2ed797a4709b55ca" providerId="LiveId" clId="{B85B9DB9-DC08-49E2-AE66-60597C8BC9AF}" dt="2019-10-25T01:45:36.837" v="279" actId="478"/>
          <ac:spMkLst>
            <pc:docMk/>
            <pc:sldMk cId="2062586716" sldId="266"/>
            <ac:spMk id="7" creationId="{3EB95EFF-3A7D-4091-BAAC-1CB1538929BA}"/>
          </ac:spMkLst>
        </pc:spChg>
        <pc:spChg chg="add">
          <ac:chgData name="CHOI JUNHO" userId="2ed797a4709b55ca" providerId="LiveId" clId="{B85B9DB9-DC08-49E2-AE66-60597C8BC9AF}" dt="2019-10-25T01:45:37.153" v="280"/>
          <ac:spMkLst>
            <pc:docMk/>
            <pc:sldMk cId="2062586716" sldId="266"/>
            <ac:spMk id="8" creationId="{23071584-DD65-431F-A8DF-AB180821E716}"/>
          </ac:spMkLst>
        </pc:spChg>
        <pc:spChg chg="add del mod">
          <ac:chgData name="CHOI JUNHO" userId="2ed797a4709b55ca" providerId="LiveId" clId="{B85B9DB9-DC08-49E2-AE66-60597C8BC9AF}" dt="2019-10-25T03:03:32.022" v="512"/>
          <ac:spMkLst>
            <pc:docMk/>
            <pc:sldMk cId="2062586716" sldId="266"/>
            <ac:spMk id="10" creationId="{EFB0F23F-4C67-4FF2-AFDE-63211541F701}"/>
          </ac:spMkLst>
        </pc:spChg>
        <pc:spChg chg="add mod">
          <ac:chgData name="CHOI JUNHO" userId="2ed797a4709b55ca" providerId="LiveId" clId="{B85B9DB9-DC08-49E2-AE66-60597C8BC9AF}" dt="2019-10-25T03:03:46.366" v="552"/>
          <ac:spMkLst>
            <pc:docMk/>
            <pc:sldMk cId="2062586716" sldId="266"/>
            <ac:spMk id="11" creationId="{E21B456B-D313-489D-8814-AD8BAFB1F0AE}"/>
          </ac:spMkLst>
        </pc:spChg>
      </pc:sldChg>
      <pc:sldChg chg="del">
        <pc:chgData name="CHOI JUNHO" userId="2ed797a4709b55ca" providerId="LiveId" clId="{B85B9DB9-DC08-49E2-AE66-60597C8BC9AF}" dt="2019-10-25T01:34:55.666" v="256" actId="47"/>
        <pc:sldMkLst>
          <pc:docMk/>
          <pc:sldMk cId="2600782532" sldId="267"/>
        </pc:sldMkLst>
      </pc:sldChg>
      <pc:sldChg chg="addSp delSp modSp">
        <pc:chgData name="CHOI JUNHO" userId="2ed797a4709b55ca" providerId="LiveId" clId="{B85B9DB9-DC08-49E2-AE66-60597C8BC9AF}" dt="2019-10-25T03:06:44.532" v="591" actId="572"/>
        <pc:sldMkLst>
          <pc:docMk/>
          <pc:sldMk cId="3410021434" sldId="268"/>
        </pc:sldMkLst>
        <pc:spChg chg="add mod">
          <ac:chgData name="CHOI JUNHO" userId="2ed797a4709b55ca" providerId="LiveId" clId="{B85B9DB9-DC08-49E2-AE66-60597C8BC9AF}" dt="2019-10-25T03:06:16.731" v="587"/>
          <ac:spMkLst>
            <pc:docMk/>
            <pc:sldMk cId="3410021434" sldId="268"/>
            <ac:spMk id="2" creationId="{EC4D4907-240D-4B06-B316-13332696469D}"/>
          </ac:spMkLst>
        </pc:spChg>
        <pc:spChg chg="del mod">
          <ac:chgData name="CHOI JUNHO" userId="2ed797a4709b55ca" providerId="LiveId" clId="{B85B9DB9-DC08-49E2-AE66-60597C8BC9AF}" dt="2019-10-25T03:06:16.731" v="587"/>
          <ac:spMkLst>
            <pc:docMk/>
            <pc:sldMk cId="3410021434" sldId="268"/>
            <ac:spMk id="3" creationId="{6C7AA625-D22A-4CDB-9C55-589DB51B0D40}"/>
          </ac:spMkLst>
        </pc:spChg>
        <pc:spChg chg="del mod">
          <ac:chgData name="CHOI JUNHO" userId="2ed797a4709b55ca" providerId="LiveId" clId="{B85B9DB9-DC08-49E2-AE66-60597C8BC9AF}" dt="2019-10-25T03:06:16.731" v="587"/>
          <ac:spMkLst>
            <pc:docMk/>
            <pc:sldMk cId="3410021434" sldId="268"/>
            <ac:spMk id="4" creationId="{F345B3F1-9D07-4554-8968-617B62B9E451}"/>
          </ac:spMkLst>
        </pc:spChg>
        <pc:spChg chg="add del mod">
          <ac:chgData name="CHOI JUNHO" userId="2ed797a4709b55ca" providerId="LiveId" clId="{B85B9DB9-DC08-49E2-AE66-60597C8BC9AF}" dt="2019-10-25T01:45:15.874" v="275" actId="478"/>
          <ac:spMkLst>
            <pc:docMk/>
            <pc:sldMk cId="3410021434" sldId="268"/>
            <ac:spMk id="5" creationId="{2108D399-ACF1-41D4-928B-BD5C5BE71961}"/>
          </ac:spMkLst>
        </pc:spChg>
        <pc:spChg chg="del mod">
          <ac:chgData name="CHOI JUNHO" userId="2ed797a4709b55ca" providerId="LiveId" clId="{B85B9DB9-DC08-49E2-AE66-60597C8BC9AF}" dt="2019-10-25T03:06:16.731" v="587"/>
          <ac:spMkLst>
            <pc:docMk/>
            <pc:sldMk cId="3410021434" sldId="268"/>
            <ac:spMk id="6" creationId="{C75E5778-2F5B-4B9C-AE7B-56832756C3B8}"/>
          </ac:spMkLst>
        </pc:spChg>
        <pc:spChg chg="add mod">
          <ac:chgData name="CHOI JUNHO" userId="2ed797a4709b55ca" providerId="LiveId" clId="{B85B9DB9-DC08-49E2-AE66-60597C8BC9AF}" dt="2019-10-25T01:45:21.629" v="277" actId="1076"/>
          <ac:spMkLst>
            <pc:docMk/>
            <pc:sldMk cId="3410021434" sldId="268"/>
            <ac:spMk id="8" creationId="{A478C3C5-FCBD-44D2-A2A0-9B786A1D8D0C}"/>
          </ac:spMkLst>
        </pc:spChg>
        <pc:spChg chg="add mod">
          <ac:chgData name="CHOI JUNHO" userId="2ed797a4709b55ca" providerId="LiveId" clId="{B85B9DB9-DC08-49E2-AE66-60597C8BC9AF}" dt="2019-10-25T03:06:16.731" v="587"/>
          <ac:spMkLst>
            <pc:docMk/>
            <pc:sldMk cId="3410021434" sldId="268"/>
            <ac:spMk id="9" creationId="{34AE6684-951E-41C8-9B02-BC66400E89EE}"/>
          </ac:spMkLst>
        </pc:spChg>
        <pc:spChg chg="add mod">
          <ac:chgData name="CHOI JUNHO" userId="2ed797a4709b55ca" providerId="LiveId" clId="{B85B9DB9-DC08-49E2-AE66-60597C8BC9AF}" dt="2019-10-25T03:06:16.731" v="587"/>
          <ac:spMkLst>
            <pc:docMk/>
            <pc:sldMk cId="3410021434" sldId="268"/>
            <ac:spMk id="10" creationId="{CFD98D77-76EC-446E-9F20-A5C62110D5DD}"/>
          </ac:spMkLst>
        </pc:spChg>
        <pc:graphicFrameChg chg="mod modGraphic">
          <ac:chgData name="CHOI JUNHO" userId="2ed797a4709b55ca" providerId="LiveId" clId="{B85B9DB9-DC08-49E2-AE66-60597C8BC9AF}" dt="2019-10-25T03:06:44.532" v="591" actId="572"/>
          <ac:graphicFrameMkLst>
            <pc:docMk/>
            <pc:sldMk cId="3410021434" sldId="268"/>
            <ac:graphicFrameMk id="7" creationId="{1CA85B1C-5C74-4B1C-AB51-4AEA3A54D33D}"/>
          </ac:graphicFrameMkLst>
        </pc:graphicFrameChg>
      </pc:sldChg>
      <pc:sldChg chg="add del">
        <pc:chgData name="CHOI JUNHO" userId="2ed797a4709b55ca" providerId="LiveId" clId="{B85B9DB9-DC08-49E2-AE66-60597C8BC9AF}" dt="2019-10-25T01:31:23.308" v="190"/>
        <pc:sldMkLst>
          <pc:docMk/>
          <pc:sldMk cId="1866466767" sldId="270"/>
        </pc:sldMkLst>
      </pc:sldChg>
      <pc:sldChg chg="addSp delSp modSp add">
        <pc:chgData name="CHOI JUNHO" userId="2ed797a4709b55ca" providerId="LiveId" clId="{B85B9DB9-DC08-49E2-AE66-60597C8BC9AF}" dt="2019-10-25T03:07:02.207" v="594"/>
        <pc:sldMkLst>
          <pc:docMk/>
          <pc:sldMk cId="2010584314" sldId="270"/>
        </pc:sldMkLst>
        <pc:spChg chg="del">
          <ac:chgData name="CHOI JUNHO" userId="2ed797a4709b55ca" providerId="LiveId" clId="{B85B9DB9-DC08-49E2-AE66-60597C8BC9AF}" dt="2019-10-25T02:57:20.568" v="376" actId="478"/>
          <ac:spMkLst>
            <pc:docMk/>
            <pc:sldMk cId="2010584314" sldId="270"/>
            <ac:spMk id="2" creationId="{7D0C4656-E49B-44EA-AF20-8ABC1B2C8AD4}"/>
          </ac:spMkLst>
        </pc:spChg>
        <pc:spChg chg="del">
          <ac:chgData name="CHOI JUNHO" userId="2ed797a4709b55ca" providerId="LiveId" clId="{B85B9DB9-DC08-49E2-AE66-60597C8BC9AF}" dt="2019-10-25T02:57:20.568" v="376" actId="478"/>
          <ac:spMkLst>
            <pc:docMk/>
            <pc:sldMk cId="2010584314" sldId="270"/>
            <ac:spMk id="3" creationId="{B659F2A8-88A9-4FCA-A911-041740866CAE}"/>
          </ac:spMkLst>
        </pc:spChg>
        <pc:spChg chg="del">
          <ac:chgData name="CHOI JUNHO" userId="2ed797a4709b55ca" providerId="LiveId" clId="{B85B9DB9-DC08-49E2-AE66-60597C8BC9AF}" dt="2019-10-25T02:57:27.175" v="378" actId="478"/>
          <ac:spMkLst>
            <pc:docMk/>
            <pc:sldMk cId="2010584314" sldId="270"/>
            <ac:spMk id="4" creationId="{CBDC7334-39F0-456A-9918-2BB72650FD7F}"/>
          </ac:spMkLst>
        </pc:spChg>
        <pc:spChg chg="add">
          <ac:chgData name="CHOI JUNHO" userId="2ed797a4709b55ca" providerId="LiveId" clId="{B85B9DB9-DC08-49E2-AE66-60597C8BC9AF}" dt="2019-10-25T01:45:32.908" v="278"/>
          <ac:spMkLst>
            <pc:docMk/>
            <pc:sldMk cId="2010584314" sldId="270"/>
            <ac:spMk id="5" creationId="{51D5DC1D-ADBD-459B-B857-35B962FEDE50}"/>
          </ac:spMkLst>
        </pc:spChg>
        <pc:spChg chg="add del">
          <ac:chgData name="CHOI JUNHO" userId="2ed797a4709b55ca" providerId="LiveId" clId="{B85B9DB9-DC08-49E2-AE66-60597C8BC9AF}" dt="2019-10-25T03:07:02.207" v="594"/>
          <ac:spMkLst>
            <pc:docMk/>
            <pc:sldMk cId="2010584314" sldId="270"/>
            <ac:spMk id="6" creationId="{F18D0D67-B30E-408D-BA45-598CD32B09C9}"/>
          </ac:spMkLst>
        </pc:spChg>
        <pc:spChg chg="add del">
          <ac:chgData name="CHOI JUNHO" userId="2ed797a4709b55ca" providerId="LiveId" clId="{B85B9DB9-DC08-49E2-AE66-60597C8BC9AF}" dt="2019-10-25T03:07:02.207" v="594"/>
          <ac:spMkLst>
            <pc:docMk/>
            <pc:sldMk cId="2010584314" sldId="270"/>
            <ac:spMk id="7" creationId="{117B048D-E10E-4930-B6E1-772368D06A2E}"/>
          </ac:spMkLst>
        </pc:spChg>
        <pc:spChg chg="add del">
          <ac:chgData name="CHOI JUNHO" userId="2ed797a4709b55ca" providerId="LiveId" clId="{B85B9DB9-DC08-49E2-AE66-60597C8BC9AF}" dt="2019-10-25T03:07:02.207" v="594"/>
          <ac:spMkLst>
            <pc:docMk/>
            <pc:sldMk cId="2010584314" sldId="270"/>
            <ac:spMk id="8" creationId="{2F7698A7-CD42-4A15-AC09-2A9F8CB03A4E}"/>
          </ac:spMkLst>
        </pc:spChg>
        <pc:spChg chg="add mod">
          <ac:chgData name="CHOI JUNHO" userId="2ed797a4709b55ca" providerId="LiveId" clId="{B85B9DB9-DC08-49E2-AE66-60597C8BC9AF}" dt="2019-10-25T03:07:02.207" v="594"/>
          <ac:spMkLst>
            <pc:docMk/>
            <pc:sldMk cId="2010584314" sldId="270"/>
            <ac:spMk id="11" creationId="{3C4F82C0-F0B4-4E77-B71E-946CB900EE93}"/>
          </ac:spMkLst>
        </pc:spChg>
        <pc:spChg chg="add mod">
          <ac:chgData name="CHOI JUNHO" userId="2ed797a4709b55ca" providerId="LiveId" clId="{B85B9DB9-DC08-49E2-AE66-60597C8BC9AF}" dt="2019-10-25T03:07:02.207" v="594"/>
          <ac:spMkLst>
            <pc:docMk/>
            <pc:sldMk cId="2010584314" sldId="270"/>
            <ac:spMk id="12" creationId="{C750E563-F302-4F75-B9E6-7F101F724CE2}"/>
          </ac:spMkLst>
        </pc:spChg>
        <pc:spChg chg="add mod">
          <ac:chgData name="CHOI JUNHO" userId="2ed797a4709b55ca" providerId="LiveId" clId="{B85B9DB9-DC08-49E2-AE66-60597C8BC9AF}" dt="2019-10-25T03:07:02.207" v="594"/>
          <ac:spMkLst>
            <pc:docMk/>
            <pc:sldMk cId="2010584314" sldId="270"/>
            <ac:spMk id="13" creationId="{222B9C09-D39C-4FD7-A9B3-BFEC8A9D73D0}"/>
          </ac:spMkLst>
        </pc:spChg>
        <pc:graphicFrameChg chg="add del">
          <ac:chgData name="CHOI JUNHO" userId="2ed797a4709b55ca" providerId="LiveId" clId="{B85B9DB9-DC08-49E2-AE66-60597C8BC9AF}" dt="2019-10-25T03:06:57.879" v="592" actId="478"/>
          <ac:graphicFrameMkLst>
            <pc:docMk/>
            <pc:sldMk cId="2010584314" sldId="270"/>
            <ac:graphicFrameMk id="9" creationId="{83855A88-BA53-4FFC-95CF-FDE79EAEF7C8}"/>
          </ac:graphicFrameMkLst>
        </pc:graphicFrameChg>
        <pc:graphicFrameChg chg="add">
          <ac:chgData name="CHOI JUNHO" userId="2ed797a4709b55ca" providerId="LiveId" clId="{B85B9DB9-DC08-49E2-AE66-60597C8BC9AF}" dt="2019-10-25T03:06:58.210" v="593"/>
          <ac:graphicFrameMkLst>
            <pc:docMk/>
            <pc:sldMk cId="2010584314" sldId="270"/>
            <ac:graphicFrameMk id="10" creationId="{10B57DFF-9D4B-4303-9748-47D281BAB84A}"/>
          </ac:graphicFrameMkLst>
        </pc:graphicFrameChg>
      </pc:sldChg>
      <pc:sldMasterChg chg="modSldLayout">
        <pc:chgData name="CHOI JUNHO" userId="2ed797a4709b55ca" providerId="LiveId" clId="{B85B9DB9-DC08-49E2-AE66-60597C8BC9AF}" dt="2019-10-25T03:05:13.875" v="585" actId="20577"/>
        <pc:sldMasterMkLst>
          <pc:docMk/>
          <pc:sldMasterMk cId="2252684482" sldId="2147483648"/>
        </pc:sldMasterMkLst>
        <pc:sldLayoutChg chg="addSp delSp modSp">
          <pc:chgData name="CHOI JUNHO" userId="2ed797a4709b55ca" providerId="LiveId" clId="{B85B9DB9-DC08-49E2-AE66-60597C8BC9AF}" dt="2019-10-25T01:50:08.293" v="337" actId="1076"/>
          <pc:sldLayoutMkLst>
            <pc:docMk/>
            <pc:sldMasterMk cId="2252684482" sldId="2147483648"/>
            <pc:sldLayoutMk cId="17018372" sldId="2147483649"/>
          </pc:sldLayoutMkLst>
          <pc:spChg chg="mod">
            <ac:chgData name="CHOI JUNHO" userId="2ed797a4709b55ca" providerId="LiveId" clId="{B85B9DB9-DC08-49E2-AE66-60597C8BC9AF}" dt="2019-10-25T01:00:43.709" v="1" actId="1076"/>
            <ac:spMkLst>
              <pc:docMk/>
              <pc:sldMasterMk cId="2252684482" sldId="2147483648"/>
              <pc:sldLayoutMk cId="17018372" sldId="2147483649"/>
              <ac:spMk id="7" creationId="{00000000-0000-0000-0000-000000000000}"/>
            </ac:spMkLst>
          </pc:spChg>
          <pc:spChg chg="add mod">
            <ac:chgData name="CHOI JUNHO" userId="2ed797a4709b55ca" providerId="LiveId" clId="{B85B9DB9-DC08-49E2-AE66-60597C8BC9AF}" dt="2019-10-25T01:06:49.894" v="57" actId="1076"/>
            <ac:spMkLst>
              <pc:docMk/>
              <pc:sldMasterMk cId="2252684482" sldId="2147483648"/>
              <pc:sldLayoutMk cId="17018372" sldId="2147483649"/>
              <ac:spMk id="8" creationId="{FD2F9934-9D0C-4E19-AE89-48CB9973F4AD}"/>
            </ac:spMkLst>
          </pc:spChg>
          <pc:spChg chg="add mod">
            <ac:chgData name="CHOI JUNHO" userId="2ed797a4709b55ca" providerId="LiveId" clId="{B85B9DB9-DC08-49E2-AE66-60597C8BC9AF}" dt="2019-10-25T01:06:54.490" v="58" actId="1076"/>
            <ac:spMkLst>
              <pc:docMk/>
              <pc:sldMasterMk cId="2252684482" sldId="2147483648"/>
              <pc:sldLayoutMk cId="17018372" sldId="2147483649"/>
              <ac:spMk id="9" creationId="{04047FE0-99CA-4A25-A7D8-E3A981F3FFF0}"/>
            </ac:spMkLst>
          </pc:spChg>
          <pc:spChg chg="add mod">
            <ac:chgData name="CHOI JUNHO" userId="2ed797a4709b55ca" providerId="LiveId" clId="{B85B9DB9-DC08-49E2-AE66-60597C8BC9AF}" dt="2019-10-25T01:05:12.433" v="42" actId="571"/>
            <ac:spMkLst>
              <pc:docMk/>
              <pc:sldMasterMk cId="2252684482" sldId="2147483648"/>
              <pc:sldLayoutMk cId="17018372" sldId="2147483649"/>
              <ac:spMk id="11" creationId="{B0466DD5-62C1-4182-89A2-E023954D0F31}"/>
            </ac:spMkLst>
          </pc:spChg>
          <pc:spChg chg="add mod">
            <ac:chgData name="CHOI JUNHO" userId="2ed797a4709b55ca" providerId="LiveId" clId="{B85B9DB9-DC08-49E2-AE66-60597C8BC9AF}" dt="2019-10-25T01:09:59.655" v="96" actId="1076"/>
            <ac:spMkLst>
              <pc:docMk/>
              <pc:sldMasterMk cId="2252684482" sldId="2147483648"/>
              <pc:sldLayoutMk cId="17018372" sldId="2147483649"/>
              <ac:spMk id="13" creationId="{26B85E55-A23B-4282-B1C2-26BA012C5C07}"/>
            </ac:spMkLst>
          </pc:spChg>
          <pc:spChg chg="mod">
            <ac:chgData name="CHOI JUNHO" userId="2ed797a4709b55ca" providerId="LiveId" clId="{B85B9DB9-DC08-49E2-AE66-60597C8BC9AF}" dt="2019-10-25T01:50:08.293" v="337" actId="1076"/>
            <ac:spMkLst>
              <pc:docMk/>
              <pc:sldMasterMk cId="2252684482" sldId="2147483648"/>
              <pc:sldLayoutMk cId="17018372" sldId="2147483649"/>
              <ac:spMk id="19" creationId="{00000000-0000-0000-0000-000000000000}"/>
            </ac:spMkLst>
          </pc:spChg>
          <pc:spChg chg="mod">
            <ac:chgData name="CHOI JUNHO" userId="2ed797a4709b55ca" providerId="LiveId" clId="{B85B9DB9-DC08-49E2-AE66-60597C8BC9AF}" dt="2019-10-25T01:50:08.293" v="337" actId="1076"/>
            <ac:spMkLst>
              <pc:docMk/>
              <pc:sldMasterMk cId="2252684482" sldId="2147483648"/>
              <pc:sldLayoutMk cId="17018372" sldId="2147483649"/>
              <ac:spMk id="20" creationId="{00000000-0000-0000-0000-000000000000}"/>
            </ac:spMkLst>
          </pc:spChg>
          <pc:spChg chg="mod">
            <ac:chgData name="CHOI JUNHO" userId="2ed797a4709b55ca" providerId="LiveId" clId="{B85B9DB9-DC08-49E2-AE66-60597C8BC9AF}" dt="2019-10-25T01:50:08.293" v="337" actId="1076"/>
            <ac:spMkLst>
              <pc:docMk/>
              <pc:sldMasterMk cId="2252684482" sldId="2147483648"/>
              <pc:sldLayoutMk cId="17018372" sldId="2147483649"/>
              <ac:spMk id="21" creationId="{00000000-0000-0000-0000-000000000000}"/>
            </ac:spMkLst>
          </pc:spChg>
          <pc:graphicFrameChg chg="mod">
            <ac:chgData name="CHOI JUNHO" userId="2ed797a4709b55ca" providerId="LiveId" clId="{B85B9DB9-DC08-49E2-AE66-60597C8BC9AF}" dt="2019-10-25T01:22:43.813" v="128"/>
            <ac:graphicFrameMkLst>
              <pc:docMk/>
              <pc:sldMasterMk cId="2252684482" sldId="2147483648"/>
              <pc:sldLayoutMk cId="17018372" sldId="2147483649"/>
              <ac:graphicFrameMk id="2" creationId="{00000000-0000-0000-0000-000000000000}"/>
            </ac:graphicFrameMkLst>
          </pc:graphicFrameChg>
          <pc:graphicFrameChg chg="mod modGraphic">
            <ac:chgData name="CHOI JUNHO" userId="2ed797a4709b55ca" providerId="LiveId" clId="{B85B9DB9-DC08-49E2-AE66-60597C8BC9AF}" dt="2019-10-25T01:50:08.293" v="337" actId="1076"/>
            <ac:graphicFrameMkLst>
              <pc:docMk/>
              <pc:sldMasterMk cId="2252684482" sldId="2147483648"/>
              <pc:sldLayoutMk cId="17018372" sldId="2147483649"/>
              <ac:graphicFrameMk id="10" creationId="{00000000-0000-0000-0000-000000000000}"/>
            </ac:graphicFrameMkLst>
          </pc:graphicFrameChg>
          <pc:cxnChg chg="add del mod">
            <ac:chgData name="CHOI JUNHO" userId="2ed797a4709b55ca" providerId="LiveId" clId="{B85B9DB9-DC08-49E2-AE66-60597C8BC9AF}" dt="2019-10-25T01:07:41.860" v="68" actId="478"/>
            <ac:cxnSpMkLst>
              <pc:docMk/>
              <pc:sldMasterMk cId="2252684482" sldId="2147483648"/>
              <pc:sldLayoutMk cId="17018372" sldId="2147483649"/>
              <ac:cxnSpMk id="4" creationId="{21A55588-8C90-42F5-B98F-76F2A7D9B633}"/>
            </ac:cxnSpMkLst>
          </pc:cxnChg>
        </pc:sldLayoutChg>
        <pc:sldLayoutChg chg="delSp modSp">
          <pc:chgData name="CHOI JUNHO" userId="2ed797a4709b55ca" providerId="LiveId" clId="{B85B9DB9-DC08-49E2-AE66-60597C8BC9AF}" dt="2019-10-25T03:05:13.875" v="585" actId="20577"/>
          <pc:sldLayoutMkLst>
            <pc:docMk/>
            <pc:sldMasterMk cId="2252684482" sldId="2147483648"/>
            <pc:sldLayoutMk cId="2377320761" sldId="2147483650"/>
          </pc:sldLayoutMkLst>
          <pc:spChg chg="mod">
            <ac:chgData name="CHOI JUNHO" userId="2ed797a4709b55ca" providerId="LiveId" clId="{B85B9DB9-DC08-49E2-AE66-60597C8BC9AF}" dt="2019-10-25T03:04:46.090" v="561" actId="1035"/>
            <ac:spMkLst>
              <pc:docMk/>
              <pc:sldMasterMk cId="2252684482" sldId="2147483648"/>
              <pc:sldLayoutMk cId="2377320761" sldId="2147483650"/>
              <ac:spMk id="22" creationId="{00000000-0000-0000-0000-000000000000}"/>
            </ac:spMkLst>
          </pc:spChg>
          <pc:spChg chg="mod">
            <ac:chgData name="CHOI JUNHO" userId="2ed797a4709b55ca" providerId="LiveId" clId="{B85B9DB9-DC08-49E2-AE66-60597C8BC9AF}" dt="2019-10-25T03:04:52.185" v="562" actId="14100"/>
            <ac:spMkLst>
              <pc:docMk/>
              <pc:sldMasterMk cId="2252684482" sldId="2147483648"/>
              <pc:sldLayoutMk cId="2377320761" sldId="2147483650"/>
              <ac:spMk id="23" creationId="{00000000-0000-0000-0000-000000000000}"/>
            </ac:spMkLst>
          </pc:spChg>
          <pc:spChg chg="del">
            <ac:chgData name="CHOI JUNHO" userId="2ed797a4709b55ca" providerId="LiveId" clId="{B85B9DB9-DC08-49E2-AE66-60597C8BC9AF}" dt="2019-10-25T01:29:27.885" v="182" actId="478"/>
            <ac:spMkLst>
              <pc:docMk/>
              <pc:sldMasterMk cId="2252684482" sldId="2147483648"/>
              <pc:sldLayoutMk cId="2377320761" sldId="2147483650"/>
              <ac:spMk id="24" creationId="{00000000-0000-0000-0000-000000000000}"/>
            </ac:spMkLst>
          </pc:spChg>
          <pc:spChg chg="mod">
            <ac:chgData name="CHOI JUNHO" userId="2ed797a4709b55ca" providerId="LiveId" clId="{B85B9DB9-DC08-49E2-AE66-60597C8BC9AF}" dt="2019-10-25T03:04:58.853" v="563" actId="14100"/>
            <ac:spMkLst>
              <pc:docMk/>
              <pc:sldMasterMk cId="2252684482" sldId="2147483648"/>
              <pc:sldLayoutMk cId="2377320761" sldId="2147483650"/>
              <ac:spMk id="30" creationId="{00000000-0000-0000-0000-000000000000}"/>
            </ac:spMkLst>
          </pc:spChg>
          <pc:graphicFrameChg chg="mod modGraphic">
            <ac:chgData name="CHOI JUNHO" userId="2ed797a4709b55ca" providerId="LiveId" clId="{B85B9DB9-DC08-49E2-AE66-60597C8BC9AF}" dt="2019-10-25T03:05:13.875" v="585" actId="20577"/>
            <ac:graphicFrameMkLst>
              <pc:docMk/>
              <pc:sldMasterMk cId="2252684482" sldId="2147483648"/>
              <pc:sldLayoutMk cId="2377320761" sldId="2147483650"/>
              <ac:graphicFrameMk id="2" creationId="{00000000-0000-0000-0000-000000000000}"/>
            </ac:graphicFrameMkLst>
          </pc:graphicFrameChg>
        </pc:sldLayoutChg>
        <pc:sldLayoutChg chg="addSp delSp modSp">
          <pc:chgData name="CHOI JUNHO" userId="2ed797a4709b55ca" providerId="LiveId" clId="{B85B9DB9-DC08-49E2-AE66-60597C8BC9AF}" dt="2019-10-25T03:04:12.493" v="554" actId="1076"/>
          <pc:sldLayoutMkLst>
            <pc:docMk/>
            <pc:sldMasterMk cId="2252684482" sldId="2147483648"/>
            <pc:sldLayoutMk cId="2156045409" sldId="2147483651"/>
          </pc:sldLayoutMkLst>
          <pc:spChg chg="add mod">
            <ac:chgData name="CHOI JUNHO" userId="2ed797a4709b55ca" providerId="LiveId" clId="{B85B9DB9-DC08-49E2-AE66-60597C8BC9AF}" dt="2019-10-25T03:04:12.493" v="554" actId="1076"/>
            <ac:spMkLst>
              <pc:docMk/>
              <pc:sldMasterMk cId="2252684482" sldId="2147483648"/>
              <pc:sldLayoutMk cId="2156045409" sldId="2147483651"/>
              <ac:spMk id="5" creationId="{45E6D0DC-F064-4EBA-906A-BF1306784A62}"/>
            </ac:spMkLst>
          </pc:spChg>
          <pc:spChg chg="del">
            <ac:chgData name="CHOI JUNHO" userId="2ed797a4709b55ca" providerId="LiveId" clId="{B85B9DB9-DC08-49E2-AE66-60597C8BC9AF}" dt="2019-10-25T01:10:22.035" v="98" actId="478"/>
            <ac:spMkLst>
              <pc:docMk/>
              <pc:sldMasterMk cId="2252684482" sldId="2147483648"/>
              <pc:sldLayoutMk cId="2156045409" sldId="2147483651"/>
              <ac:spMk id="18" creationId="{00000000-0000-0000-0000-000000000000}"/>
            </ac:spMkLst>
          </pc:spChg>
          <pc:graphicFrameChg chg="add mod">
            <ac:chgData name="CHOI JUNHO" userId="2ed797a4709b55ca" providerId="LiveId" clId="{B85B9DB9-DC08-49E2-AE66-60597C8BC9AF}" dt="2019-10-25T01:38:42.511" v="268" actId="1076"/>
            <ac:graphicFrameMkLst>
              <pc:docMk/>
              <pc:sldMasterMk cId="2252684482" sldId="2147483648"/>
              <pc:sldLayoutMk cId="2156045409" sldId="2147483651"/>
              <ac:graphicFrameMk id="4" creationId="{B42A6570-5196-43DE-85B2-428460B9C59C}"/>
            </ac:graphicFrameMkLst>
          </pc:graphicFrameChg>
          <pc:graphicFrameChg chg="del">
            <ac:chgData name="CHOI JUNHO" userId="2ed797a4709b55ca" providerId="LiveId" clId="{B85B9DB9-DC08-49E2-AE66-60597C8BC9AF}" dt="2019-10-25T01:10:19.390" v="97" actId="478"/>
            <ac:graphicFrameMkLst>
              <pc:docMk/>
              <pc:sldMasterMk cId="2252684482" sldId="2147483648"/>
              <pc:sldLayoutMk cId="2156045409" sldId="2147483651"/>
              <ac:graphicFrameMk id="17" creationId="{00000000-0000-0000-0000-000000000000}"/>
            </ac:graphicFrameMkLst>
          </pc:graphicFrameChg>
        </pc:sldLayoutChg>
        <pc:sldLayoutChg chg="modSp">
          <pc:chgData name="CHOI JUNHO" userId="2ed797a4709b55ca" providerId="LiveId" clId="{B85B9DB9-DC08-49E2-AE66-60597C8BC9AF}" dt="2019-10-25T01:10:42.790" v="124" actId="207"/>
          <pc:sldLayoutMkLst>
            <pc:docMk/>
            <pc:sldMasterMk cId="2252684482" sldId="2147483648"/>
            <pc:sldLayoutMk cId="1950302476" sldId="2147483665"/>
          </pc:sldLayoutMkLst>
          <pc:spChg chg="mod">
            <ac:chgData name="CHOI JUNHO" userId="2ed797a4709b55ca" providerId="LiveId" clId="{B85B9DB9-DC08-49E2-AE66-60597C8BC9AF}" dt="2019-10-25T01:10:35.668" v="123" actId="207"/>
            <ac:spMkLst>
              <pc:docMk/>
              <pc:sldMasterMk cId="2252684482" sldId="2147483648"/>
              <pc:sldLayoutMk cId="1950302476" sldId="2147483665"/>
              <ac:spMk id="4" creationId="{00000000-0000-0000-0000-000000000000}"/>
            </ac:spMkLst>
          </pc:spChg>
          <pc:spChg chg="mod">
            <ac:chgData name="CHOI JUNHO" userId="2ed797a4709b55ca" providerId="LiveId" clId="{B85B9DB9-DC08-49E2-AE66-60597C8BC9AF}" dt="2019-10-25T01:10:42.790" v="124" actId="207"/>
            <ac:spMkLst>
              <pc:docMk/>
              <pc:sldMasterMk cId="2252684482" sldId="2147483648"/>
              <pc:sldLayoutMk cId="1950302476" sldId="2147483665"/>
              <ac:spMk id="12" creationId="{00000000-0000-0000-0000-000000000000}"/>
            </ac:spMkLst>
          </pc:spChg>
        </pc:sldLayoutChg>
      </pc:sldMasterChg>
    </pc:docChg>
  </pc:docChgLst>
  <pc:docChgLst>
    <pc:chgData name="CHOI JUNHO" userId="2ed797a4709b55ca" providerId="LiveId" clId="{7F92A87C-AAB4-4837-A6B3-D4D781BEB7A7}"/>
    <pc:docChg chg="custSel addSld modSld modMainMaster">
      <pc:chgData name="CHOI JUNHO" userId="2ed797a4709b55ca" providerId="LiveId" clId="{7F92A87C-AAB4-4837-A6B3-D4D781BEB7A7}" dt="2019-12-28T08:56:57.866" v="334"/>
      <pc:docMkLst>
        <pc:docMk/>
      </pc:docMkLst>
      <pc:sldChg chg="addSp delSp modSp add">
        <pc:chgData name="CHOI JUNHO" userId="2ed797a4709b55ca" providerId="LiveId" clId="{7F92A87C-AAB4-4837-A6B3-D4D781BEB7A7}" dt="2019-12-28T07:30:51.844" v="279" actId="1076"/>
        <pc:sldMkLst>
          <pc:docMk/>
          <pc:sldMk cId="947082625" sldId="277"/>
        </pc:sldMkLst>
        <pc:spChg chg="mod">
          <ac:chgData name="CHOI JUNHO" userId="2ed797a4709b55ca" providerId="LiveId" clId="{7F92A87C-AAB4-4837-A6B3-D4D781BEB7A7}" dt="2019-12-28T07:23:01.530" v="22" actId="20577"/>
          <ac:spMkLst>
            <pc:docMk/>
            <pc:sldMk cId="947082625" sldId="277"/>
            <ac:spMk id="2" creationId="{7959323A-BA29-4853-97C4-82E74244E3A8}"/>
          </ac:spMkLst>
        </pc:spChg>
        <pc:spChg chg="add mod">
          <ac:chgData name="CHOI JUNHO" userId="2ed797a4709b55ca" providerId="LiveId" clId="{7F92A87C-AAB4-4837-A6B3-D4D781BEB7A7}" dt="2019-12-28T07:27:19.487" v="166" actId="20577"/>
          <ac:spMkLst>
            <pc:docMk/>
            <pc:sldMk cId="947082625" sldId="277"/>
            <ac:spMk id="3" creationId="{7ABCC58B-C902-4B98-9934-5568B03423A9}"/>
          </ac:spMkLst>
        </pc:spChg>
        <pc:spChg chg="add mod">
          <ac:chgData name="CHOI JUNHO" userId="2ed797a4709b55ca" providerId="LiveId" clId="{7F92A87C-AAB4-4837-A6B3-D4D781BEB7A7}" dt="2019-12-28T07:23:41.948" v="25" actId="207"/>
          <ac:spMkLst>
            <pc:docMk/>
            <pc:sldMk cId="947082625" sldId="277"/>
            <ac:spMk id="4" creationId="{09835F90-31FF-4CE6-93EA-384398F864F1}"/>
          </ac:spMkLst>
        </pc:spChg>
        <pc:spChg chg="add mod">
          <ac:chgData name="CHOI JUNHO" userId="2ed797a4709b55ca" providerId="LiveId" clId="{7F92A87C-AAB4-4837-A6B3-D4D781BEB7A7}" dt="2019-12-28T07:23:48.569" v="36" actId="20577"/>
          <ac:spMkLst>
            <pc:docMk/>
            <pc:sldMk cId="947082625" sldId="277"/>
            <ac:spMk id="5" creationId="{0E15F842-68E6-43D1-8D78-CCFA96B7A5EF}"/>
          </ac:spMkLst>
        </pc:spChg>
        <pc:spChg chg="add mod">
          <ac:chgData name="CHOI JUNHO" userId="2ed797a4709b55ca" providerId="LiveId" clId="{7F92A87C-AAB4-4837-A6B3-D4D781BEB7A7}" dt="2019-12-28T07:24:01.453" v="51" actId="20577"/>
          <ac:spMkLst>
            <pc:docMk/>
            <pc:sldMk cId="947082625" sldId="277"/>
            <ac:spMk id="6" creationId="{C240C327-982E-4DF0-92EF-6CBCA002AE79}"/>
          </ac:spMkLst>
        </pc:spChg>
        <pc:spChg chg="add mod">
          <ac:chgData name="CHOI JUNHO" userId="2ed797a4709b55ca" providerId="LiveId" clId="{7F92A87C-AAB4-4837-A6B3-D4D781BEB7A7}" dt="2019-12-28T07:24:09.565" v="62" actId="20577"/>
          <ac:spMkLst>
            <pc:docMk/>
            <pc:sldMk cId="947082625" sldId="277"/>
            <ac:spMk id="7" creationId="{1CC14481-805C-41C6-8ACD-B0F5E46B49E1}"/>
          </ac:spMkLst>
        </pc:spChg>
        <pc:spChg chg="add mod">
          <ac:chgData name="CHOI JUNHO" userId="2ed797a4709b55ca" providerId="LiveId" clId="{7F92A87C-AAB4-4837-A6B3-D4D781BEB7A7}" dt="2019-12-28T07:26:01.465" v="80" actId="20577"/>
          <ac:spMkLst>
            <pc:docMk/>
            <pc:sldMk cId="947082625" sldId="277"/>
            <ac:spMk id="8" creationId="{2690B69F-F877-4C2E-B2F8-D0F82777EE3A}"/>
          </ac:spMkLst>
        </pc:spChg>
        <pc:spChg chg="add mod">
          <ac:chgData name="CHOI JUNHO" userId="2ed797a4709b55ca" providerId="LiveId" clId="{7F92A87C-AAB4-4837-A6B3-D4D781BEB7A7}" dt="2019-12-28T07:26:06.311" v="89" actId="20577"/>
          <ac:spMkLst>
            <pc:docMk/>
            <pc:sldMk cId="947082625" sldId="277"/>
            <ac:spMk id="9" creationId="{D419C03A-C743-48B8-88E4-062566973580}"/>
          </ac:spMkLst>
        </pc:spChg>
        <pc:spChg chg="add mod">
          <ac:chgData name="CHOI JUNHO" userId="2ed797a4709b55ca" providerId="LiveId" clId="{7F92A87C-AAB4-4837-A6B3-D4D781BEB7A7}" dt="2019-12-28T07:23:57.657" v="47" actId="20577"/>
          <ac:spMkLst>
            <pc:docMk/>
            <pc:sldMk cId="947082625" sldId="277"/>
            <ac:spMk id="17" creationId="{532ECC3C-20A5-4EE8-BECA-7DAD3707C007}"/>
          </ac:spMkLst>
        </pc:spChg>
        <pc:spChg chg="add mod">
          <ac:chgData name="CHOI JUNHO" userId="2ed797a4709b55ca" providerId="LiveId" clId="{7F92A87C-AAB4-4837-A6B3-D4D781BEB7A7}" dt="2019-12-28T07:30:11.199" v="266" actId="20577"/>
          <ac:spMkLst>
            <pc:docMk/>
            <pc:sldMk cId="947082625" sldId="277"/>
            <ac:spMk id="21" creationId="{C979A595-E402-41D4-9AF5-FFDF67201D69}"/>
          </ac:spMkLst>
        </pc:spChg>
        <pc:spChg chg="add del">
          <ac:chgData name="CHOI JUNHO" userId="2ed797a4709b55ca" providerId="LiveId" clId="{7F92A87C-AAB4-4837-A6B3-D4D781BEB7A7}" dt="2019-12-28T07:30:18.184" v="267" actId="478"/>
          <ac:spMkLst>
            <pc:docMk/>
            <pc:sldMk cId="947082625" sldId="277"/>
            <ac:spMk id="22" creationId="{36E04CEA-795C-45D2-AD13-441CEF28D5BD}"/>
          </ac:spMkLst>
        </pc:spChg>
        <pc:spChg chg="add del">
          <ac:chgData name="CHOI JUNHO" userId="2ed797a4709b55ca" providerId="LiveId" clId="{7F92A87C-AAB4-4837-A6B3-D4D781BEB7A7}" dt="2019-12-28T07:30:42.654" v="277" actId="478"/>
          <ac:spMkLst>
            <pc:docMk/>
            <pc:sldMk cId="947082625" sldId="277"/>
            <ac:spMk id="23" creationId="{0848C145-E74E-442F-960E-34AB06D3A05F}"/>
          </ac:spMkLst>
        </pc:spChg>
        <pc:spChg chg="add mod">
          <ac:chgData name="CHOI JUNHO" userId="2ed797a4709b55ca" providerId="LiveId" clId="{7F92A87C-AAB4-4837-A6B3-D4D781BEB7A7}" dt="2019-12-28T07:25:54.917" v="67" actId="255"/>
          <ac:spMkLst>
            <pc:docMk/>
            <pc:sldMk cId="947082625" sldId="277"/>
            <ac:spMk id="24" creationId="{BFF3DC12-16D0-4852-A918-14BB455A5AA9}"/>
          </ac:spMkLst>
        </pc:spChg>
        <pc:spChg chg="add mod">
          <ac:chgData name="CHOI JUNHO" userId="2ed797a4709b55ca" providerId="LiveId" clId="{7F92A87C-AAB4-4837-A6B3-D4D781BEB7A7}" dt="2019-12-28T07:25:44.196" v="65" actId="255"/>
          <ac:spMkLst>
            <pc:docMk/>
            <pc:sldMk cId="947082625" sldId="277"/>
            <ac:spMk id="26" creationId="{BD3BFB7D-AB9B-4BFD-84DB-576DDAF7F07B}"/>
          </ac:spMkLst>
        </pc:spChg>
        <pc:spChg chg="add">
          <ac:chgData name="CHOI JUNHO" userId="2ed797a4709b55ca" providerId="LiveId" clId="{7F92A87C-AAB4-4837-A6B3-D4D781BEB7A7}" dt="2019-12-28T07:23:22.127" v="23"/>
          <ac:spMkLst>
            <pc:docMk/>
            <pc:sldMk cId="947082625" sldId="277"/>
            <ac:spMk id="28" creationId="{8EDE36BC-446C-4495-AFBF-EF2B2AE0A8CF}"/>
          </ac:spMkLst>
        </pc:spChg>
        <pc:spChg chg="add">
          <ac:chgData name="CHOI JUNHO" userId="2ed797a4709b55ca" providerId="LiveId" clId="{7F92A87C-AAB4-4837-A6B3-D4D781BEB7A7}" dt="2019-12-28T07:23:22.127" v="23"/>
          <ac:spMkLst>
            <pc:docMk/>
            <pc:sldMk cId="947082625" sldId="277"/>
            <ac:spMk id="30" creationId="{5683E7D5-B666-42FE-9394-6C8BC344AB76}"/>
          </ac:spMkLst>
        </pc:spChg>
        <pc:spChg chg="add">
          <ac:chgData name="CHOI JUNHO" userId="2ed797a4709b55ca" providerId="LiveId" clId="{7F92A87C-AAB4-4837-A6B3-D4D781BEB7A7}" dt="2019-12-28T07:23:22.127" v="23"/>
          <ac:spMkLst>
            <pc:docMk/>
            <pc:sldMk cId="947082625" sldId="277"/>
            <ac:spMk id="32" creationId="{43C9ED10-45FE-4752-B5BE-FE49D67C539F}"/>
          </ac:spMkLst>
        </pc:spChg>
        <pc:spChg chg="mod">
          <ac:chgData name="CHOI JUNHO" userId="2ed797a4709b55ca" providerId="LiveId" clId="{7F92A87C-AAB4-4837-A6B3-D4D781BEB7A7}" dt="2019-12-28T07:26:13.758" v="90" actId="20577"/>
          <ac:spMkLst>
            <pc:docMk/>
            <pc:sldMk cId="947082625" sldId="277"/>
            <ac:spMk id="37" creationId="{01B69E5D-8521-4959-946C-429B1E324AD0}"/>
          </ac:spMkLst>
        </pc:spChg>
        <pc:spChg chg="add">
          <ac:chgData name="CHOI JUNHO" userId="2ed797a4709b55ca" providerId="LiveId" clId="{7F92A87C-AAB4-4837-A6B3-D4D781BEB7A7}" dt="2019-12-28T07:23:22.127" v="23"/>
          <ac:spMkLst>
            <pc:docMk/>
            <pc:sldMk cId="947082625" sldId="277"/>
            <ac:spMk id="38" creationId="{CDBB834D-792F-4592-AEE0-7EC2F4179A1F}"/>
          </ac:spMkLst>
        </pc:spChg>
        <pc:spChg chg="add">
          <ac:chgData name="CHOI JUNHO" userId="2ed797a4709b55ca" providerId="LiveId" clId="{7F92A87C-AAB4-4837-A6B3-D4D781BEB7A7}" dt="2019-12-28T07:23:22.127" v="23"/>
          <ac:spMkLst>
            <pc:docMk/>
            <pc:sldMk cId="947082625" sldId="277"/>
            <ac:spMk id="39" creationId="{81780DCC-CFC5-4945-8991-19F7ACDD9636}"/>
          </ac:spMkLst>
        </pc:spChg>
        <pc:spChg chg="add mod">
          <ac:chgData name="CHOI JUNHO" userId="2ed797a4709b55ca" providerId="LiveId" clId="{7F92A87C-AAB4-4837-A6B3-D4D781BEB7A7}" dt="2019-12-28T07:26:31.125" v="94" actId="255"/>
          <ac:spMkLst>
            <pc:docMk/>
            <pc:sldMk cId="947082625" sldId="277"/>
            <ac:spMk id="40" creationId="{C8DFA961-9C3C-4C30-864F-C8B2495CDE41}"/>
          </ac:spMkLst>
        </pc:spChg>
        <pc:spChg chg="add mod">
          <ac:chgData name="CHOI JUNHO" userId="2ed797a4709b55ca" providerId="LiveId" clId="{7F92A87C-AAB4-4837-A6B3-D4D781BEB7A7}" dt="2019-12-28T07:26:24.323" v="92" actId="255"/>
          <ac:spMkLst>
            <pc:docMk/>
            <pc:sldMk cId="947082625" sldId="277"/>
            <ac:spMk id="44" creationId="{BE7AD93A-2836-4E1C-AE24-F846820318D6}"/>
          </ac:spMkLst>
        </pc:spChg>
        <pc:spChg chg="add del">
          <ac:chgData name="CHOI JUNHO" userId="2ed797a4709b55ca" providerId="LiveId" clId="{7F92A87C-AAB4-4837-A6B3-D4D781BEB7A7}" dt="2019-12-28T07:27:40.527" v="170" actId="478"/>
          <ac:spMkLst>
            <pc:docMk/>
            <pc:sldMk cId="947082625" sldId="277"/>
            <ac:spMk id="45" creationId="{3EBC789E-6C5C-4240-AD83-DFEB05F5B457}"/>
          </ac:spMkLst>
        </pc:spChg>
        <pc:spChg chg="add mod">
          <ac:chgData name="CHOI JUNHO" userId="2ed797a4709b55ca" providerId="LiveId" clId="{7F92A87C-AAB4-4837-A6B3-D4D781BEB7A7}" dt="2019-12-28T07:26:36.546" v="95"/>
          <ac:spMkLst>
            <pc:docMk/>
            <pc:sldMk cId="947082625" sldId="277"/>
            <ac:spMk id="46" creationId="{5EAE26FF-F860-4A3F-9D74-184928F86D0B}"/>
          </ac:spMkLst>
        </pc:spChg>
        <pc:spChg chg="add">
          <ac:chgData name="CHOI JUNHO" userId="2ed797a4709b55ca" providerId="LiveId" clId="{7F92A87C-AAB4-4837-A6B3-D4D781BEB7A7}" dt="2019-12-28T07:23:22.127" v="23"/>
          <ac:spMkLst>
            <pc:docMk/>
            <pc:sldMk cId="947082625" sldId="277"/>
            <ac:spMk id="49" creationId="{1988FC1E-2678-4D1D-B8F1-954C53280967}"/>
          </ac:spMkLst>
        </pc:spChg>
        <pc:spChg chg="add">
          <ac:chgData name="CHOI JUNHO" userId="2ed797a4709b55ca" providerId="LiveId" clId="{7F92A87C-AAB4-4837-A6B3-D4D781BEB7A7}" dt="2019-12-28T07:23:22.127" v="23"/>
          <ac:spMkLst>
            <pc:docMk/>
            <pc:sldMk cId="947082625" sldId="277"/>
            <ac:spMk id="50" creationId="{81A23C83-5988-462D-892A-64C4AF094FE7}"/>
          </ac:spMkLst>
        </pc:spChg>
        <pc:spChg chg="add mod">
          <ac:chgData name="CHOI JUNHO" userId="2ed797a4709b55ca" providerId="LiveId" clId="{7F92A87C-AAB4-4837-A6B3-D4D781BEB7A7}" dt="2019-12-28T07:27:08.376" v="148" actId="20577"/>
          <ac:spMkLst>
            <pc:docMk/>
            <pc:sldMk cId="947082625" sldId="277"/>
            <ac:spMk id="52" creationId="{04E3BD09-EC53-430B-BF0C-BA5D024354E7}"/>
          </ac:spMkLst>
        </pc:spChg>
        <pc:spChg chg="add del mod">
          <ac:chgData name="CHOI JUNHO" userId="2ed797a4709b55ca" providerId="LiveId" clId="{7F92A87C-AAB4-4837-A6B3-D4D781BEB7A7}" dt="2019-12-28T07:30:31.556" v="274" actId="478"/>
          <ac:spMkLst>
            <pc:docMk/>
            <pc:sldMk cId="947082625" sldId="277"/>
            <ac:spMk id="53" creationId="{06C8F101-037A-4483-A348-2B6DF9996D78}"/>
          </ac:spMkLst>
        </pc:spChg>
        <pc:spChg chg="add mod">
          <ac:chgData name="CHOI JUNHO" userId="2ed797a4709b55ca" providerId="LiveId" clId="{7F92A87C-AAB4-4837-A6B3-D4D781BEB7A7}" dt="2019-12-28T07:27:05.760" v="143" actId="20577"/>
          <ac:spMkLst>
            <pc:docMk/>
            <pc:sldMk cId="947082625" sldId="277"/>
            <ac:spMk id="55" creationId="{943037CC-35FF-4656-9CF3-B0C66F6D0BD6}"/>
          </ac:spMkLst>
        </pc:spChg>
        <pc:spChg chg="add mod">
          <ac:chgData name="CHOI JUNHO" userId="2ed797a4709b55ca" providerId="LiveId" clId="{7F92A87C-AAB4-4837-A6B3-D4D781BEB7A7}" dt="2019-12-28T07:27:23" v="169" actId="20577"/>
          <ac:spMkLst>
            <pc:docMk/>
            <pc:sldMk cId="947082625" sldId="277"/>
            <ac:spMk id="57" creationId="{3129425B-B6EC-4222-8620-C66B5B9C08FB}"/>
          </ac:spMkLst>
        </pc:spChg>
        <pc:spChg chg="add mod">
          <ac:chgData name="CHOI JUNHO" userId="2ed797a4709b55ca" providerId="LiveId" clId="{7F92A87C-AAB4-4837-A6B3-D4D781BEB7A7}" dt="2019-12-28T07:27:14.769" v="159" actId="20577"/>
          <ac:spMkLst>
            <pc:docMk/>
            <pc:sldMk cId="947082625" sldId="277"/>
            <ac:spMk id="58" creationId="{1A17BE9D-02F0-4564-B9C4-A6A36F23F1F3}"/>
          </ac:spMkLst>
        </pc:spChg>
        <pc:spChg chg="mod">
          <ac:chgData name="CHOI JUNHO" userId="2ed797a4709b55ca" providerId="LiveId" clId="{7F92A87C-AAB4-4837-A6B3-D4D781BEB7A7}" dt="2019-12-28T07:28:06.280" v="210" actId="2"/>
          <ac:spMkLst>
            <pc:docMk/>
            <pc:sldMk cId="947082625" sldId="277"/>
            <ac:spMk id="62" creationId="{EA7F49A6-AD47-4013-A835-5A363DC025E7}"/>
          </ac:spMkLst>
        </pc:spChg>
        <pc:spChg chg="add mod">
          <ac:chgData name="CHOI JUNHO" userId="2ed797a4709b55ca" providerId="LiveId" clId="{7F92A87C-AAB4-4837-A6B3-D4D781BEB7A7}" dt="2019-12-28T07:30:28.680" v="273" actId="20577"/>
          <ac:spMkLst>
            <pc:docMk/>
            <pc:sldMk cId="947082625" sldId="277"/>
            <ac:spMk id="64" creationId="{64538490-E039-4AE2-BB9D-E3F934CFCF62}"/>
          </ac:spMkLst>
        </pc:spChg>
        <pc:spChg chg="add mod">
          <ac:chgData name="CHOI JUNHO" userId="2ed797a4709b55ca" providerId="LiveId" clId="{7F92A87C-AAB4-4837-A6B3-D4D781BEB7A7}" dt="2019-12-28T07:30:40.626" v="276" actId="1076"/>
          <ac:spMkLst>
            <pc:docMk/>
            <pc:sldMk cId="947082625" sldId="277"/>
            <ac:spMk id="65" creationId="{DB9AC99A-21C6-4469-9114-614A9A90B5F2}"/>
          </ac:spMkLst>
        </pc:spChg>
        <pc:spChg chg="add mod">
          <ac:chgData name="CHOI JUNHO" userId="2ed797a4709b55ca" providerId="LiveId" clId="{7F92A87C-AAB4-4837-A6B3-D4D781BEB7A7}" dt="2019-12-28T07:30:51.844" v="279" actId="1076"/>
          <ac:spMkLst>
            <pc:docMk/>
            <pc:sldMk cId="947082625" sldId="277"/>
            <ac:spMk id="66" creationId="{5B96B6FB-4927-4C65-A560-BB50AAC2ED4E}"/>
          </ac:spMkLst>
        </pc:spChg>
        <pc:grpChg chg="add">
          <ac:chgData name="CHOI JUNHO" userId="2ed797a4709b55ca" providerId="LiveId" clId="{7F92A87C-AAB4-4837-A6B3-D4D781BEB7A7}" dt="2019-12-28T07:23:22.127" v="23"/>
          <ac:grpSpMkLst>
            <pc:docMk/>
            <pc:sldMk cId="947082625" sldId="277"/>
            <ac:grpSpMk id="35" creationId="{0B862C06-495F-4C96-A4CD-EA7B9024429C}"/>
          </ac:grpSpMkLst>
        </pc:grpChg>
        <pc:grpChg chg="add">
          <ac:chgData name="CHOI JUNHO" userId="2ed797a4709b55ca" providerId="LiveId" clId="{7F92A87C-AAB4-4837-A6B3-D4D781BEB7A7}" dt="2019-12-28T07:23:22.127" v="23"/>
          <ac:grpSpMkLst>
            <pc:docMk/>
            <pc:sldMk cId="947082625" sldId="277"/>
            <ac:grpSpMk id="61" creationId="{FB6A67B7-0440-423D-8FC0-28C93D04129C}"/>
          </ac:grpSpMkLst>
        </pc:grpChg>
        <pc:picChg chg="add">
          <ac:chgData name="CHOI JUNHO" userId="2ed797a4709b55ca" providerId="LiveId" clId="{7F92A87C-AAB4-4837-A6B3-D4D781BEB7A7}" dt="2019-12-28T07:23:22.127" v="23"/>
          <ac:picMkLst>
            <pc:docMk/>
            <pc:sldMk cId="947082625" sldId="277"/>
            <ac:picMk id="15" creationId="{BD256A01-B77D-45A8-AE8C-48708935CB2A}"/>
          </ac:picMkLst>
        </pc:picChg>
        <pc:picChg chg="add">
          <ac:chgData name="CHOI JUNHO" userId="2ed797a4709b55ca" providerId="LiveId" clId="{7F92A87C-AAB4-4837-A6B3-D4D781BEB7A7}" dt="2019-12-28T07:23:22.127" v="23"/>
          <ac:picMkLst>
            <pc:docMk/>
            <pc:sldMk cId="947082625" sldId="277"/>
            <ac:picMk id="51" creationId="{FD685D4A-DB66-4484-8D97-6EAD73310DFB}"/>
          </ac:picMkLst>
        </pc:picChg>
        <pc:picChg chg="add">
          <ac:chgData name="CHOI JUNHO" userId="2ed797a4709b55ca" providerId="LiveId" clId="{7F92A87C-AAB4-4837-A6B3-D4D781BEB7A7}" dt="2019-12-28T07:23:22.127" v="23"/>
          <ac:picMkLst>
            <pc:docMk/>
            <pc:sldMk cId="947082625" sldId="277"/>
            <ac:picMk id="54" creationId="{537EB6EC-E0EC-487A-A2C8-A893EBC55201}"/>
          </ac:picMkLst>
        </pc:picChg>
        <pc:cxnChg chg="add">
          <ac:chgData name="CHOI JUNHO" userId="2ed797a4709b55ca" providerId="LiveId" clId="{7F92A87C-AAB4-4837-A6B3-D4D781BEB7A7}" dt="2019-12-28T07:23:22.127" v="23"/>
          <ac:cxnSpMkLst>
            <pc:docMk/>
            <pc:sldMk cId="947082625" sldId="277"/>
            <ac:cxnSpMk id="10" creationId="{E0826F1B-8FF2-4E76-AC44-2B3FF6AF2695}"/>
          </ac:cxnSpMkLst>
        </pc:cxnChg>
        <pc:cxnChg chg="add">
          <ac:chgData name="CHOI JUNHO" userId="2ed797a4709b55ca" providerId="LiveId" clId="{7F92A87C-AAB4-4837-A6B3-D4D781BEB7A7}" dt="2019-12-28T07:23:22.127" v="23"/>
          <ac:cxnSpMkLst>
            <pc:docMk/>
            <pc:sldMk cId="947082625" sldId="277"/>
            <ac:cxnSpMk id="11" creationId="{847B850D-8C85-4A53-AA88-17B1200FA366}"/>
          </ac:cxnSpMkLst>
        </pc:cxnChg>
        <pc:cxnChg chg="add">
          <ac:chgData name="CHOI JUNHO" userId="2ed797a4709b55ca" providerId="LiveId" clId="{7F92A87C-AAB4-4837-A6B3-D4D781BEB7A7}" dt="2019-12-28T07:23:22.127" v="23"/>
          <ac:cxnSpMkLst>
            <pc:docMk/>
            <pc:sldMk cId="947082625" sldId="277"/>
            <ac:cxnSpMk id="12" creationId="{1C4B242B-070E-4DA4-B82E-DC6BD08754D0}"/>
          </ac:cxnSpMkLst>
        </pc:cxnChg>
        <pc:cxnChg chg="add">
          <ac:chgData name="CHOI JUNHO" userId="2ed797a4709b55ca" providerId="LiveId" clId="{7F92A87C-AAB4-4837-A6B3-D4D781BEB7A7}" dt="2019-12-28T07:23:22.127" v="23"/>
          <ac:cxnSpMkLst>
            <pc:docMk/>
            <pc:sldMk cId="947082625" sldId="277"/>
            <ac:cxnSpMk id="13" creationId="{D937FA9A-C378-4324-88EA-1083C90F53E7}"/>
          </ac:cxnSpMkLst>
        </pc:cxnChg>
        <pc:cxnChg chg="add">
          <ac:chgData name="CHOI JUNHO" userId="2ed797a4709b55ca" providerId="LiveId" clId="{7F92A87C-AAB4-4837-A6B3-D4D781BEB7A7}" dt="2019-12-28T07:23:22.127" v="23"/>
          <ac:cxnSpMkLst>
            <pc:docMk/>
            <pc:sldMk cId="947082625" sldId="277"/>
            <ac:cxnSpMk id="14" creationId="{01C6483E-736B-4876-9EA9-8091D3C9D39A}"/>
          </ac:cxnSpMkLst>
        </pc:cxnChg>
        <pc:cxnChg chg="add">
          <ac:chgData name="CHOI JUNHO" userId="2ed797a4709b55ca" providerId="LiveId" clId="{7F92A87C-AAB4-4837-A6B3-D4D781BEB7A7}" dt="2019-12-28T07:23:22.127" v="23"/>
          <ac:cxnSpMkLst>
            <pc:docMk/>
            <pc:sldMk cId="947082625" sldId="277"/>
            <ac:cxnSpMk id="16" creationId="{2745E9B1-FB5C-4A96-9469-E7331F8F373D}"/>
          </ac:cxnSpMkLst>
        </pc:cxnChg>
        <pc:cxnChg chg="add">
          <ac:chgData name="CHOI JUNHO" userId="2ed797a4709b55ca" providerId="LiveId" clId="{7F92A87C-AAB4-4837-A6B3-D4D781BEB7A7}" dt="2019-12-28T07:23:22.127" v="23"/>
          <ac:cxnSpMkLst>
            <pc:docMk/>
            <pc:sldMk cId="947082625" sldId="277"/>
            <ac:cxnSpMk id="18" creationId="{36FAF4B6-1649-424D-AAED-747439FA65F3}"/>
          </ac:cxnSpMkLst>
        </pc:cxnChg>
        <pc:cxnChg chg="add">
          <ac:chgData name="CHOI JUNHO" userId="2ed797a4709b55ca" providerId="LiveId" clId="{7F92A87C-AAB4-4837-A6B3-D4D781BEB7A7}" dt="2019-12-28T07:23:22.127" v="23"/>
          <ac:cxnSpMkLst>
            <pc:docMk/>
            <pc:sldMk cId="947082625" sldId="277"/>
            <ac:cxnSpMk id="19" creationId="{92D3540F-C78E-47B6-A8EA-D9ECFFEF2174}"/>
          </ac:cxnSpMkLst>
        </pc:cxnChg>
        <pc:cxnChg chg="add">
          <ac:chgData name="CHOI JUNHO" userId="2ed797a4709b55ca" providerId="LiveId" clId="{7F92A87C-AAB4-4837-A6B3-D4D781BEB7A7}" dt="2019-12-28T07:23:22.127" v="23"/>
          <ac:cxnSpMkLst>
            <pc:docMk/>
            <pc:sldMk cId="947082625" sldId="277"/>
            <ac:cxnSpMk id="20" creationId="{D044B870-BE70-4474-A759-21BFE34415F8}"/>
          </ac:cxnSpMkLst>
        </pc:cxnChg>
        <pc:cxnChg chg="add">
          <ac:chgData name="CHOI JUNHO" userId="2ed797a4709b55ca" providerId="LiveId" clId="{7F92A87C-AAB4-4837-A6B3-D4D781BEB7A7}" dt="2019-12-28T07:23:22.127" v="23"/>
          <ac:cxnSpMkLst>
            <pc:docMk/>
            <pc:sldMk cId="947082625" sldId="277"/>
            <ac:cxnSpMk id="25" creationId="{73BEF36F-A4D7-47E5-85FD-A62573759E3F}"/>
          </ac:cxnSpMkLst>
        </pc:cxnChg>
        <pc:cxnChg chg="add">
          <ac:chgData name="CHOI JUNHO" userId="2ed797a4709b55ca" providerId="LiveId" clId="{7F92A87C-AAB4-4837-A6B3-D4D781BEB7A7}" dt="2019-12-28T07:23:22.127" v="23"/>
          <ac:cxnSpMkLst>
            <pc:docMk/>
            <pc:sldMk cId="947082625" sldId="277"/>
            <ac:cxnSpMk id="27" creationId="{313B46C2-553D-4E74-B04A-6AC14D99B3C5}"/>
          </ac:cxnSpMkLst>
        </pc:cxnChg>
        <pc:cxnChg chg="add">
          <ac:chgData name="CHOI JUNHO" userId="2ed797a4709b55ca" providerId="LiveId" clId="{7F92A87C-AAB4-4837-A6B3-D4D781BEB7A7}" dt="2019-12-28T07:23:22.127" v="23"/>
          <ac:cxnSpMkLst>
            <pc:docMk/>
            <pc:sldMk cId="947082625" sldId="277"/>
            <ac:cxnSpMk id="29" creationId="{9640EE09-0671-4F06-9959-663C5E57C791}"/>
          </ac:cxnSpMkLst>
        </pc:cxnChg>
        <pc:cxnChg chg="add">
          <ac:chgData name="CHOI JUNHO" userId="2ed797a4709b55ca" providerId="LiveId" clId="{7F92A87C-AAB4-4837-A6B3-D4D781BEB7A7}" dt="2019-12-28T07:23:22.127" v="23"/>
          <ac:cxnSpMkLst>
            <pc:docMk/>
            <pc:sldMk cId="947082625" sldId="277"/>
            <ac:cxnSpMk id="31" creationId="{2E4557EB-9479-4FCF-A9B3-7B576194D96D}"/>
          </ac:cxnSpMkLst>
        </pc:cxnChg>
        <pc:cxnChg chg="add">
          <ac:chgData name="CHOI JUNHO" userId="2ed797a4709b55ca" providerId="LiveId" clId="{7F92A87C-AAB4-4837-A6B3-D4D781BEB7A7}" dt="2019-12-28T07:23:22.127" v="23"/>
          <ac:cxnSpMkLst>
            <pc:docMk/>
            <pc:sldMk cId="947082625" sldId="277"/>
            <ac:cxnSpMk id="33" creationId="{6BCDCBAA-6D4D-4914-844E-2669991E5920}"/>
          </ac:cxnSpMkLst>
        </pc:cxnChg>
        <pc:cxnChg chg="add">
          <ac:chgData name="CHOI JUNHO" userId="2ed797a4709b55ca" providerId="LiveId" clId="{7F92A87C-AAB4-4837-A6B3-D4D781BEB7A7}" dt="2019-12-28T07:23:22.127" v="23"/>
          <ac:cxnSpMkLst>
            <pc:docMk/>
            <pc:sldMk cId="947082625" sldId="277"/>
            <ac:cxnSpMk id="34" creationId="{90668E5C-AAEC-478B-B34E-32EF15E57B4D}"/>
          </ac:cxnSpMkLst>
        </pc:cxnChg>
        <pc:cxnChg chg="add">
          <ac:chgData name="CHOI JUNHO" userId="2ed797a4709b55ca" providerId="LiveId" clId="{7F92A87C-AAB4-4837-A6B3-D4D781BEB7A7}" dt="2019-12-28T07:23:22.127" v="23"/>
          <ac:cxnSpMkLst>
            <pc:docMk/>
            <pc:sldMk cId="947082625" sldId="277"/>
            <ac:cxnSpMk id="41" creationId="{24E8919D-8F8E-45BE-9A3D-EDDDB46B6E18}"/>
          </ac:cxnSpMkLst>
        </pc:cxnChg>
        <pc:cxnChg chg="add">
          <ac:chgData name="CHOI JUNHO" userId="2ed797a4709b55ca" providerId="LiveId" clId="{7F92A87C-AAB4-4837-A6B3-D4D781BEB7A7}" dt="2019-12-28T07:23:22.127" v="23"/>
          <ac:cxnSpMkLst>
            <pc:docMk/>
            <pc:sldMk cId="947082625" sldId="277"/>
            <ac:cxnSpMk id="42" creationId="{812B98E6-C4B3-479C-BD7F-B6F15875EA1B}"/>
          </ac:cxnSpMkLst>
        </pc:cxnChg>
        <pc:cxnChg chg="add">
          <ac:chgData name="CHOI JUNHO" userId="2ed797a4709b55ca" providerId="LiveId" clId="{7F92A87C-AAB4-4837-A6B3-D4D781BEB7A7}" dt="2019-12-28T07:23:22.127" v="23"/>
          <ac:cxnSpMkLst>
            <pc:docMk/>
            <pc:sldMk cId="947082625" sldId="277"/>
            <ac:cxnSpMk id="43" creationId="{F8C50822-0EF5-47D1-B5DB-0C5459D23882}"/>
          </ac:cxnSpMkLst>
        </pc:cxnChg>
        <pc:cxnChg chg="add">
          <ac:chgData name="CHOI JUNHO" userId="2ed797a4709b55ca" providerId="LiveId" clId="{7F92A87C-AAB4-4837-A6B3-D4D781BEB7A7}" dt="2019-12-28T07:23:22.127" v="23"/>
          <ac:cxnSpMkLst>
            <pc:docMk/>
            <pc:sldMk cId="947082625" sldId="277"/>
            <ac:cxnSpMk id="47" creationId="{E64056ED-19FC-4824-A1AF-4BD96DA61C75}"/>
          </ac:cxnSpMkLst>
        </pc:cxnChg>
        <pc:cxnChg chg="add">
          <ac:chgData name="CHOI JUNHO" userId="2ed797a4709b55ca" providerId="LiveId" clId="{7F92A87C-AAB4-4837-A6B3-D4D781BEB7A7}" dt="2019-12-28T07:23:22.127" v="23"/>
          <ac:cxnSpMkLst>
            <pc:docMk/>
            <pc:sldMk cId="947082625" sldId="277"/>
            <ac:cxnSpMk id="48" creationId="{F2D45B9C-1E73-4538-BED4-FBC135DAC96A}"/>
          </ac:cxnSpMkLst>
        </pc:cxnChg>
        <pc:cxnChg chg="add mod">
          <ac:chgData name="CHOI JUNHO" userId="2ed797a4709b55ca" providerId="LiveId" clId="{7F92A87C-AAB4-4837-A6B3-D4D781BEB7A7}" dt="2019-12-28T07:27:05.402" v="141" actId="20577"/>
          <ac:cxnSpMkLst>
            <pc:docMk/>
            <pc:sldMk cId="947082625" sldId="277"/>
            <ac:cxnSpMk id="56" creationId="{8729ABDC-30F6-4D3C-B100-45E176D0168E}"/>
          </ac:cxnSpMkLst>
        </pc:cxnChg>
        <pc:cxnChg chg="add">
          <ac:chgData name="CHOI JUNHO" userId="2ed797a4709b55ca" providerId="LiveId" clId="{7F92A87C-AAB4-4837-A6B3-D4D781BEB7A7}" dt="2019-12-28T07:23:22.127" v="23"/>
          <ac:cxnSpMkLst>
            <pc:docMk/>
            <pc:sldMk cId="947082625" sldId="277"/>
            <ac:cxnSpMk id="59" creationId="{73AD62FE-056E-4D7B-A4F8-AC3DFE955738}"/>
          </ac:cxnSpMkLst>
        </pc:cxnChg>
        <pc:cxnChg chg="add">
          <ac:chgData name="CHOI JUNHO" userId="2ed797a4709b55ca" providerId="LiveId" clId="{7F92A87C-AAB4-4837-A6B3-D4D781BEB7A7}" dt="2019-12-28T07:23:22.127" v="23"/>
          <ac:cxnSpMkLst>
            <pc:docMk/>
            <pc:sldMk cId="947082625" sldId="277"/>
            <ac:cxnSpMk id="60" creationId="{39FC0685-4DC9-4C0A-9F23-B39792807F43}"/>
          </ac:cxnSpMkLst>
        </pc:cxnChg>
      </pc:sldChg>
      <pc:sldMasterChg chg="modSldLayout">
        <pc:chgData name="CHOI JUNHO" userId="2ed797a4709b55ca" providerId="LiveId" clId="{7F92A87C-AAB4-4837-A6B3-D4D781BEB7A7}" dt="2019-12-28T08:56:57.866" v="334"/>
        <pc:sldMasterMkLst>
          <pc:docMk/>
          <pc:sldMasterMk cId="2252684482" sldId="2147483648"/>
        </pc:sldMasterMkLst>
        <pc:sldLayoutChg chg="modSp">
          <pc:chgData name="CHOI JUNHO" userId="2ed797a4709b55ca" providerId="LiveId" clId="{7F92A87C-AAB4-4837-A6B3-D4D781BEB7A7}" dt="2019-12-28T08:56:57.866" v="334"/>
          <pc:sldLayoutMkLst>
            <pc:docMk/>
            <pc:sldMasterMk cId="2252684482" sldId="2147483648"/>
            <pc:sldLayoutMk cId="2377320761" sldId="2147483650"/>
          </pc:sldLayoutMkLst>
          <pc:spChg chg="mod">
            <ac:chgData name="CHOI JUNHO" userId="2ed797a4709b55ca" providerId="LiveId" clId="{7F92A87C-AAB4-4837-A6B3-D4D781BEB7A7}" dt="2019-12-28T08:56:53.406" v="302"/>
            <ac:spMkLst>
              <pc:docMk/>
              <pc:sldMasterMk cId="2252684482" sldId="2147483648"/>
              <pc:sldLayoutMk cId="2377320761" sldId="2147483650"/>
              <ac:spMk id="22" creationId="{00000000-0000-0000-0000-000000000000}"/>
            </ac:spMkLst>
          </pc:spChg>
          <pc:spChg chg="mod">
            <ac:chgData name="CHOI JUNHO" userId="2ed797a4709b55ca" providerId="LiveId" clId="{7F92A87C-AAB4-4837-A6B3-D4D781BEB7A7}" dt="2019-12-28T08:56:57.866" v="334"/>
            <ac:spMkLst>
              <pc:docMk/>
              <pc:sldMasterMk cId="2252684482" sldId="2147483648"/>
              <pc:sldLayoutMk cId="2377320761" sldId="2147483650"/>
              <ac:spMk id="23" creationId="{00000000-0000-0000-0000-000000000000}"/>
            </ac:spMkLst>
          </pc:sp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슬라이드 번호 개체 틀 4"/>
          <p:cNvSpPr>
            <a:spLocks noGrp="1"/>
          </p:cNvSpPr>
          <p:nvPr>
            <p:ph type="sldNum" sz="quarter" idx="3"/>
          </p:nvPr>
        </p:nvSpPr>
        <p:spPr>
          <a:xfrm>
            <a:off x="3850443" y="9428583"/>
            <a:ext cx="2945659" cy="496332"/>
          </a:xfrm>
          <a:prstGeom prst="rect">
            <a:avLst/>
          </a:prstGeom>
        </p:spPr>
        <p:txBody>
          <a:bodyPr vert="horz" lIns="91440" tIns="45720" rIns="91440" bIns="45720" rtlCol="0" anchor="b"/>
          <a:lstStyle>
            <a:lvl1pPr algn="r">
              <a:defRPr sz="1200"/>
            </a:lvl1pPr>
          </a:lstStyle>
          <a:p>
            <a:fld id="{AF36E0AB-72DB-4914-B63B-4064A28DAAD3}" type="slidenum">
              <a:rPr lang="ko-KR" altLang="en-US" smtClean="0"/>
              <a:t>‹#›</a:t>
            </a:fld>
            <a:endParaRPr lang="ko-KR" altLang="en-US"/>
          </a:p>
        </p:txBody>
      </p:sp>
      <p:sp>
        <p:nvSpPr>
          <p:cNvPr id="6" name="바닥글 개체 틀 5"/>
          <p:cNvSpPr>
            <a:spLocks noGrp="1"/>
          </p:cNvSpPr>
          <p:nvPr>
            <p:ph type="ftr" sz="quarter" idx="2"/>
          </p:nvPr>
        </p:nvSpPr>
        <p:spPr>
          <a:xfrm>
            <a:off x="0" y="9428583"/>
            <a:ext cx="2945659" cy="496332"/>
          </a:xfrm>
          <a:prstGeom prst="rect">
            <a:avLst/>
          </a:prstGeom>
        </p:spPr>
        <p:txBody>
          <a:bodyPr vert="horz" lIns="91440" tIns="45720" rIns="91440" bIns="45720" rtlCol="0" anchor="b"/>
          <a:lstStyle>
            <a:lvl1pPr algn="l">
              <a:defRPr sz="1200"/>
            </a:lvl1pPr>
          </a:lstStyle>
          <a:p>
            <a:endParaRPr lang="ko-KR" altLang="en-US"/>
          </a:p>
        </p:txBody>
      </p:sp>
    </p:spTree>
    <p:extLst>
      <p:ext uri="{BB962C8B-B14F-4D97-AF65-F5344CB8AC3E}">
        <p14:creationId xmlns:p14="http://schemas.microsoft.com/office/powerpoint/2010/main" val="2317696932"/>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45659" cy="496332"/>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50443" y="0"/>
            <a:ext cx="2945659" cy="496332"/>
          </a:xfrm>
          <a:prstGeom prst="rect">
            <a:avLst/>
          </a:prstGeom>
        </p:spPr>
        <p:txBody>
          <a:bodyPr vert="horz" lIns="91440" tIns="45720" rIns="91440" bIns="45720" rtlCol="0"/>
          <a:lstStyle>
            <a:lvl1pPr algn="r">
              <a:defRPr sz="1200"/>
            </a:lvl1pPr>
          </a:lstStyle>
          <a:p>
            <a:fld id="{98FBB39A-9110-43FD-8DF2-684D1523A0BC}" type="datetime1">
              <a:rPr lang="ko-KR" altLang="en-US" smtClean="0"/>
              <a:t>2019-12-28 (Sat)</a:t>
            </a:fld>
            <a:endParaRPr lang="ko-KR" altLang="en-US"/>
          </a:p>
        </p:txBody>
      </p:sp>
      <p:sp>
        <p:nvSpPr>
          <p:cNvPr id="4" name="슬라이드 이미지 개체 틀 3"/>
          <p:cNvSpPr>
            <a:spLocks noGrp="1" noRot="1" noChangeAspect="1"/>
          </p:cNvSpPr>
          <p:nvPr>
            <p:ph type="sldImg" idx="2"/>
          </p:nvPr>
        </p:nvSpPr>
        <p:spPr>
          <a:xfrm>
            <a:off x="90488" y="744538"/>
            <a:ext cx="6616700" cy="3722687"/>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79768" y="4715153"/>
            <a:ext cx="5438140" cy="4466987"/>
          </a:xfrm>
          <a:prstGeom prst="rect">
            <a:avLst/>
          </a:prstGeom>
        </p:spPr>
        <p:txBody>
          <a:bodyPr vert="horz" lIns="91440" tIns="45720" rIns="91440" bIns="45720" rtlCol="0"/>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9428583"/>
            <a:ext cx="2945659" cy="496332"/>
          </a:xfrm>
          <a:prstGeom prst="rect">
            <a:avLst/>
          </a:prstGeom>
        </p:spPr>
        <p:txBody>
          <a:bodyPr vert="horz" lIns="91440" tIns="45720" rIns="91440" bIns="45720" rtlCol="0" anchor="b"/>
          <a:lstStyle>
            <a:lvl1pPr algn="l">
              <a:defRPr sz="1200"/>
            </a:lvl1pPr>
          </a:lstStyle>
          <a:p>
            <a:r>
              <a:rPr lang="en-US" altLang="ko-KR"/>
              <a:t>http://enjoyworks.co.kr</a:t>
            </a:r>
            <a:endParaRPr lang="ko-KR" altLang="en-US"/>
          </a:p>
        </p:txBody>
      </p:sp>
      <p:sp>
        <p:nvSpPr>
          <p:cNvPr id="7" name="슬라이드 번호 개체 틀 6"/>
          <p:cNvSpPr>
            <a:spLocks noGrp="1"/>
          </p:cNvSpPr>
          <p:nvPr>
            <p:ph type="sldNum" sz="quarter" idx="5"/>
          </p:nvPr>
        </p:nvSpPr>
        <p:spPr>
          <a:xfrm>
            <a:off x="3850443" y="9428583"/>
            <a:ext cx="2945659" cy="496332"/>
          </a:xfrm>
          <a:prstGeom prst="rect">
            <a:avLst/>
          </a:prstGeom>
        </p:spPr>
        <p:txBody>
          <a:bodyPr vert="horz" lIns="91440" tIns="45720" rIns="91440" bIns="45720" rtlCol="0" anchor="b"/>
          <a:lstStyle>
            <a:lvl1pPr algn="r">
              <a:defRPr sz="1200"/>
            </a:lvl1pPr>
          </a:lstStyle>
          <a:p>
            <a:fld id="{C7C86328-D4B1-4A1C-AA9B-B5511E95EE22}" type="slidenum">
              <a:rPr lang="ko-KR" altLang="en-US" smtClean="0"/>
              <a:t>‹#›</a:t>
            </a:fld>
            <a:endParaRPr lang="ko-KR" altLang="en-US"/>
          </a:p>
        </p:txBody>
      </p:sp>
    </p:spTree>
    <p:extLst>
      <p:ext uri="{BB962C8B-B14F-4D97-AF65-F5344CB8AC3E}">
        <p14:creationId xmlns:p14="http://schemas.microsoft.com/office/powerpoint/2010/main" val="2498208439"/>
      </p:ext>
    </p:extLst>
  </p:cSld>
  <p:clrMap bg1="lt1" tx1="dk1" bg2="lt2" tx2="dk2" accent1="accent1" accent2="accent2" accent3="accent3" accent4="accent4" accent5="accent5" accent6="accent6" hlink="hlink" folHlink="folHlink"/>
  <p:hf sldNum="0" hdr="0" ftr="0" dt="0"/>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제목 슬라이드">
    <p:spTree>
      <p:nvGrpSpPr>
        <p:cNvPr id="1" name=""/>
        <p:cNvGrpSpPr/>
        <p:nvPr/>
      </p:nvGrpSpPr>
      <p:grpSpPr>
        <a:xfrm>
          <a:off x="0" y="0"/>
          <a:ext cx="0" cy="0"/>
          <a:chOff x="0" y="0"/>
          <a:chExt cx="0" cy="0"/>
        </a:xfrm>
      </p:grpSpPr>
      <p:graphicFrame>
        <p:nvGraphicFramePr>
          <p:cNvPr id="10" name="표 9"/>
          <p:cNvGraphicFramePr>
            <a:graphicFrameLocks noGrp="1"/>
          </p:cNvGraphicFramePr>
          <p:nvPr userDrawn="1">
            <p:extLst>
              <p:ext uri="{D42A27DB-BD31-4B8C-83A1-F6EECF244321}">
                <p14:modId xmlns:p14="http://schemas.microsoft.com/office/powerpoint/2010/main" val="2978178397"/>
              </p:ext>
            </p:extLst>
          </p:nvPr>
        </p:nvGraphicFramePr>
        <p:xfrm>
          <a:off x="3323691" y="5758816"/>
          <a:ext cx="5544618" cy="259080"/>
        </p:xfrm>
        <a:graphic>
          <a:graphicData uri="http://schemas.openxmlformats.org/drawingml/2006/table">
            <a:tbl>
              <a:tblPr firstRow="1" bandRow="1">
                <a:tableStyleId>{5C22544A-7EE6-4342-B048-85BDC9FD1C3A}</a:tableStyleId>
              </a:tblPr>
              <a:tblGrid>
                <a:gridCol w="761023">
                  <a:extLst>
                    <a:ext uri="{9D8B030D-6E8A-4147-A177-3AD203B41FA5}">
                      <a16:colId xmlns:a16="http://schemas.microsoft.com/office/drawing/2014/main" val="20000"/>
                    </a:ext>
                  </a:extLst>
                </a:gridCol>
                <a:gridCol w="956719">
                  <a:extLst>
                    <a:ext uri="{9D8B030D-6E8A-4147-A177-3AD203B41FA5}">
                      <a16:colId xmlns:a16="http://schemas.microsoft.com/office/drawing/2014/main" val="20001"/>
                    </a:ext>
                  </a:extLst>
                </a:gridCol>
                <a:gridCol w="956719">
                  <a:extLst>
                    <a:ext uri="{9D8B030D-6E8A-4147-A177-3AD203B41FA5}">
                      <a16:colId xmlns:a16="http://schemas.microsoft.com/office/drawing/2014/main" val="748956557"/>
                    </a:ext>
                  </a:extLst>
                </a:gridCol>
                <a:gridCol w="956719">
                  <a:extLst>
                    <a:ext uri="{9D8B030D-6E8A-4147-A177-3AD203B41FA5}">
                      <a16:colId xmlns:a16="http://schemas.microsoft.com/office/drawing/2014/main" val="2052663771"/>
                    </a:ext>
                  </a:extLst>
                </a:gridCol>
                <a:gridCol w="956719">
                  <a:extLst>
                    <a:ext uri="{9D8B030D-6E8A-4147-A177-3AD203B41FA5}">
                      <a16:colId xmlns:a16="http://schemas.microsoft.com/office/drawing/2014/main" val="1774092345"/>
                    </a:ext>
                  </a:extLst>
                </a:gridCol>
                <a:gridCol w="956719">
                  <a:extLst>
                    <a:ext uri="{9D8B030D-6E8A-4147-A177-3AD203B41FA5}">
                      <a16:colId xmlns:a16="http://schemas.microsoft.com/office/drawing/2014/main" val="2811408782"/>
                    </a:ext>
                  </a:extLst>
                </a:gridCol>
              </a:tblGrid>
              <a:tr h="154824">
                <a:tc>
                  <a:txBody>
                    <a:bodyPr/>
                    <a:lstStyle/>
                    <a:p>
                      <a:pPr algn="l" latinLnBrk="1"/>
                      <a:r>
                        <a:rPr lang="en-US" altLang="ko-KR" sz="900" b="0" dirty="0">
                          <a:solidFill>
                            <a:schemeClr val="tx1"/>
                          </a:solidFill>
                          <a:latin typeface="+mn-ea"/>
                          <a:ea typeface="+mn-ea"/>
                        </a:rPr>
                        <a:t>Ver.</a:t>
                      </a:r>
                      <a:endParaRPr lang="ko-KR" altLang="en-US" sz="900" b="0" dirty="0">
                        <a:solidFill>
                          <a:schemeClr val="tx1"/>
                        </a:solidFill>
                        <a:latin typeface="+mn-ea"/>
                        <a:ea typeface="+mn-ea"/>
                      </a:endParaRPr>
                    </a:p>
                  </a:txBody>
                  <a:tcPr marL="121920" marR="121920" marT="60960" marB="60960" anchor="ctr">
                    <a:lnL w="952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latinLnBrk="1"/>
                      <a:endParaRPr lang="ko-KR" altLang="en-US" sz="900" b="0" dirty="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mn-ea"/>
                          <a:ea typeface="+mn-ea"/>
                        </a:rPr>
                        <a:t>Date.</a:t>
                      </a:r>
                      <a:endParaRPr lang="ko-KR" altLang="en-US" sz="900" b="0" dirty="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latinLnBrk="1"/>
                      <a:endParaRPr lang="ko-KR" altLang="en-US" sz="900" b="0" dirty="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0" dirty="0">
                          <a:solidFill>
                            <a:schemeClr val="tx1"/>
                          </a:solidFill>
                          <a:latin typeface="+mn-ea"/>
                          <a:ea typeface="+mn-ea"/>
                        </a:rPr>
                        <a:t>Writer.</a:t>
                      </a:r>
                      <a:endParaRPr lang="ko-KR" altLang="en-US" sz="900" b="0" dirty="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algn="l" latinLnBrk="1"/>
                      <a:endParaRPr lang="ko-KR" altLang="en-US" sz="900" b="0" dirty="0">
                        <a:solidFill>
                          <a:schemeClr val="tx1"/>
                        </a:solidFill>
                        <a:latin typeface="+mn-ea"/>
                        <a:ea typeface="+mn-ea"/>
                      </a:endParaRPr>
                    </a:p>
                  </a:txBody>
                  <a:tcPr marL="121920" marR="121920" marT="60960" marB="60960" anchor="ctr">
                    <a:lnL w="3175" cap="flat" cmpd="sng" algn="ctr">
                      <a:noFill/>
                      <a:prstDash val="solid"/>
                      <a:round/>
                      <a:headEnd type="none" w="med" len="med"/>
                      <a:tailEnd type="none" w="med" len="med"/>
                    </a:lnL>
                    <a:lnR w="9525"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19" name="텍스트 개체 틀 18"/>
          <p:cNvSpPr>
            <a:spLocks noGrp="1"/>
          </p:cNvSpPr>
          <p:nvPr>
            <p:ph type="body" sz="quarter" idx="10" hasCustomPrompt="1"/>
          </p:nvPr>
        </p:nvSpPr>
        <p:spPr>
          <a:xfrm>
            <a:off x="4114897" y="5793464"/>
            <a:ext cx="904165" cy="191631"/>
          </a:xfrm>
          <a:prstGeom prst="rect">
            <a:avLst/>
          </a:prstGeom>
        </p:spPr>
        <p:txBody>
          <a:bodyPr anchor="ctr" anchorCtr="0"/>
          <a:lstStyle>
            <a:lvl1pPr algn="r">
              <a:defRPr sz="800">
                <a:solidFill>
                  <a:schemeClr val="tx1">
                    <a:lumMod val="50000"/>
                    <a:lumOff val="50000"/>
                  </a:schemeClr>
                </a:solidFill>
              </a:defRPr>
            </a:lvl1pPr>
          </a:lstStyle>
          <a:p>
            <a:pPr lvl="0"/>
            <a:r>
              <a:rPr lang="ko-KR" altLang="en-US" dirty="0"/>
              <a:t>버전 정보 등록</a:t>
            </a:r>
          </a:p>
        </p:txBody>
      </p:sp>
      <p:sp>
        <p:nvSpPr>
          <p:cNvPr id="20" name="텍스트 개체 틀 18"/>
          <p:cNvSpPr>
            <a:spLocks noGrp="1"/>
          </p:cNvSpPr>
          <p:nvPr>
            <p:ph type="body" sz="quarter" idx="11" hasCustomPrompt="1"/>
          </p:nvPr>
        </p:nvSpPr>
        <p:spPr>
          <a:xfrm>
            <a:off x="6028930" y="5790052"/>
            <a:ext cx="900818" cy="191631"/>
          </a:xfrm>
          <a:prstGeom prst="rect">
            <a:avLst/>
          </a:prstGeom>
        </p:spPr>
        <p:txBody>
          <a:bodyPr anchor="ctr" anchorCtr="0"/>
          <a:lstStyle>
            <a:lvl1pPr algn="r">
              <a:defRPr sz="800">
                <a:solidFill>
                  <a:schemeClr val="tx1">
                    <a:lumMod val="50000"/>
                    <a:lumOff val="50000"/>
                  </a:schemeClr>
                </a:solidFill>
              </a:defRPr>
            </a:lvl1pPr>
          </a:lstStyle>
          <a:p>
            <a:pPr lvl="0"/>
            <a:r>
              <a:rPr lang="ko-KR" altLang="en-US" dirty="0"/>
              <a:t>최종작성일자</a:t>
            </a:r>
          </a:p>
        </p:txBody>
      </p:sp>
      <p:sp>
        <p:nvSpPr>
          <p:cNvPr id="21" name="텍스트 개체 틀 18"/>
          <p:cNvSpPr>
            <a:spLocks noGrp="1"/>
          </p:cNvSpPr>
          <p:nvPr>
            <p:ph type="body" sz="quarter" idx="12" hasCustomPrompt="1"/>
          </p:nvPr>
        </p:nvSpPr>
        <p:spPr>
          <a:xfrm>
            <a:off x="7939616" y="5790052"/>
            <a:ext cx="900819" cy="191631"/>
          </a:xfrm>
          <a:prstGeom prst="rect">
            <a:avLst/>
          </a:prstGeom>
        </p:spPr>
        <p:txBody>
          <a:bodyPr anchor="ctr" anchorCtr="0"/>
          <a:lstStyle>
            <a:lvl1pPr algn="r">
              <a:defRPr sz="800">
                <a:solidFill>
                  <a:schemeClr val="tx1">
                    <a:lumMod val="50000"/>
                    <a:lumOff val="50000"/>
                  </a:schemeClr>
                </a:solidFill>
              </a:defRPr>
            </a:lvl1pPr>
          </a:lstStyle>
          <a:p>
            <a:pPr lvl="0"/>
            <a:r>
              <a:rPr lang="ko-KR" altLang="en-US" dirty="0"/>
              <a:t>작성자 명</a:t>
            </a:r>
          </a:p>
        </p:txBody>
      </p:sp>
      <p:graphicFrame>
        <p:nvGraphicFramePr>
          <p:cNvPr id="2" name="표 1"/>
          <p:cNvGraphicFramePr>
            <a:graphicFrameLocks noGrp="1"/>
          </p:cNvGraphicFramePr>
          <p:nvPr userDrawn="1">
            <p:extLst>
              <p:ext uri="{D42A27DB-BD31-4B8C-83A1-F6EECF244321}">
                <p14:modId xmlns:p14="http://schemas.microsoft.com/office/powerpoint/2010/main" val="2757704702"/>
              </p:ext>
            </p:extLst>
          </p:nvPr>
        </p:nvGraphicFramePr>
        <p:xfrm>
          <a:off x="431372" y="495402"/>
          <a:ext cx="10570691" cy="487680"/>
        </p:xfrm>
        <a:graphic>
          <a:graphicData uri="http://schemas.openxmlformats.org/drawingml/2006/table">
            <a:tbl>
              <a:tblPr firstRow="1" bandRow="1">
                <a:tableStyleId>{5C22544A-7EE6-4342-B048-85BDC9FD1C3A}</a:tableStyleId>
              </a:tblPr>
              <a:tblGrid>
                <a:gridCol w="10570691">
                  <a:extLst>
                    <a:ext uri="{9D8B030D-6E8A-4147-A177-3AD203B41FA5}">
                      <a16:colId xmlns:a16="http://schemas.microsoft.com/office/drawing/2014/main" val="20000"/>
                    </a:ext>
                  </a:extLst>
                </a:gridCol>
              </a:tblGrid>
              <a:tr h="487680">
                <a:tc>
                  <a:txBody>
                    <a:bodyPr/>
                    <a:lstStyle/>
                    <a:p>
                      <a:pPr latinLnBrk="1"/>
                      <a:endParaRPr lang="ko-KR" altLang="en-US" sz="2400" dirty="0"/>
                    </a:p>
                  </a:txBody>
                  <a:tcPr marL="121920" marR="121920" marT="60960" marB="60960">
                    <a:lnL w="3175" cap="flat" cmpd="sng" algn="ctr">
                      <a:solidFill>
                        <a:schemeClr val="bg1">
                          <a:lumMod val="85000"/>
                        </a:schemeClr>
                      </a:solidFill>
                      <a:prstDash val="solid"/>
                      <a:round/>
                      <a:headEnd type="none" w="med" len="med"/>
                      <a:tailEnd type="none" w="med" len="med"/>
                    </a:lnL>
                    <a:lnR w="3175" cap="flat" cmpd="sng" algn="ctr">
                      <a:noFill/>
                      <a:prstDash val="sysDot"/>
                      <a:round/>
                      <a:headEnd type="none" w="med" len="med"/>
                      <a:tailEnd type="none" w="med" len="med"/>
                    </a:lnR>
                    <a:lnT w="3175" cap="flat" cmpd="sng" algn="ctr">
                      <a:noFill/>
                      <a:prstDash val="sysDot"/>
                      <a:round/>
                      <a:headEnd type="none" w="med" len="med"/>
                      <a:tailEnd type="none" w="med" len="med"/>
                    </a:lnT>
                    <a:lnB w="3175"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7" name="제목 개체 틀 9"/>
          <p:cNvSpPr>
            <a:spLocks noGrp="1"/>
          </p:cNvSpPr>
          <p:nvPr>
            <p:ph type="title" hasCustomPrompt="1"/>
          </p:nvPr>
        </p:nvSpPr>
        <p:spPr>
          <a:xfrm>
            <a:off x="431372" y="218044"/>
            <a:ext cx="11425269" cy="849577"/>
          </a:xfrm>
          <a:prstGeom prst="rect">
            <a:avLst/>
          </a:prstGeom>
        </p:spPr>
        <p:txBody>
          <a:bodyPr vert="horz" lIns="91440" tIns="45720" rIns="91440" bIns="45720" rtlCol="0" anchor="ctr">
            <a:noAutofit/>
          </a:bodyPr>
          <a:lstStyle>
            <a:lvl1pPr>
              <a:defRPr sz="2800">
                <a:solidFill>
                  <a:schemeClr val="tx1"/>
                </a:solidFill>
              </a:defRPr>
            </a:lvl1pPr>
          </a:lstStyle>
          <a:p>
            <a:r>
              <a:rPr lang="ko-KR" altLang="en-US" dirty="0"/>
              <a:t>기획서 제목 입력</a:t>
            </a:r>
          </a:p>
        </p:txBody>
      </p:sp>
      <p:sp>
        <p:nvSpPr>
          <p:cNvPr id="8" name="Copyrights 2018  ©Petdoc.  All Rights Reserved.">
            <a:extLst>
              <a:ext uri="{FF2B5EF4-FFF2-40B4-BE49-F238E27FC236}">
                <a16:creationId xmlns:a16="http://schemas.microsoft.com/office/drawing/2014/main" id="{FD2F9934-9D0C-4E19-AE89-48CB9973F4AD}"/>
              </a:ext>
            </a:extLst>
          </p:cNvPr>
          <p:cNvSpPr txBox="1"/>
          <p:nvPr userDrawn="1"/>
        </p:nvSpPr>
        <p:spPr>
          <a:xfrm>
            <a:off x="5175792" y="6454032"/>
            <a:ext cx="1936428" cy="110351"/>
          </a:xfrm>
          <a:prstGeom prst="rect">
            <a:avLst/>
          </a:prstGeom>
          <a:ln w="3175">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defTabSz="503766">
              <a:lnSpc>
                <a:spcPct val="130000"/>
              </a:lnSpc>
              <a:defRPr sz="500">
                <a:solidFill>
                  <a:srgbClr val="AFA19E"/>
                </a:solidFill>
                <a:latin typeface="SF Pro Text Regular"/>
                <a:ea typeface="SF Pro Text Regular"/>
                <a:cs typeface="SF Pro Text Regular"/>
                <a:sym typeface="SF Pro Text Regular"/>
              </a:defRPr>
            </a:lvl1pPr>
          </a:lstStyle>
          <a:p>
            <a:r>
              <a:rPr sz="600" dirty="0">
                <a:solidFill>
                  <a:srgbClr val="8D95A0"/>
                </a:solidFill>
              </a:rPr>
              <a:t>Copyrights 201</a:t>
            </a:r>
            <a:r>
              <a:rPr lang="en-US" altLang="ko-KR" sz="600" dirty="0">
                <a:solidFill>
                  <a:srgbClr val="8D95A0"/>
                </a:solidFill>
              </a:rPr>
              <a:t>9</a:t>
            </a:r>
            <a:r>
              <a:rPr sz="600" dirty="0">
                <a:solidFill>
                  <a:srgbClr val="8D95A0"/>
                </a:solidFill>
              </a:rPr>
              <a:t>  ©</a:t>
            </a:r>
            <a:r>
              <a:rPr lang="en-US" altLang="ko-KR" sz="600" dirty="0">
                <a:solidFill>
                  <a:srgbClr val="8D95A0"/>
                </a:solidFill>
              </a:rPr>
              <a:t> </a:t>
            </a:r>
            <a:r>
              <a:rPr lang="en-US" altLang="ko-KR" sz="600" dirty="0">
                <a:solidFill>
                  <a:schemeClr val="bg2">
                    <a:lumMod val="50000"/>
                  </a:schemeClr>
                </a:solidFill>
              </a:rPr>
              <a:t>Your company name</a:t>
            </a:r>
            <a:r>
              <a:rPr sz="600" dirty="0">
                <a:solidFill>
                  <a:srgbClr val="8D95A0"/>
                </a:solidFill>
              </a:rPr>
              <a:t>.  All Rights Reserved.</a:t>
            </a:r>
          </a:p>
        </p:txBody>
      </p:sp>
      <p:sp>
        <p:nvSpPr>
          <p:cNvPr id="9" name="This report contains information that is confidential and proprietary to petdoc and is solely for the use of Petdoc personnel. No part of it may be used, circulated, quoted, or reproduced for distribution outside…">
            <a:extLst>
              <a:ext uri="{FF2B5EF4-FFF2-40B4-BE49-F238E27FC236}">
                <a16:creationId xmlns:a16="http://schemas.microsoft.com/office/drawing/2014/main" id="{04047FE0-99CA-4A25-A7D8-E3A981F3FFF0}"/>
              </a:ext>
            </a:extLst>
          </p:cNvPr>
          <p:cNvSpPr txBox="1"/>
          <p:nvPr userDrawn="1"/>
        </p:nvSpPr>
        <p:spPr>
          <a:xfrm>
            <a:off x="2847515" y="6115648"/>
            <a:ext cx="6496971" cy="230384"/>
          </a:xfrm>
          <a:prstGeom prst="rect">
            <a:avLst/>
          </a:prstGeom>
          <a:ln w="3175">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a:spAutoFit/>
          </a:bodyPr>
          <a:lstStyle/>
          <a:p>
            <a:pPr algn="ctr" defTabSz="503766">
              <a:lnSpc>
                <a:spcPct val="130000"/>
              </a:lnSpc>
              <a:defRPr sz="500">
                <a:solidFill>
                  <a:srgbClr val="AFA19E"/>
                </a:solidFill>
                <a:latin typeface="SF Pro Text Regular"/>
                <a:ea typeface="SF Pro Text Regular"/>
                <a:cs typeface="SF Pro Text Regular"/>
                <a:sym typeface="SF Pro Text Regular"/>
              </a:defRPr>
            </a:pPr>
            <a:r>
              <a:rPr sz="600" dirty="0">
                <a:solidFill>
                  <a:srgbClr val="8D95A0"/>
                </a:solidFill>
              </a:rPr>
              <a:t>This report contains information that is confidential and proprietary to petdoc and is solely for the use of Petdoc personnel. No part of it may be used, circulated, quoted, or reproduced for distribution outside</a:t>
            </a:r>
            <a:endParaRPr lang="en-US" sz="600" dirty="0">
              <a:solidFill>
                <a:srgbClr val="8D95A0"/>
              </a:solidFill>
            </a:endParaRPr>
          </a:p>
          <a:p>
            <a:pPr algn="ctr" defTabSz="503766">
              <a:lnSpc>
                <a:spcPct val="130000"/>
              </a:lnSpc>
              <a:defRPr sz="500">
                <a:solidFill>
                  <a:srgbClr val="AFA19E"/>
                </a:solidFill>
                <a:latin typeface="SF Pro Text Regular"/>
                <a:ea typeface="SF Pro Text Regular"/>
                <a:cs typeface="SF Pro Text Regular"/>
                <a:sym typeface="SF Pro Text Regular"/>
              </a:defRPr>
            </a:pPr>
            <a:r>
              <a:rPr lang="en-US" sz="600" dirty="0">
                <a:solidFill>
                  <a:schemeClr val="bg2">
                    <a:lumMod val="50000"/>
                  </a:schemeClr>
                </a:solidFill>
              </a:rPr>
              <a:t>Your company name</a:t>
            </a:r>
            <a:r>
              <a:rPr lang="en-US" sz="600" dirty="0">
                <a:solidFill>
                  <a:srgbClr val="8D95A0"/>
                </a:solidFill>
              </a:rPr>
              <a:t>. If you are not the intended recipient of this report, you are hereby notified that the use, circulation, quoting, or reproducing of this report is strictly prohibited and may be unlawful.</a:t>
            </a:r>
          </a:p>
        </p:txBody>
      </p:sp>
      <p:sp>
        <p:nvSpPr>
          <p:cNvPr id="13" name="Confidential">
            <a:extLst>
              <a:ext uri="{FF2B5EF4-FFF2-40B4-BE49-F238E27FC236}">
                <a16:creationId xmlns:a16="http://schemas.microsoft.com/office/drawing/2014/main" id="{26B85E55-A23B-4282-B1C2-26BA012C5C07}"/>
              </a:ext>
            </a:extLst>
          </p:cNvPr>
          <p:cNvSpPr/>
          <p:nvPr userDrawn="1"/>
        </p:nvSpPr>
        <p:spPr>
          <a:xfrm>
            <a:off x="5492572" y="3249263"/>
            <a:ext cx="1302868" cy="359473"/>
          </a:xfrm>
          <a:prstGeom prst="rect">
            <a:avLst/>
          </a:prstGeom>
          <a:solidFill>
            <a:srgbClr val="FF5A5C"/>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7782" tIns="37782" rIns="37782" bIns="37782" anchor="ctr"/>
          <a:lstStyle>
            <a:lvl1pPr algn="ctr">
              <a:defRPr sz="1100" i="1">
                <a:solidFill>
                  <a:srgbClr val="FFFFFF"/>
                </a:solidFill>
                <a:latin typeface="SF Pro Text Medium"/>
                <a:ea typeface="SF Pro Text Medium"/>
                <a:cs typeface="SF Pro Text Medium"/>
                <a:sym typeface="SF Pro Text Medium"/>
              </a:defRPr>
            </a:lvl1pPr>
          </a:lstStyle>
          <a:p>
            <a:r>
              <a:rPr i="0" dirty="0"/>
              <a:t>Confidential</a:t>
            </a:r>
          </a:p>
        </p:txBody>
      </p:sp>
    </p:spTree>
    <p:extLst>
      <p:ext uri="{BB962C8B-B14F-4D97-AF65-F5344CB8AC3E}">
        <p14:creationId xmlns:p14="http://schemas.microsoft.com/office/powerpoint/2010/main" val="170183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ummary">
    <p:spTree>
      <p:nvGrpSpPr>
        <p:cNvPr id="1" name=""/>
        <p:cNvGrpSpPr/>
        <p:nvPr/>
      </p:nvGrpSpPr>
      <p:grpSpPr>
        <a:xfrm>
          <a:off x="0" y="0"/>
          <a:ext cx="0" cy="0"/>
          <a:chOff x="0" y="0"/>
          <a:chExt cx="0" cy="0"/>
        </a:xfrm>
      </p:grpSpPr>
      <p:graphicFrame>
        <p:nvGraphicFramePr>
          <p:cNvPr id="4" name="표 3">
            <a:extLst>
              <a:ext uri="{FF2B5EF4-FFF2-40B4-BE49-F238E27FC236}">
                <a16:creationId xmlns:a16="http://schemas.microsoft.com/office/drawing/2014/main" id="{B42A6570-5196-43DE-85B2-428460B9C59C}"/>
              </a:ext>
            </a:extLst>
          </p:cNvPr>
          <p:cNvGraphicFramePr>
            <a:graphicFrameLocks noGrp="1"/>
          </p:cNvGraphicFramePr>
          <p:nvPr userDrawn="1">
            <p:extLst>
              <p:ext uri="{D42A27DB-BD31-4B8C-83A1-F6EECF244321}">
                <p14:modId xmlns:p14="http://schemas.microsoft.com/office/powerpoint/2010/main" val="1661613928"/>
              </p:ext>
            </p:extLst>
          </p:nvPr>
        </p:nvGraphicFramePr>
        <p:xfrm>
          <a:off x="431372" y="495402"/>
          <a:ext cx="10570691" cy="487680"/>
        </p:xfrm>
        <a:graphic>
          <a:graphicData uri="http://schemas.openxmlformats.org/drawingml/2006/table">
            <a:tbl>
              <a:tblPr firstRow="1" bandRow="1">
                <a:tableStyleId>{5C22544A-7EE6-4342-B048-85BDC9FD1C3A}</a:tableStyleId>
              </a:tblPr>
              <a:tblGrid>
                <a:gridCol w="10570691">
                  <a:extLst>
                    <a:ext uri="{9D8B030D-6E8A-4147-A177-3AD203B41FA5}">
                      <a16:colId xmlns:a16="http://schemas.microsoft.com/office/drawing/2014/main" val="20000"/>
                    </a:ext>
                  </a:extLst>
                </a:gridCol>
              </a:tblGrid>
              <a:tr h="487680">
                <a:tc>
                  <a:txBody>
                    <a:bodyPr/>
                    <a:lstStyle/>
                    <a:p>
                      <a:pPr latinLnBrk="1"/>
                      <a:endParaRPr lang="ko-KR" altLang="en-US" sz="2400" dirty="0"/>
                    </a:p>
                  </a:txBody>
                  <a:tcPr marL="121920" marR="121920" marT="60960" marB="60960">
                    <a:lnL w="3175" cap="flat" cmpd="sng" algn="ctr">
                      <a:solidFill>
                        <a:schemeClr val="bg1">
                          <a:lumMod val="85000"/>
                        </a:schemeClr>
                      </a:solidFill>
                      <a:prstDash val="solid"/>
                      <a:round/>
                      <a:headEnd type="none" w="med" len="med"/>
                      <a:tailEnd type="none" w="med" len="med"/>
                    </a:lnL>
                    <a:lnR w="3175" cap="flat" cmpd="sng" algn="ctr">
                      <a:noFill/>
                      <a:prstDash val="sysDot"/>
                      <a:round/>
                      <a:headEnd type="none" w="med" len="med"/>
                      <a:tailEnd type="none" w="med" len="med"/>
                    </a:lnR>
                    <a:lnT w="3175" cap="flat" cmpd="sng" algn="ctr">
                      <a:noFill/>
                      <a:prstDash val="sysDot"/>
                      <a:round/>
                      <a:headEnd type="none" w="med" len="med"/>
                      <a:tailEnd type="none" w="med" len="med"/>
                    </a:lnT>
                    <a:lnB w="3175"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5" name="제목 개체 틀 9">
            <a:extLst>
              <a:ext uri="{FF2B5EF4-FFF2-40B4-BE49-F238E27FC236}">
                <a16:creationId xmlns:a16="http://schemas.microsoft.com/office/drawing/2014/main" id="{45E6D0DC-F064-4EBA-906A-BF1306784A62}"/>
              </a:ext>
            </a:extLst>
          </p:cNvPr>
          <p:cNvSpPr>
            <a:spLocks noGrp="1"/>
          </p:cNvSpPr>
          <p:nvPr>
            <p:ph type="title" hasCustomPrompt="1"/>
          </p:nvPr>
        </p:nvSpPr>
        <p:spPr>
          <a:xfrm>
            <a:off x="452672" y="371730"/>
            <a:ext cx="11425269" cy="611352"/>
          </a:xfrm>
          <a:prstGeom prst="rect">
            <a:avLst/>
          </a:prstGeom>
        </p:spPr>
        <p:txBody>
          <a:bodyPr vert="horz" lIns="91440" tIns="45720" rIns="91440" bIns="45720" rtlCol="0" anchor="ctr">
            <a:noAutofit/>
          </a:bodyPr>
          <a:lstStyle>
            <a:lvl1pPr>
              <a:defRPr sz="2800">
                <a:solidFill>
                  <a:schemeClr val="tx1"/>
                </a:solidFill>
              </a:defRPr>
            </a:lvl1pPr>
          </a:lstStyle>
          <a:p>
            <a:r>
              <a:rPr lang="ko-KR" altLang="en-US" dirty="0"/>
              <a:t>자유양식 페이지</a:t>
            </a:r>
          </a:p>
        </p:txBody>
      </p:sp>
    </p:spTree>
    <p:extLst>
      <p:ext uri="{BB962C8B-B14F-4D97-AF65-F5344CB8AC3E}">
        <p14:creationId xmlns:p14="http://schemas.microsoft.com/office/powerpoint/2010/main" val="2156045409"/>
      </p:ext>
    </p:extLst>
  </p:cSld>
  <p:clrMapOvr>
    <a:masterClrMapping/>
  </p:clrMapOvr>
  <p:hf hdr="0" ftr="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사용자 지정 레이아웃">
    <p:spTree>
      <p:nvGrpSpPr>
        <p:cNvPr id="1" name=""/>
        <p:cNvGrpSpPr/>
        <p:nvPr/>
      </p:nvGrpSpPr>
      <p:grpSpPr>
        <a:xfrm>
          <a:off x="0" y="0"/>
          <a:ext cx="0" cy="0"/>
          <a:chOff x="0" y="0"/>
          <a:chExt cx="0" cy="0"/>
        </a:xfrm>
      </p:grpSpPr>
      <p:sp>
        <p:nvSpPr>
          <p:cNvPr id="4" name="제목 개체 틀 9"/>
          <p:cNvSpPr>
            <a:spLocks noGrp="1"/>
          </p:cNvSpPr>
          <p:nvPr>
            <p:ph type="title" hasCustomPrompt="1"/>
          </p:nvPr>
        </p:nvSpPr>
        <p:spPr>
          <a:xfrm>
            <a:off x="431372" y="2286628"/>
            <a:ext cx="11425269" cy="849577"/>
          </a:xfrm>
          <a:prstGeom prst="rect">
            <a:avLst/>
          </a:prstGeom>
        </p:spPr>
        <p:txBody>
          <a:bodyPr vert="horz" lIns="91440" tIns="45720" rIns="91440" bIns="45720" rtlCol="0" anchor="ctr">
            <a:noAutofit/>
          </a:bodyPr>
          <a:lstStyle>
            <a:lvl1pPr algn="ctr">
              <a:defRPr sz="2800" baseline="0">
                <a:solidFill>
                  <a:schemeClr val="tx1"/>
                </a:solidFill>
              </a:defRPr>
            </a:lvl1pPr>
          </a:lstStyle>
          <a:p>
            <a:r>
              <a:rPr lang="ko-KR" altLang="en-US" dirty="0"/>
              <a:t>메뉴 그룹 타이틀 명 작성</a:t>
            </a:r>
          </a:p>
        </p:txBody>
      </p:sp>
      <p:cxnSp>
        <p:nvCxnSpPr>
          <p:cNvPr id="6" name="직선 연결선 5"/>
          <p:cNvCxnSpPr/>
          <p:nvPr userDrawn="1"/>
        </p:nvCxnSpPr>
        <p:spPr>
          <a:xfrm>
            <a:off x="1687374" y="3236979"/>
            <a:ext cx="8953804"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0" name="직선 연결선 9"/>
          <p:cNvCxnSpPr/>
          <p:nvPr userDrawn="1"/>
        </p:nvCxnSpPr>
        <p:spPr>
          <a:xfrm>
            <a:off x="1687374" y="2180861"/>
            <a:ext cx="8953804"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 name="텍스트 개체 틀 18"/>
          <p:cNvSpPr>
            <a:spLocks noGrp="1"/>
          </p:cNvSpPr>
          <p:nvPr>
            <p:ph type="body" sz="quarter" idx="10" hasCustomPrompt="1"/>
          </p:nvPr>
        </p:nvSpPr>
        <p:spPr>
          <a:xfrm>
            <a:off x="1687373" y="3332989"/>
            <a:ext cx="8953804" cy="672075"/>
          </a:xfrm>
          <a:prstGeom prst="rect">
            <a:avLst/>
          </a:prstGeom>
        </p:spPr>
        <p:txBody>
          <a:bodyPr anchor="t" anchorCtr="0"/>
          <a:lstStyle>
            <a:lvl1pPr algn="ctr">
              <a:defRPr sz="900" baseline="0">
                <a:solidFill>
                  <a:schemeClr val="bg1">
                    <a:lumMod val="50000"/>
                  </a:schemeClr>
                </a:solidFill>
              </a:defRPr>
            </a:lvl1pPr>
          </a:lstStyle>
          <a:p>
            <a:pPr lvl="0"/>
            <a:r>
              <a:rPr lang="ko-KR" altLang="en-US" dirty="0"/>
              <a:t>메뉴 그룹 하위 </a:t>
            </a:r>
            <a:r>
              <a:rPr lang="en-US" altLang="ko-KR" dirty="0"/>
              <a:t>Depth</a:t>
            </a:r>
            <a:r>
              <a:rPr lang="ko-KR" altLang="en-US" dirty="0"/>
              <a:t>에 대한 개략적인 수록내용 서술</a:t>
            </a:r>
            <a:r>
              <a:rPr lang="en-US" altLang="ko-KR" dirty="0"/>
              <a:t>.</a:t>
            </a:r>
            <a:endParaRPr lang="ko-KR" altLang="en-US" dirty="0"/>
          </a:p>
        </p:txBody>
      </p:sp>
    </p:spTree>
    <p:extLst>
      <p:ext uri="{BB962C8B-B14F-4D97-AF65-F5344CB8AC3E}">
        <p14:creationId xmlns:p14="http://schemas.microsoft.com/office/powerpoint/2010/main" val="19503024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Description">
    <p:spTree>
      <p:nvGrpSpPr>
        <p:cNvPr id="1" name=""/>
        <p:cNvGrpSpPr/>
        <p:nvPr/>
      </p:nvGrpSpPr>
      <p:grpSpPr>
        <a:xfrm>
          <a:off x="0" y="0"/>
          <a:ext cx="0" cy="0"/>
          <a:chOff x="0" y="0"/>
          <a:chExt cx="0" cy="0"/>
        </a:xfrm>
      </p:grpSpPr>
      <p:graphicFrame>
        <p:nvGraphicFramePr>
          <p:cNvPr id="2" name="표 1"/>
          <p:cNvGraphicFramePr>
            <a:graphicFrameLocks noGrp="1"/>
          </p:cNvGraphicFramePr>
          <p:nvPr userDrawn="1">
            <p:extLst>
              <p:ext uri="{D42A27DB-BD31-4B8C-83A1-F6EECF244321}">
                <p14:modId xmlns:p14="http://schemas.microsoft.com/office/powerpoint/2010/main" val="3247006672"/>
              </p:ext>
            </p:extLst>
          </p:nvPr>
        </p:nvGraphicFramePr>
        <p:xfrm>
          <a:off x="47328" y="60081"/>
          <a:ext cx="12095665" cy="6399685"/>
        </p:xfrm>
        <a:graphic>
          <a:graphicData uri="http://schemas.openxmlformats.org/drawingml/2006/table">
            <a:tbl>
              <a:tblPr firstRow="1" bandRow="1">
                <a:tableStyleId>{5C22544A-7EE6-4342-B048-85BDC9FD1C3A}</a:tableStyleId>
              </a:tblPr>
              <a:tblGrid>
                <a:gridCol w="1152128">
                  <a:extLst>
                    <a:ext uri="{9D8B030D-6E8A-4147-A177-3AD203B41FA5}">
                      <a16:colId xmlns:a16="http://schemas.microsoft.com/office/drawing/2014/main" val="20000"/>
                    </a:ext>
                  </a:extLst>
                </a:gridCol>
                <a:gridCol w="2976331">
                  <a:extLst>
                    <a:ext uri="{9D8B030D-6E8A-4147-A177-3AD203B41FA5}">
                      <a16:colId xmlns:a16="http://schemas.microsoft.com/office/drawing/2014/main" val="20001"/>
                    </a:ext>
                  </a:extLst>
                </a:gridCol>
                <a:gridCol w="1055397">
                  <a:extLst>
                    <a:ext uri="{9D8B030D-6E8A-4147-A177-3AD203B41FA5}">
                      <a16:colId xmlns:a16="http://schemas.microsoft.com/office/drawing/2014/main" val="20002"/>
                    </a:ext>
                  </a:extLst>
                </a:gridCol>
                <a:gridCol w="3361093">
                  <a:extLst>
                    <a:ext uri="{9D8B030D-6E8A-4147-A177-3AD203B41FA5}">
                      <a16:colId xmlns:a16="http://schemas.microsoft.com/office/drawing/2014/main" val="20003"/>
                    </a:ext>
                  </a:extLst>
                </a:gridCol>
                <a:gridCol w="2370770">
                  <a:extLst>
                    <a:ext uri="{9D8B030D-6E8A-4147-A177-3AD203B41FA5}">
                      <a16:colId xmlns:a16="http://schemas.microsoft.com/office/drawing/2014/main" val="20004"/>
                    </a:ext>
                  </a:extLst>
                </a:gridCol>
                <a:gridCol w="555955">
                  <a:extLst>
                    <a:ext uri="{9D8B030D-6E8A-4147-A177-3AD203B41FA5}">
                      <a16:colId xmlns:a16="http://schemas.microsoft.com/office/drawing/2014/main" val="20006"/>
                    </a:ext>
                  </a:extLst>
                </a:gridCol>
                <a:gridCol w="623991">
                  <a:extLst>
                    <a:ext uri="{9D8B030D-6E8A-4147-A177-3AD203B41FA5}">
                      <a16:colId xmlns:a16="http://schemas.microsoft.com/office/drawing/2014/main" val="20007"/>
                    </a:ext>
                  </a:extLst>
                </a:gridCol>
              </a:tblGrid>
              <a:tr h="0">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1000" baseline="0" dirty="0">
                          <a:solidFill>
                            <a:schemeClr val="tx1"/>
                          </a:solidFill>
                          <a:latin typeface="+mn-ea"/>
                          <a:ea typeface="+mn-ea"/>
                        </a:rPr>
                        <a:t>Page Title.</a:t>
                      </a:r>
                      <a:endParaRPr lang="ko-KR" altLang="en-US" sz="1000" dirty="0">
                        <a:solidFill>
                          <a:schemeClr val="tx1"/>
                        </a:solidFill>
                        <a:latin typeface="+mn-ea"/>
                        <a:ea typeface="+mn-ea"/>
                      </a:endParaRPr>
                    </a:p>
                  </a:txBody>
                  <a:tcPr marL="121920" marR="121920" marT="60960" marB="60960" anchor="ctr">
                    <a:lnB w="317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1000" dirty="0">
                        <a:solidFill>
                          <a:schemeClr val="tx1"/>
                        </a:solidFill>
                        <a:latin typeface="+mn-ea"/>
                        <a:ea typeface="+mn-ea"/>
                      </a:endParaRPr>
                    </a:p>
                  </a:txBody>
                  <a:tcPr marL="121920" marR="121920" marT="60960" marB="60960" anchor="ctr">
                    <a:lnB w="3175" cap="flat" cmpd="sng" algn="ctr">
                      <a:solidFill>
                        <a:schemeClr val="bg1">
                          <a:lumMod val="85000"/>
                        </a:schemeClr>
                      </a:solidFill>
                      <a:prstDash val="solid"/>
                      <a:round/>
                      <a:headEnd type="none" w="med" len="med"/>
                      <a:tailEnd type="none" w="med" len="med"/>
                    </a:lnB>
                    <a:noFill/>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1000" baseline="0" dirty="0">
                          <a:solidFill>
                            <a:schemeClr val="tx1"/>
                          </a:solidFill>
                          <a:latin typeface="+mn-ea"/>
                          <a:ea typeface="+mn-ea"/>
                        </a:rPr>
                        <a:t>Group Title.</a:t>
                      </a:r>
                      <a:endParaRPr lang="ko-KR" altLang="en-US" sz="1000" dirty="0">
                        <a:solidFill>
                          <a:schemeClr val="tx1"/>
                        </a:solidFill>
                        <a:latin typeface="+mn-ea"/>
                        <a:ea typeface="+mn-ea"/>
                      </a:endParaRPr>
                    </a:p>
                  </a:txBody>
                  <a:tcPr marL="121920" marR="121920" marT="60960" marB="60960" anchor="ctr">
                    <a:lnB w="317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latinLnBrk="1"/>
                      <a:endParaRPr lang="ko-KR" altLang="en-US" sz="1000" dirty="0">
                        <a:solidFill>
                          <a:schemeClr val="tx1"/>
                        </a:solidFill>
                        <a:latin typeface="+mn-ea"/>
                        <a:ea typeface="+mn-ea"/>
                      </a:endParaRPr>
                    </a:p>
                  </a:txBody>
                  <a:tcPr marL="121920" marR="121920" marT="60960" marB="60960" anchor="ctr">
                    <a:lnR w="3175" cap="flat" cmpd="sng" algn="ctr">
                      <a:solidFill>
                        <a:schemeClr val="bg1">
                          <a:lumMod val="85000"/>
                        </a:schemeClr>
                      </a:solidFill>
                      <a:prstDash val="solid"/>
                      <a:round/>
                      <a:headEnd type="none" w="med" len="med"/>
                      <a:tailEnd type="none" w="med" len="med"/>
                    </a:lnR>
                    <a:lnB w="3175" cap="flat" cmpd="sng" algn="ctr">
                      <a:solidFill>
                        <a:schemeClr val="bg1">
                          <a:lumMod val="85000"/>
                        </a:schemeClr>
                      </a:solidFill>
                      <a:prstDash val="solid"/>
                      <a:round/>
                      <a:headEnd type="none" w="med" len="med"/>
                      <a:tailEnd type="none" w="med" len="med"/>
                    </a:lnB>
                    <a:noFill/>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1000" b="1" dirty="0">
                          <a:solidFill>
                            <a:schemeClr val="tx1"/>
                          </a:solidFill>
                          <a:latin typeface="+mn-ea"/>
                          <a:ea typeface="+mn-ea"/>
                        </a:rPr>
                        <a:t>Description.</a:t>
                      </a:r>
                      <a:endParaRPr lang="ko-KR" altLang="en-US" sz="1000" b="1" dirty="0">
                        <a:solidFill>
                          <a:schemeClr val="tx1"/>
                        </a:solidFill>
                        <a:latin typeface="+mn-ea"/>
                        <a:ea typeface="+mn-ea"/>
                      </a:endParaRPr>
                    </a:p>
                  </a:txBody>
                  <a:tcPr marL="121920" marR="121920" marT="60960" marB="60960" anchor="ctr">
                    <a:lnL w="3175" cap="flat" cmpd="sng" algn="ctr">
                      <a:solidFill>
                        <a:schemeClr val="bg1">
                          <a:lumMod val="85000"/>
                        </a:schemeClr>
                      </a:solidFill>
                      <a:prstDash val="solid"/>
                      <a:round/>
                      <a:headEnd type="none" w="med" len="med"/>
                      <a:tailEnd type="none" w="med" len="med"/>
                    </a:lnL>
                    <a:lnB w="317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1000" dirty="0">
                          <a:solidFill>
                            <a:schemeClr val="tx1"/>
                          </a:solidFill>
                          <a:latin typeface="+mn-ea"/>
                          <a:ea typeface="+mn-ea"/>
                        </a:rPr>
                        <a:t>Page.</a:t>
                      </a:r>
                      <a:endParaRPr lang="ko-KR" altLang="en-US" sz="1000" dirty="0">
                        <a:solidFill>
                          <a:schemeClr val="tx1"/>
                        </a:solidFill>
                        <a:latin typeface="+mn-ea"/>
                        <a:ea typeface="+mn-ea"/>
                      </a:endParaRPr>
                    </a:p>
                  </a:txBody>
                  <a:tcPr marL="121920" marR="121920" marT="60960" marB="60960" anchor="ctr">
                    <a:lnB w="3175" cap="flat" cmpd="sng" algn="ctr">
                      <a:solidFill>
                        <a:schemeClr val="bg1">
                          <a:lumMod val="85000"/>
                        </a:schemeClr>
                      </a:solidFill>
                      <a:prstDash val="solid"/>
                      <a:round/>
                      <a:headEnd type="none" w="med" len="med"/>
                      <a:tailEnd type="none" w="med" len="med"/>
                    </a:lnB>
                    <a:solidFill>
                      <a:schemeClr val="bg1">
                        <a:lumMod val="95000"/>
                      </a:schemeClr>
                    </a:solidFill>
                  </a:tcPr>
                </a:tc>
                <a:tc>
                  <a:txBody>
                    <a:bodyPr/>
                    <a:lstStyle/>
                    <a:p>
                      <a:pPr marL="0" marR="0" indent="0" algn="r" defTabSz="914400" rtl="0" eaLnBrk="1" fontAlgn="auto" latinLnBrk="1" hangingPunct="1">
                        <a:lnSpc>
                          <a:spcPct val="100000"/>
                        </a:lnSpc>
                        <a:spcBef>
                          <a:spcPts val="0"/>
                        </a:spcBef>
                        <a:spcAft>
                          <a:spcPts val="0"/>
                        </a:spcAft>
                        <a:buClrTx/>
                        <a:buSzTx/>
                        <a:buFontTx/>
                        <a:buNone/>
                        <a:tabLst/>
                        <a:defRPr/>
                      </a:pPr>
                      <a:endParaRPr lang="ko-KR" altLang="en-US" sz="1200" dirty="0">
                        <a:solidFill>
                          <a:schemeClr val="tx1"/>
                        </a:solidFill>
                        <a:latin typeface="+mn-ea"/>
                        <a:ea typeface="+mn-ea"/>
                      </a:endParaRPr>
                    </a:p>
                  </a:txBody>
                  <a:tcPr marL="121920" marR="121920" marT="60960" marB="60960" anchor="ctr">
                    <a:lnB w="3175"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0000"/>
                  </a:ext>
                </a:extLst>
              </a:tr>
              <a:tr h="6094885">
                <a:tc gridSpan="4">
                  <a:txBody>
                    <a:bodyPr/>
                    <a:lstStyle/>
                    <a:p>
                      <a:pPr marL="0" marR="0" indent="0" algn="l" defTabSz="914400" rtl="0" eaLnBrk="1" fontAlgn="auto" latinLnBrk="1" hangingPunct="1">
                        <a:lnSpc>
                          <a:spcPct val="100000"/>
                        </a:lnSpc>
                        <a:spcBef>
                          <a:spcPts val="0"/>
                        </a:spcBef>
                        <a:spcAft>
                          <a:spcPts val="0"/>
                        </a:spcAft>
                        <a:buClrTx/>
                        <a:buSzTx/>
                        <a:buFontTx/>
                        <a:buNone/>
                        <a:tabLst/>
                        <a:defRPr/>
                      </a:pPr>
                      <a:endParaRPr lang="ko-KR" altLang="en-US" sz="900" dirty="0">
                        <a:solidFill>
                          <a:schemeClr val="tx1"/>
                        </a:solidFill>
                        <a:latin typeface="+mn-ea"/>
                        <a:ea typeface="+mn-ea"/>
                      </a:endParaRPr>
                    </a:p>
                  </a:txBody>
                  <a:tcPr anchor="ctr">
                    <a:lnR w="3175" cap="flat" cmpd="sng" algn="ctr">
                      <a:solidFill>
                        <a:schemeClr val="bg1">
                          <a:lumMod val="85000"/>
                        </a:schemeClr>
                      </a:solidFill>
                      <a:prstDash val="solid"/>
                      <a:round/>
                      <a:headEnd type="none" w="med" len="med"/>
                      <a:tailEnd type="none" w="med" len="med"/>
                    </a:lnR>
                    <a:lnT w="3175" cap="flat" cmpd="sng" algn="ctr">
                      <a:solidFill>
                        <a:schemeClr val="bg1">
                          <a:lumMod val="85000"/>
                        </a:schemeClr>
                      </a:solidFill>
                      <a:prstDash val="solid"/>
                      <a:round/>
                      <a:headEnd type="none" w="med" len="med"/>
                      <a:tailEnd type="none" w="med" len="med"/>
                    </a:lnT>
                    <a:noFill/>
                  </a:tcPr>
                </a:tc>
                <a:tc hMerge="1">
                  <a:txBody>
                    <a:bodyPr/>
                    <a:lstStyle/>
                    <a:p>
                      <a:pPr latinLnBrk="1"/>
                      <a:endParaRPr lang="ko-KR" altLang="en-US" sz="900" dirty="0">
                        <a:solidFill>
                          <a:schemeClr val="tx1"/>
                        </a:solidFill>
                        <a:latin typeface="+mn-ea"/>
                        <a:ea typeface="+mn-ea"/>
                      </a:endParaRPr>
                    </a:p>
                  </a:txBody>
                  <a:tcPr anchor="ctr">
                    <a:solidFill>
                      <a:schemeClr val="bg1">
                        <a:lumMod val="95000"/>
                      </a:schemeClr>
                    </a:solidFill>
                  </a:tcPr>
                </a:tc>
                <a:tc hMerge="1">
                  <a:txBody>
                    <a:bodyPr/>
                    <a:lstStyle/>
                    <a:p>
                      <a:pPr marL="0" marR="0" indent="0" algn="l" defTabSz="914400" rtl="0" eaLnBrk="1" fontAlgn="auto" latinLnBrk="1" hangingPunct="1">
                        <a:lnSpc>
                          <a:spcPct val="100000"/>
                        </a:lnSpc>
                        <a:spcBef>
                          <a:spcPts val="0"/>
                        </a:spcBef>
                        <a:spcAft>
                          <a:spcPts val="0"/>
                        </a:spcAft>
                        <a:buClrTx/>
                        <a:buSzTx/>
                        <a:buFontTx/>
                        <a:buNone/>
                        <a:tabLst/>
                        <a:defRPr/>
                      </a:pPr>
                      <a:endParaRPr lang="ko-KR" altLang="en-US" sz="900" dirty="0">
                        <a:solidFill>
                          <a:schemeClr val="tx1"/>
                        </a:solidFill>
                        <a:latin typeface="+mn-ea"/>
                        <a:ea typeface="+mn-ea"/>
                      </a:endParaRPr>
                    </a:p>
                  </a:txBody>
                  <a:tcPr anchor="ctr">
                    <a:solidFill>
                      <a:schemeClr val="bg1">
                        <a:lumMod val="95000"/>
                      </a:schemeClr>
                    </a:solidFill>
                  </a:tcPr>
                </a:tc>
                <a:tc hMerge="1">
                  <a:txBody>
                    <a:bodyPr/>
                    <a:lstStyle/>
                    <a:p>
                      <a:pPr latinLnBrk="1"/>
                      <a:endParaRPr lang="ko-KR" altLang="en-US" sz="900" dirty="0">
                        <a:solidFill>
                          <a:schemeClr val="tx1"/>
                        </a:solidFill>
                        <a:latin typeface="+mn-ea"/>
                        <a:ea typeface="+mn-ea"/>
                      </a:endParaRPr>
                    </a:p>
                  </a:txBody>
                  <a:tcPr anchor="ctr">
                    <a:solidFill>
                      <a:schemeClr val="bg1">
                        <a:lumMod val="95000"/>
                      </a:schemeClr>
                    </a:solidFill>
                  </a:tcPr>
                </a:tc>
                <a:tc gridSpan="3">
                  <a:txBody>
                    <a:bodyPr/>
                    <a:lstStyle/>
                    <a:p>
                      <a:pPr marL="0" marR="0" indent="0" algn="l" defTabSz="914400" rtl="0" eaLnBrk="1" fontAlgn="auto" latinLnBrk="1" hangingPunct="1">
                        <a:lnSpc>
                          <a:spcPct val="100000"/>
                        </a:lnSpc>
                        <a:spcBef>
                          <a:spcPts val="0"/>
                        </a:spcBef>
                        <a:spcAft>
                          <a:spcPts val="0"/>
                        </a:spcAft>
                        <a:buClrTx/>
                        <a:buSzTx/>
                        <a:buFontTx/>
                        <a:buNone/>
                        <a:tabLst/>
                        <a:defRPr/>
                      </a:pPr>
                      <a:endParaRPr lang="ko-KR" altLang="en-US" sz="1200" dirty="0">
                        <a:solidFill>
                          <a:schemeClr val="tx1"/>
                        </a:solidFill>
                        <a:latin typeface="+mn-ea"/>
                        <a:ea typeface="+mn-ea"/>
                      </a:endParaRPr>
                    </a:p>
                  </a:txBody>
                  <a:tcPr marL="121920" marR="121920" marT="60960" marB="60960" anchor="ctr">
                    <a:lnL w="3175" cap="flat" cmpd="sng" algn="ctr">
                      <a:solidFill>
                        <a:schemeClr val="bg1">
                          <a:lumMod val="85000"/>
                        </a:schemeClr>
                      </a:solidFill>
                      <a:prstDash val="solid"/>
                      <a:round/>
                      <a:headEnd type="none" w="med" len="med"/>
                      <a:tailEnd type="none" w="med" len="med"/>
                    </a:lnL>
                    <a:lnT w="3175" cap="flat" cmpd="sng" algn="ctr">
                      <a:solidFill>
                        <a:schemeClr val="bg1">
                          <a:lumMod val="85000"/>
                        </a:schemeClr>
                      </a:solidFill>
                      <a:prstDash val="solid"/>
                      <a:round/>
                      <a:headEnd type="none" w="med" len="med"/>
                      <a:tailEnd type="none" w="med" len="med"/>
                    </a:lnT>
                    <a:noFill/>
                  </a:tcPr>
                </a:tc>
                <a:tc hMerge="1">
                  <a:txBody>
                    <a:bodyPr/>
                    <a:lstStyle/>
                    <a:p>
                      <a:pPr marL="0" marR="0" indent="0" algn="l" defTabSz="914400" rtl="0" eaLnBrk="1" fontAlgn="auto" latinLnBrk="1" hangingPunct="1">
                        <a:lnSpc>
                          <a:spcPct val="100000"/>
                        </a:lnSpc>
                        <a:spcBef>
                          <a:spcPts val="0"/>
                        </a:spcBef>
                        <a:spcAft>
                          <a:spcPts val="0"/>
                        </a:spcAft>
                        <a:buClrTx/>
                        <a:buSzTx/>
                        <a:buFontTx/>
                        <a:buNone/>
                        <a:tabLst/>
                        <a:defRPr/>
                      </a:pPr>
                      <a:endParaRPr lang="ko-KR" altLang="en-US" sz="900" dirty="0">
                        <a:solidFill>
                          <a:schemeClr val="tx1"/>
                        </a:solidFill>
                        <a:latin typeface="+mn-ea"/>
                        <a:ea typeface="+mn-ea"/>
                      </a:endParaRPr>
                    </a:p>
                  </a:txBody>
                  <a:tcPr anchor="ctr">
                    <a:solidFill>
                      <a:schemeClr val="bg1">
                        <a:lumMod val="95000"/>
                      </a:schemeClr>
                    </a:solidFill>
                  </a:tcPr>
                </a:tc>
                <a:tc hMerge="1">
                  <a:txBody>
                    <a:bodyPr/>
                    <a:lstStyle/>
                    <a:p>
                      <a:pPr marL="0" marR="0" indent="0" algn="l" defTabSz="914400" rtl="0" eaLnBrk="1" fontAlgn="auto" latinLnBrk="1" hangingPunct="1">
                        <a:lnSpc>
                          <a:spcPct val="100000"/>
                        </a:lnSpc>
                        <a:spcBef>
                          <a:spcPts val="0"/>
                        </a:spcBef>
                        <a:spcAft>
                          <a:spcPts val="0"/>
                        </a:spcAft>
                        <a:buClrTx/>
                        <a:buSzTx/>
                        <a:buFontTx/>
                        <a:buNone/>
                        <a:tabLst/>
                        <a:defRPr/>
                      </a:pPr>
                      <a:endParaRPr lang="ko-KR" altLang="en-US" sz="900" dirty="0">
                        <a:solidFill>
                          <a:schemeClr val="tx1"/>
                        </a:solidFill>
                        <a:latin typeface="+mn-ea"/>
                        <a:ea typeface="+mn-ea"/>
                      </a:endParaRPr>
                    </a:p>
                  </a:txBody>
                  <a:tcPr anchor="ctr">
                    <a:solidFill>
                      <a:schemeClr val="bg1">
                        <a:lumMod val="95000"/>
                      </a:schemeClr>
                    </a:solidFill>
                  </a:tcPr>
                </a:tc>
                <a:extLst>
                  <a:ext uri="{0D108BD9-81ED-4DB2-BD59-A6C34878D82A}">
                    <a16:rowId xmlns:a16="http://schemas.microsoft.com/office/drawing/2014/main" val="10002"/>
                  </a:ext>
                </a:extLst>
              </a:tr>
            </a:tbl>
          </a:graphicData>
        </a:graphic>
      </p:graphicFrame>
      <p:sp>
        <p:nvSpPr>
          <p:cNvPr id="22" name="텍스트 개체 틀 18"/>
          <p:cNvSpPr>
            <a:spLocks noGrp="1"/>
          </p:cNvSpPr>
          <p:nvPr>
            <p:ph type="body" sz="quarter" idx="10" hasCustomPrompt="1"/>
          </p:nvPr>
        </p:nvSpPr>
        <p:spPr>
          <a:xfrm>
            <a:off x="1199457" y="110748"/>
            <a:ext cx="2965331" cy="221025"/>
          </a:xfrm>
          <a:prstGeom prst="rect">
            <a:avLst/>
          </a:prstGeom>
        </p:spPr>
        <p:txBody>
          <a:bodyPr anchor="ctr" anchorCtr="0"/>
          <a:lstStyle>
            <a:lvl1pPr algn="l">
              <a:defRPr sz="900">
                <a:solidFill>
                  <a:schemeClr val="tx1">
                    <a:lumMod val="50000"/>
                    <a:lumOff val="50000"/>
                  </a:schemeClr>
                </a:solidFill>
                <a:latin typeface="+mn-ea"/>
                <a:ea typeface="+mn-ea"/>
              </a:defRPr>
            </a:lvl1pPr>
          </a:lstStyle>
          <a:p>
            <a:pPr lvl="0"/>
            <a:r>
              <a:rPr lang="ko-KR" altLang="en-US" dirty="0"/>
              <a:t>페이지 명 작성</a:t>
            </a:r>
          </a:p>
        </p:txBody>
      </p:sp>
      <p:sp>
        <p:nvSpPr>
          <p:cNvPr id="23" name="텍스트 개체 틀 18"/>
          <p:cNvSpPr>
            <a:spLocks noGrp="1"/>
          </p:cNvSpPr>
          <p:nvPr>
            <p:ph type="body" sz="quarter" idx="11" hasCustomPrompt="1"/>
          </p:nvPr>
        </p:nvSpPr>
        <p:spPr>
          <a:xfrm>
            <a:off x="5231904" y="110748"/>
            <a:ext cx="3329469" cy="221025"/>
          </a:xfrm>
          <a:prstGeom prst="rect">
            <a:avLst/>
          </a:prstGeom>
        </p:spPr>
        <p:txBody>
          <a:bodyPr anchor="ctr" anchorCtr="0"/>
          <a:lstStyle>
            <a:lvl1pPr algn="l">
              <a:defRPr sz="900">
                <a:solidFill>
                  <a:schemeClr val="tx1">
                    <a:lumMod val="50000"/>
                    <a:lumOff val="50000"/>
                  </a:schemeClr>
                </a:solidFill>
                <a:latin typeface="+mn-ea"/>
                <a:ea typeface="+mn-ea"/>
              </a:defRPr>
            </a:lvl1pPr>
          </a:lstStyle>
          <a:p>
            <a:pPr lvl="0"/>
            <a:r>
              <a:rPr lang="ko-KR" altLang="en-US" dirty="0"/>
              <a:t>그룹 타이틀 명 작성</a:t>
            </a:r>
          </a:p>
        </p:txBody>
      </p:sp>
    </p:spTree>
    <p:extLst>
      <p:ext uri="{BB962C8B-B14F-4D97-AF65-F5344CB8AC3E}">
        <p14:creationId xmlns:p14="http://schemas.microsoft.com/office/powerpoint/2010/main" val="237732076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52684482"/>
      </p:ext>
    </p:extLst>
  </p:cSld>
  <p:clrMap bg1="lt1" tx1="dk1" bg2="lt2" tx2="dk2" accent1="accent1" accent2="accent2" accent3="accent3" accent4="accent4" accent5="accent5" accent6="accent6" hlink="hlink" folHlink="folHlink"/>
  <p:sldLayoutIdLst>
    <p:sldLayoutId id="2147483649" r:id="rId1"/>
    <p:sldLayoutId id="2147483651" r:id="rId2"/>
    <p:sldLayoutId id="2147483665" r:id="rId3"/>
    <p:sldLayoutId id="2147483650" r:id="rId4"/>
  </p:sldLayoutIdLst>
  <p:hf hdr="0" ftr="0" dt="0"/>
  <p:txStyles>
    <p:titleStyle>
      <a:lvl1pPr algn="l" defTabSz="914400" rtl="0" eaLnBrk="1" latinLnBrk="1" hangingPunct="1">
        <a:spcBef>
          <a:spcPct val="0"/>
        </a:spcBef>
        <a:buNone/>
        <a:defRPr sz="3000" kern="1200">
          <a:solidFill>
            <a:schemeClr val="tx1"/>
          </a:solidFill>
          <a:latin typeface="+mj-lt"/>
          <a:ea typeface="+mj-ea"/>
          <a:cs typeface="+mj-cs"/>
        </a:defRPr>
      </a:lvl1pPr>
    </p:titleStyle>
    <p:bodyStyle>
      <a:lvl1pPr marL="0" indent="0" algn="l" defTabSz="914400" rtl="0" eaLnBrk="1" latinLnBrk="1" hangingPunct="1">
        <a:spcBef>
          <a:spcPct val="20000"/>
        </a:spcBef>
        <a:buFont typeface="Arial" pitchFamily="34" charset="0"/>
        <a:buNone/>
        <a:defRPr sz="1200" kern="1200">
          <a:solidFill>
            <a:schemeClr val="tx1"/>
          </a:solidFill>
          <a:latin typeface="+mn-lt"/>
          <a:ea typeface="+mn-ea"/>
          <a:cs typeface="+mn-cs"/>
        </a:defRPr>
      </a:lvl1pPr>
      <a:lvl2pPr marL="742950" indent="-285750" algn="l" defTabSz="914400" rtl="0" eaLnBrk="1" latinLnBrk="1"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1"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9.png"/><Relationship Id="rId3" Type="http://schemas.openxmlformats.org/officeDocument/2006/relationships/image" Target="../media/image2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3.png"/><Relationship Id="rId3" Type="http://schemas.openxmlformats.org/officeDocument/2006/relationships/image" Target="../media/image2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1.png"/><Relationship Id="rId3"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2" name=""/>
        <p:cNvGrpSpPr/>
        <p:nvPr/>
      </p:nvGrpSpPr>
      <p:grpSpPr>
        <a:xfrm>
          <a:off x="0" y="0"/>
          <a:ext cx="0" cy="0"/>
          <a:chOff x="0" y="0"/>
          <a:chExt cx="0" cy="0"/>
        </a:xfrm>
      </p:grpSpPr>
      <p:sp>
        <p:nvSpPr>
          <p:cNvPr id="3" name="제목 1"/>
          <p:cNvSpPr>
            <a:spLocks noGrp="1"/>
          </p:cNvSpPr>
          <p:nvPr>
            <p:ph type="title"/>
          </p:nvPr>
        </p:nvSpPr>
        <p:spPr/>
        <p:txBody>
          <a:bodyPr/>
          <a:lstStyle/>
          <a:p>
            <a:r>
              <a:rPr lang="ko-KR" altLang="en-US" dirty="0">
                <a:latin typeface="맑은 고딕"/>
                <a:ea typeface="맑은 고딕"/>
              </a:rPr>
              <a:t>주간발표회 화면설계서</a:t>
            </a:r>
          </a:p>
        </p:txBody>
      </p:sp>
      <p:sp>
        <p:nvSpPr>
          <p:cNvPr id="4" name="텍스트 개체 틀 2"/>
          <p:cNvSpPr>
            <a:spLocks noGrp="1"/>
          </p:cNvSpPr>
          <p:nvPr>
            <p:ph type="body" sz="quarter" idx="10"/>
          </p:nvPr>
        </p:nvSpPr>
        <p:spPr/>
        <p:txBody>
          <a:bodyPr/>
          <a:lstStyle/>
          <a:p>
            <a:r>
              <a:rPr lang="en-US" altLang="ko-KR" dirty="0">
                <a:solidFill>
                  <a:schemeClr val="tx1"/>
                </a:solidFill>
                <a:latin typeface="맑은 고딕"/>
                <a:ea typeface="맑은 고딕"/>
              </a:rPr>
              <a:t>v1.4.0</a:t>
            </a:r>
          </a:p>
        </p:txBody>
      </p:sp>
      <p:sp>
        <p:nvSpPr>
          <p:cNvPr id="5" name="텍스트 개체 틀 3"/>
          <p:cNvSpPr>
            <a:spLocks noGrp="1"/>
          </p:cNvSpPr>
          <p:nvPr>
            <p:ph type="body" sz="quarter" idx="11"/>
          </p:nvPr>
        </p:nvSpPr>
        <p:spPr/>
        <p:txBody>
          <a:bodyPr/>
          <a:lstStyle/>
          <a:p>
            <a:r>
              <a:rPr lang="en-US" altLang="ko-KR" dirty="0">
                <a:solidFill>
                  <a:schemeClr val="tx1"/>
                </a:solidFill>
                <a:latin typeface="맑은 고딕"/>
                <a:ea typeface="맑은 고딕"/>
              </a:rPr>
              <a:t>2026.09.27</a:t>
            </a:r>
          </a:p>
        </p:txBody>
      </p:sp>
      <p:sp>
        <p:nvSpPr>
          <p:cNvPr id="6" name="텍스트 개체 틀 4"/>
          <p:cNvSpPr>
            <a:spLocks noGrp="1"/>
          </p:cNvSpPr>
          <p:nvPr>
            <p:ph type="body" sz="quarter" idx="12"/>
          </p:nvPr>
        </p:nvSpPr>
        <p:spPr/>
        <p:txBody>
          <a:bodyPr/>
          <a:lstStyle/>
          <a:p>
            <a:r>
              <a:rPr lang="ko-KR" altLang="en-US" dirty="0">
                <a:solidFill>
                  <a:schemeClr val="tx1"/>
                </a:solidFill>
                <a:latin typeface="맑은 고딕"/>
                <a:ea typeface="맑은 고딕"/>
              </a:rPr>
              <a:t>홍길동</a:t>
            </a:r>
          </a:p>
        </p:txBody>
      </p:sp>
    </p:spTree>
    <p:extLst>
      <p:ext uri="{BB962C8B-B14F-4D97-AF65-F5344CB8AC3E}">
        <p14:creationId xmlns:p14="http://schemas.microsoft.com/office/powerpoint/2010/main" val="26127618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2" name=""/>
        <p:cNvGrpSpPr/>
        <p:nvPr/>
      </p:nvGrpSpPr>
      <p:grpSpPr>
        <a:xfrm>
          <a:off x="0" y="0"/>
          <a:ext cx="0" cy="0"/>
          <a:chOff x="0" y="0"/>
          <a:chExt cx="0" cy="0"/>
        </a:xfrm>
      </p:grpSpPr>
      <p:sp>
        <p:nvSpPr>
          <p:cNvPr id="3" name="제목 1"/>
          <p:cNvSpPr>
            <a:spLocks noGrp="1"/>
          </p:cNvSpPr>
          <p:nvPr>
            <p:ph type="title"/>
          </p:nvPr>
        </p:nvSpPr>
        <p:spPr>
          <a:xfrm>
            <a:off x="479376" y="404665"/>
            <a:ext cx="11425269" cy="576064"/>
          </a:xfrm>
          <a:prstGeom prst="rect">
            <a:avLst/>
          </a:prstGeom>
        </p:spPr>
        <p:txBody>
          <a:bodyPr/>
          <a:lstStyle/>
          <a:p>
            <a:r>
              <a:rPr lang="en-US" altLang="ko-KR" dirty="0">
                <a:solidFill>
                  <a:schemeClr val="tx1"/>
                </a:solidFill>
              </a:rPr>
              <a:t>History</a:t>
            </a:r>
            <a:endParaRPr lang="ko-KR" altLang="en-US" dirty="0">
              <a:solidFill>
                <a:schemeClr val="tx1"/>
              </a:solidFill>
            </a:endParaRPr>
          </a:p>
        </p:txBody>
      </p:sp>
      <p:graphicFrame>
        <p:nvGraphicFramePr>
          <p:cNvPr id="4" name="표 2"/>
          <p:cNvGraphicFramePr>
            <a:graphicFrameLocks noGrp="1"/>
          </p:cNvGraphicFramePr>
          <p:nvPr>
            <p:extLst>
              <p:ext uri="{D42A27DB-BD31-4B8C-83A1-F6EECF244321}">
                <p14:modId xmlns:p14="http://schemas.microsoft.com/office/powerpoint/2010/main" val="2970646287"/>
              </p:ext>
            </p:extLst>
          </p:nvPr>
        </p:nvGraphicFramePr>
        <p:xfrm>
          <a:off x="1197870" y="1700808"/>
          <a:ext cx="9796260" cy="2913483"/>
        </p:xfrm>
        <a:graphic>
          <a:graphicData uri="http://schemas.openxmlformats.org/drawingml/2006/table">
            <a:tbl>
              <a:tblPr>
                <a:tableStyleId>{5C22544A-7EE6-4342-B048-85BDC9FD1C3A}</a:tableStyleId>
              </a:tblPr>
              <a:tblGrid>
                <a:gridCol w="979622">
                  <a:extLst>
                    <a:ext uri="{9D8B030D-6E8A-4147-A177-3AD203B41FA5}">
                      <a16:colId xmlns:a16="http://schemas.microsoft.com/office/drawing/2014/main" val="20000"/>
                    </a:ext>
                  </a:extLst>
                </a:gridCol>
                <a:gridCol w="1246799">
                  <a:extLst>
                    <a:ext uri="{9D8B030D-6E8A-4147-A177-3AD203B41FA5}">
                      <a16:colId xmlns:a16="http://schemas.microsoft.com/office/drawing/2014/main" val="20001"/>
                    </a:ext>
                  </a:extLst>
                </a:gridCol>
                <a:gridCol w="5521529">
                  <a:extLst>
                    <a:ext uri="{9D8B030D-6E8A-4147-A177-3AD203B41FA5}">
                      <a16:colId xmlns:a16="http://schemas.microsoft.com/office/drawing/2014/main" val="20002"/>
                    </a:ext>
                  </a:extLst>
                </a:gridCol>
                <a:gridCol w="1068681">
                  <a:extLst>
                    <a:ext uri="{9D8B030D-6E8A-4147-A177-3AD203B41FA5}">
                      <a16:colId xmlns:a16="http://schemas.microsoft.com/office/drawing/2014/main" val="20004"/>
                    </a:ext>
                  </a:extLst>
                </a:gridCol>
                <a:gridCol w="979629">
                  <a:extLst>
                    <a:ext uri="{9D8B030D-6E8A-4147-A177-3AD203B41FA5}">
                      <a16:colId xmlns:a16="http://schemas.microsoft.com/office/drawing/2014/main" val="20005"/>
                    </a:ext>
                  </a:extLst>
                </a:gridCol>
              </a:tblGrid>
              <a:tr h="342763">
                <a:tc>
                  <a:txBody>
                    <a:bodyPr/>
                    <a:lstStyle/>
                    <a:p>
                      <a:pPr algn="l" latinLnBrk="1"/>
                      <a:r>
                        <a:rPr lang="en-US" altLang="ko-KR" sz="1000" b="1" dirty="0">
                          <a:solidFill>
                            <a:schemeClr val="tx1"/>
                          </a:solidFill>
                        </a:rPr>
                        <a:t>Version.</a:t>
                      </a:r>
                      <a:endParaRPr lang="ko-KR" altLang="en-US" sz="1000" b="1" dirty="0">
                        <a:solidFill>
                          <a:schemeClr val="tx1"/>
                        </a:solidFill>
                      </a:endParaRPr>
                    </a:p>
                  </a:txBody>
                  <a:tcPr anchor="ctr">
                    <a:lnR w="3175" cap="flat" cmpd="sng" algn="ctr">
                      <a:solidFill>
                        <a:schemeClr val="bg1">
                          <a:lumMod val="75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solidFill>
                      <a:schemeClr val="bg1">
                        <a:lumMod val="85000"/>
                      </a:schemeClr>
                    </a:solidFill>
                  </a:tcPr>
                </a:tc>
                <a:tc>
                  <a:txBody>
                    <a:bodyPr/>
                    <a:lstStyle/>
                    <a:p>
                      <a:pPr algn="l" latinLnBrk="1"/>
                      <a:r>
                        <a:rPr lang="en-US" altLang="ko-KR" sz="1000" b="1" dirty="0">
                          <a:solidFill>
                            <a:schemeClr val="tx1"/>
                          </a:solidFill>
                        </a:rPr>
                        <a:t>Date.</a:t>
                      </a:r>
                      <a:endParaRPr lang="ko-KR" altLang="en-US" sz="1000" b="1"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solidFill>
                      <a:schemeClr val="bg1">
                        <a:lumMod val="85000"/>
                      </a:schemeClr>
                    </a:solidFill>
                  </a:tcPr>
                </a:tc>
                <a:tc>
                  <a:txBody>
                    <a:bodyPr/>
                    <a:lstStyle/>
                    <a:p>
                      <a:pPr algn="l" latinLnBrk="1"/>
                      <a:r>
                        <a:rPr lang="en-US" altLang="ko-KR" sz="1000" b="1" dirty="0">
                          <a:solidFill>
                            <a:schemeClr val="tx1"/>
                          </a:solidFill>
                        </a:rPr>
                        <a:t>Content.</a:t>
                      </a:r>
                      <a:endParaRPr lang="ko-KR" altLang="en-US" sz="1000" b="1"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solidFill>
                      <a:schemeClr val="bg1">
                        <a:lumMod val="85000"/>
                      </a:schemeClr>
                    </a:solidFill>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1000" b="1" dirty="0">
                          <a:solidFill>
                            <a:schemeClr val="tx1"/>
                          </a:solidFill>
                        </a:rPr>
                        <a:t>Page.</a:t>
                      </a:r>
                      <a:endParaRPr lang="ko-KR" altLang="en-US" sz="1000" b="1"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solidFill>
                      <a:schemeClr val="bg1">
                        <a:lumMod val="85000"/>
                      </a:schemeClr>
                    </a:solidFill>
                  </a:tcPr>
                </a:tc>
                <a:tc>
                  <a:txBody>
                    <a:bodyPr/>
                    <a:lstStyle/>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1000" b="1" dirty="0">
                          <a:solidFill>
                            <a:schemeClr val="tx1"/>
                          </a:solidFill>
                        </a:rPr>
                        <a:t>Owner.</a:t>
                      </a:r>
                      <a:endParaRPr lang="ko-KR" altLang="en-US" sz="1000" b="1"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321340">
                <a:tc>
                  <a:txBody>
                    <a:bodyPr/>
                    <a:lstStyle/>
                    <a:p>
                      <a:pPr algn="ctr" latinLnBrk="1"/>
                      <a:r>
                        <a:rPr lang="en-US" altLang="ko-KR" sz="900" dirty="0">
                          <a:solidFill>
                            <a:schemeClr val="tx1"/>
                          </a:solidFill>
                          <a:latin typeface="맑은 고딕"/>
                          <a:ea typeface="맑은 고딕"/>
                        </a:rPr>
                        <a:t>v1.0.0</a:t>
                      </a: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r>
                        <a:rPr lang="en-US" altLang="ko-KR" sz="900" dirty="0">
                          <a:solidFill>
                            <a:schemeClr val="tx1"/>
                          </a:solidFill>
                          <a:latin typeface="맑은 고딕"/>
                          <a:ea typeface="맑은 고딕"/>
                        </a:rPr>
                        <a:t>2026/09/26</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algn="l" latinLnBrk="1">
                        <a:buFont typeface="Arial" pitchFamily="34" charset="0"/>
                        <a:buChar char="•"/>
                      </a:pPr>
                      <a:r>
                        <a:rPr lang="ko-KR" altLang="en-US" sz="900" dirty="0">
                          <a:solidFill>
                            <a:schemeClr val="tx1"/>
                          </a:solidFill>
                          <a:latin typeface="맑은 고딕"/>
                          <a:ea typeface="맑은 고딕"/>
                        </a:rPr>
                        <a:t>초안. 1차 필수 기능 화면 18개와 참고 화면 5개. 일정 입력은 사용자 제안안(옵션 D)으로 그렸다</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r>
                        <a:rPr lang="en-US" altLang="ko-KR" sz="900" dirty="0">
                          <a:solidFill>
                            <a:schemeClr val="tx1"/>
                          </a:solidFill>
                          <a:latin typeface="맑은 고딕"/>
                          <a:ea typeface="맑은 고딕"/>
                        </a:rPr>
                        <a:t>전체</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r>
                        <a:rPr lang="ko-KR" altLang="en-US" sz="900" dirty="0">
                          <a:solidFill>
                            <a:schemeClr val="tx1"/>
                          </a:solidFill>
                          <a:latin typeface="맑은 고딕"/>
                          <a:ea typeface="맑은 고딕"/>
                        </a:rPr>
                        <a:t>홍길동</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1"/>
                  </a:ext>
                </a:extLst>
              </a:tr>
              <a:tr h="321340">
                <a:tc>
                  <a:txBody>
                    <a:bodyPr/>
                    <a:lstStyle/>
                    <a:p>
                      <a:pPr algn="ctr" latinLnBrk="1"/>
                      <a:r>
                        <a:rPr sz="900">
                          <a:latin typeface="맑은 고딕"/>
                          <a:ea typeface="맑은 고딕"/>
                        </a:rPr>
                        <a:t>v1.1.0</a:t>
                      </a: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r>
                        <a:rPr sz="900">
                          <a:latin typeface="맑은 고딕"/>
                          <a:ea typeface="맑은 고딕"/>
                        </a:rPr>
                        <a:t>2026/09/27</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marR="0" lvl="0" indent="-108000" algn="l" defTabSz="914400" rtl="0" eaLnBrk="1" fontAlgn="auto" latinLnBrk="1" hangingPunct="1">
                        <a:lnSpc>
                          <a:spcPct val="100000"/>
                        </a:lnSpc>
                        <a:spcBef>
                          <a:spcPts val="0"/>
                        </a:spcBef>
                        <a:spcAft>
                          <a:spcPts val="0"/>
                        </a:spcAft>
                        <a:buClrTx/>
                        <a:buSzTx/>
                        <a:buFont typeface="Arial" panose="020B0604020202020204" pitchFamily="34" charset="0"/>
                        <a:buChar char="•"/>
                        <a:tabLst/>
                        <a:defRPr/>
                      </a:pPr>
                      <a:r>
                        <a:rPr sz="900">
                          <a:latin typeface="맑은 고딕"/>
                          <a:ea typeface="맑은 고딕"/>
                        </a:rPr>
                        <a:t>모든 화면을 스마트폰 앱, PC 앱, 웹에서 같이 쓰게 바꿈. 관리자는 팀 역할과 겹칠 수 있음. 2차 기능 표시 뺌(운영자 제외)</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r>
                        <a:rPr sz="900">
                          <a:latin typeface="맑은 고딕"/>
                          <a:ea typeface="맑은 고딕"/>
                        </a:rPr>
                        <a:t>전체</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r>
                        <a:rPr sz="900">
                          <a:latin typeface="맑은 고딕"/>
                          <a:ea typeface="맑은 고딕"/>
                        </a:rPr>
                        <a:t>홍길동</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2"/>
                  </a:ext>
                </a:extLst>
              </a:tr>
              <a:tr h="321340">
                <a:tc>
                  <a:txBody>
                    <a:bodyPr/>
                    <a:lstStyle/>
                    <a:p>
                      <a:pPr algn="ctr" latinLnBrk="1"/>
                      <a:r>
                        <a:rPr sz="900">
                          <a:latin typeface="맑은 고딕"/>
                          <a:ea typeface="맑은 고딕"/>
                        </a:rPr>
                        <a:t>v1.2.0</a:t>
                      </a: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latinLnBrk="1"/>
                      <a:r>
                        <a:rPr sz="900">
                          <a:latin typeface="맑은 고딕"/>
                          <a:ea typeface="맑은 고딕"/>
                        </a:rPr>
                        <a:t>2026/09/27</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r>
                        <a:rPr sz="900">
                          <a:latin typeface="맑은 고딕"/>
                          <a:ea typeface="맑은 고딕"/>
                        </a:rPr>
                        <a:t>용어 정리. 앱 안 역할은 서비스 관리자·운영자, 서버와 DB 를 다루는 사람은 시스템 관리자·운영자. 화면 글자는 그대로</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r>
                        <a:rPr sz="900">
                          <a:latin typeface="맑은 고딕"/>
                          <a:ea typeface="맑은 고딕"/>
                        </a:rPr>
                        <a:t>개요, 설명 전체</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r>
                        <a:rPr sz="900">
                          <a:latin typeface="맑은 고딕"/>
                          <a:ea typeface="맑은 고딕"/>
                        </a:rPr>
                        <a:t>홍길동</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3"/>
                  </a:ext>
                </a:extLst>
              </a:tr>
              <a:tr h="321340">
                <a:tc>
                  <a:txBody>
                    <a:bodyPr/>
                    <a:lstStyle/>
                    <a:p>
                      <a:pPr algn="ctr" latinLnBrk="1"/>
                      <a:r>
                        <a:rPr sz="900">
                          <a:latin typeface="맑은 고딕"/>
                          <a:ea typeface="맑은 고딕"/>
                        </a:rPr>
                        <a:t>v1.3.0</a:t>
                      </a: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latinLnBrk="1"/>
                      <a:r>
                        <a:rPr sz="900">
                          <a:latin typeface="맑은 고딕"/>
                          <a:ea typeface="맑은 고딕"/>
                        </a:rPr>
                        <a:t>2026/09/27</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r>
                        <a:rPr sz="900">
                          <a:latin typeface="맑은 고딕"/>
                          <a:ea typeface="맑은 고딕"/>
                        </a:rPr>
                        <a:t>화면에서 2차 기능(서비스 운영자) 표시를 모두 뺌</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r>
                        <a:rPr sz="900">
                          <a:latin typeface="맑은 고딕"/>
                          <a:ea typeface="맑은 고딕"/>
                        </a:rPr>
                        <a:t>G-01, 개요</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r>
                        <a:rPr sz="900">
                          <a:latin typeface="맑은 고딕"/>
                          <a:ea typeface="맑은 고딕"/>
                        </a:rPr>
                        <a:t>홍길동</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4"/>
                  </a:ext>
                </a:extLst>
              </a:tr>
              <a:tr h="321340">
                <a:tc>
                  <a:txBody>
                    <a:bodyPr/>
                    <a:lstStyle/>
                    <a:p>
                      <a:pPr algn="ctr" latinLnBrk="1"/>
                      <a:r>
                        <a:rPr sz="900">
                          <a:latin typeface="맑은 고딕"/>
                          <a:ea typeface="맑은 고딕"/>
                        </a:rPr>
                        <a:t>v1.4.0</a:t>
                      </a: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latinLnBrk="1"/>
                      <a:r>
                        <a:rPr sz="900">
                          <a:latin typeface="맑은 고딕"/>
                          <a:ea typeface="맑은 고딕"/>
                        </a:rPr>
                        <a:t>2026/09/27</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r>
                        <a:rPr sz="900">
                          <a:latin typeface="맑은 고딕"/>
                          <a:ea typeface="맑은 고딕"/>
                        </a:rPr>
                        <a:t>이메일 로그인으로 바꿈(A-01, A-02). 비밀번호 찾기(A-03), 새 비밀번호(A-04) 추가. 기술 스택과 일정 입력 방식은 정해진 것으로 고침</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r>
                        <a:rPr sz="900">
                          <a:latin typeface="맑은 고딕"/>
                          <a:ea typeface="맑은 고딕"/>
                        </a:rPr>
                        <a:t>A-01~A-04, 개요, C-03</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r>
                        <a:rPr sz="900">
                          <a:latin typeface="맑은 고딕"/>
                          <a:ea typeface="맑은 고딕"/>
                        </a:rPr>
                        <a:t>홍길동</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5"/>
                  </a:ext>
                </a:extLst>
              </a:tr>
              <a:tr h="321340">
                <a:tc>
                  <a:txBody>
                    <a:bodyPr/>
                    <a:lstStyle/>
                    <a:p>
                      <a:pPr algn="ctr" latinLnBrk="1"/>
                      <a:endParaRPr lang="ko-KR" altLang="en-US" sz="900" dirty="0">
                        <a:solidFill>
                          <a:schemeClr val="tx1"/>
                        </a:solidFill>
                        <a:latin typeface="+mn-ea"/>
                        <a:ea typeface="+mn-ea"/>
                      </a:endParaRP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latinLnBrk="1"/>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6"/>
                  </a:ext>
                </a:extLst>
              </a:tr>
              <a:tr h="321340">
                <a:tc>
                  <a:txBody>
                    <a:bodyPr/>
                    <a:lstStyle/>
                    <a:p>
                      <a:pPr algn="ctr" latinLnBrk="1"/>
                      <a:endParaRPr lang="ko-KR" altLang="en-US" sz="900" dirty="0">
                        <a:solidFill>
                          <a:schemeClr val="tx1"/>
                        </a:solidFill>
                        <a:latin typeface="+mn-ea"/>
                        <a:ea typeface="+mn-ea"/>
                      </a:endParaRP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latinLnBrk="1"/>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108000" indent="-108000" latinLnBrk="1">
                        <a:buFont typeface="Arial" panose="020B0604020202020204" pitchFamily="34" charset="0"/>
                        <a:buChar cha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14"/>
                  </a:ext>
                </a:extLst>
              </a:tr>
              <a:tr h="321340">
                <a:tc>
                  <a:txBody>
                    <a:bodyPr/>
                    <a:lstStyle/>
                    <a:p>
                      <a:pPr algn="ctr" latinLnBrk="1"/>
                      <a:endParaRPr lang="ko-KR" altLang="en-US" sz="900" dirty="0">
                        <a:solidFill>
                          <a:schemeClr val="tx1"/>
                        </a:solidFill>
                        <a:latin typeface="+mn-ea"/>
                        <a:ea typeface="+mn-ea"/>
                      </a:endParaRP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noFill/>
                  </a:tcPr>
                </a:tc>
                <a:tc>
                  <a:txBody>
                    <a:bodyPr/>
                    <a:lstStyle/>
                    <a:p>
                      <a:pPr latinLnBrk="1"/>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noFill/>
                  </a:tcPr>
                </a:tc>
                <a:tc>
                  <a:txBody>
                    <a:bodyPr/>
                    <a:lstStyle/>
                    <a:p>
                      <a:pPr marL="108000" indent="-108000" latinLnBrk="1">
                        <a:buFont typeface="Arial" panose="020B0604020202020204" pitchFamily="34" charset="0"/>
                        <a:buChar char="•"/>
                      </a:pPr>
                      <a:endParaRPr lang="ko-KR" altLang="en-US" sz="900" dirty="0">
                        <a:solidFill>
                          <a:schemeClr val="tx1"/>
                        </a:solidFill>
                        <a:latin typeface="+mn-ea"/>
                        <a:ea typeface="+mn-ea"/>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noFill/>
                  </a:tcPr>
                </a:tc>
                <a:tc>
                  <a:txBody>
                    <a:bodyPr/>
                    <a:lstStyle/>
                    <a:p>
                      <a:pPr algn="ctr" latinLnBrk="1"/>
                      <a:endParaRPr lang="ko-KR" altLang="en-US" sz="900" dirty="0">
                        <a:solidFill>
                          <a:schemeClr val="tx1"/>
                        </a:solidFill>
                      </a:endParaRP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noFill/>
                  </a:tcPr>
                </a:tc>
                <a:extLst>
                  <a:ext uri="{0D108BD9-81ED-4DB2-BD59-A6C34878D82A}">
                    <a16:rowId xmlns:a16="http://schemas.microsoft.com/office/drawing/2014/main" val="10015"/>
                  </a:ext>
                </a:extLst>
              </a:tr>
            </a:tbl>
          </a:graphicData>
        </a:graphic>
      </p:graphicFrame>
      <p:sp>
        <p:nvSpPr>
          <p:cNvPr id="5" name="TextBox 4">
            <a:extLst>
              <a:ext uri="{FF2B5EF4-FFF2-40B4-BE49-F238E27FC236}">
                <a16:creationId xmlns:a16="http://schemas.microsoft.com/office/drawing/2014/main" id="{90B8312E-970E-458B-87FB-84F7A22C22BA}"/>
              </a:ext>
            </a:extLst>
          </p:cNvPr>
          <p:cNvSpPr txBox="1"/>
          <p:nvPr/>
        </p:nvSpPr>
        <p:spPr>
          <a:xfrm>
            <a:off x="11780252" y="106980"/>
            <a:ext cx="248786" cy="230832"/>
          </a:xfrm>
          <a:prstGeom prst="rect">
            <a:avLst/>
          </a:prstGeom>
          <a:noFill/>
        </p:spPr>
        <p:txBody>
          <a:bodyPr wrap="none" rtlCol="0">
            <a:spAutoFit/>
          </a:bodyPr>
          <a:lstStyle/>
          <a:p>
            <a:fld id="{944918D1-1C8F-48E6-92D4-4089F97E8793}" type="slidenum">
              <a:rPr lang="ko-KR" altLang="en-US" sz="900" smtClean="0"/>
              <a:t>2</a:t>
            </a:fld>
            <a:endParaRPr lang="ko-KR" altLang="en-US" sz="900" dirty="0"/>
          </a:p>
        </p:txBody>
      </p:sp>
    </p:spTree>
    <p:extLst>
      <p:ext uri="{BB962C8B-B14F-4D97-AF65-F5344CB8AC3E}">
        <p14:creationId xmlns:p14="http://schemas.microsoft.com/office/powerpoint/2010/main" val="15807835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2" name=""/>
        <p:cNvGrpSpPr/>
        <p:nvPr/>
      </p:nvGrpSpPr>
      <p:grpSpPr>
        <a:xfrm>
          <a:off x="0" y="0"/>
          <a:ext cx="0" cy="0"/>
          <a:chOff x="0" y="0"/>
          <a:chExt cx="0" cy="0"/>
        </a:xfrm>
      </p:grpSpPr>
      <p:sp>
        <p:nvSpPr>
          <p:cNvPr id="3" name="제목 1">
            <a:extLst>
              <a:ext uri="{FF2B5EF4-FFF2-40B4-BE49-F238E27FC236}">
                <a16:creationId xmlns:a16="http://schemas.microsoft.com/office/drawing/2014/main" id="{84FE7BD8-CFC6-4079-BAE3-BDDFC826F1C7}"/>
              </a:ext>
            </a:extLst>
          </p:cNvPr>
          <p:cNvSpPr>
            <a:spLocks noGrp="1"/>
          </p:cNvSpPr>
          <p:nvPr>
            <p:ph type="title"/>
          </p:nvPr>
        </p:nvSpPr>
        <p:spPr/>
        <p:txBody>
          <a:bodyPr/>
          <a:lstStyle/>
          <a:p>
            <a:r>
              <a:rPr lang="ko-KR" altLang="en-US" dirty="0"/>
              <a:t>서비스 개요</a:t>
            </a:r>
          </a:p>
        </p:txBody>
      </p:sp>
      <p:graphicFrame>
        <p:nvGraphicFramePr>
          <p:cNvPr id="4" name="표 2">
            <a:extLst>
              <a:ext uri="{FF2B5EF4-FFF2-40B4-BE49-F238E27FC236}">
                <a16:creationId xmlns:a16="http://schemas.microsoft.com/office/drawing/2014/main" id="{2597D4FB-0C0F-4941-887D-E5E16C17540A}"/>
              </a:ext>
            </a:extLst>
          </p:cNvPr>
          <p:cNvGraphicFramePr>
            <a:graphicFrameLocks noGrp="1"/>
          </p:cNvGraphicFramePr>
          <p:nvPr>
            <p:extLst>
              <p:ext uri="{D42A27DB-BD31-4B8C-83A1-F6EECF244321}">
                <p14:modId xmlns:p14="http://schemas.microsoft.com/office/powerpoint/2010/main" val="1916490890"/>
              </p:ext>
            </p:extLst>
          </p:nvPr>
        </p:nvGraphicFramePr>
        <p:xfrm>
          <a:off x="1197870" y="1268760"/>
          <a:ext cx="9796258" cy="4991529"/>
        </p:xfrm>
        <a:graphic>
          <a:graphicData uri="http://schemas.openxmlformats.org/drawingml/2006/table">
            <a:tbl>
              <a:tblPr>
                <a:tableStyleId>{5C22544A-7EE6-4342-B048-85BDC9FD1C3A}</a:tableStyleId>
              </a:tblPr>
              <a:tblGrid>
                <a:gridCol w="1318078">
                  <a:extLst>
                    <a:ext uri="{9D8B030D-6E8A-4147-A177-3AD203B41FA5}">
                      <a16:colId xmlns:a16="http://schemas.microsoft.com/office/drawing/2014/main" val="20000"/>
                    </a:ext>
                  </a:extLst>
                </a:gridCol>
                <a:gridCol w="282606">
                  <a:extLst>
                    <a:ext uri="{9D8B030D-6E8A-4147-A177-3AD203B41FA5}">
                      <a16:colId xmlns:a16="http://schemas.microsoft.com/office/drawing/2014/main" val="20005"/>
                    </a:ext>
                  </a:extLst>
                </a:gridCol>
                <a:gridCol w="282606">
                  <a:extLst>
                    <a:ext uri="{9D8B030D-6E8A-4147-A177-3AD203B41FA5}">
                      <a16:colId xmlns:a16="http://schemas.microsoft.com/office/drawing/2014/main" val="1932864301"/>
                    </a:ext>
                  </a:extLst>
                </a:gridCol>
                <a:gridCol w="282606">
                  <a:extLst>
                    <a:ext uri="{9D8B030D-6E8A-4147-A177-3AD203B41FA5}">
                      <a16:colId xmlns:a16="http://schemas.microsoft.com/office/drawing/2014/main" val="627806087"/>
                    </a:ext>
                  </a:extLst>
                </a:gridCol>
                <a:gridCol w="282606">
                  <a:extLst>
                    <a:ext uri="{9D8B030D-6E8A-4147-A177-3AD203B41FA5}">
                      <a16:colId xmlns:a16="http://schemas.microsoft.com/office/drawing/2014/main" val="371778404"/>
                    </a:ext>
                  </a:extLst>
                </a:gridCol>
                <a:gridCol w="282606">
                  <a:extLst>
                    <a:ext uri="{9D8B030D-6E8A-4147-A177-3AD203B41FA5}">
                      <a16:colId xmlns:a16="http://schemas.microsoft.com/office/drawing/2014/main" val="305405284"/>
                    </a:ext>
                  </a:extLst>
                </a:gridCol>
                <a:gridCol w="282606">
                  <a:extLst>
                    <a:ext uri="{9D8B030D-6E8A-4147-A177-3AD203B41FA5}">
                      <a16:colId xmlns:a16="http://schemas.microsoft.com/office/drawing/2014/main" val="29543921"/>
                    </a:ext>
                  </a:extLst>
                </a:gridCol>
                <a:gridCol w="282606">
                  <a:extLst>
                    <a:ext uri="{9D8B030D-6E8A-4147-A177-3AD203B41FA5}">
                      <a16:colId xmlns:a16="http://schemas.microsoft.com/office/drawing/2014/main" val="4273928552"/>
                    </a:ext>
                  </a:extLst>
                </a:gridCol>
                <a:gridCol w="282606">
                  <a:extLst>
                    <a:ext uri="{9D8B030D-6E8A-4147-A177-3AD203B41FA5}">
                      <a16:colId xmlns:a16="http://schemas.microsoft.com/office/drawing/2014/main" val="844272191"/>
                    </a:ext>
                  </a:extLst>
                </a:gridCol>
                <a:gridCol w="282606">
                  <a:extLst>
                    <a:ext uri="{9D8B030D-6E8A-4147-A177-3AD203B41FA5}">
                      <a16:colId xmlns:a16="http://schemas.microsoft.com/office/drawing/2014/main" val="1347387674"/>
                    </a:ext>
                  </a:extLst>
                </a:gridCol>
                <a:gridCol w="282606">
                  <a:extLst>
                    <a:ext uri="{9D8B030D-6E8A-4147-A177-3AD203B41FA5}">
                      <a16:colId xmlns:a16="http://schemas.microsoft.com/office/drawing/2014/main" val="1781131391"/>
                    </a:ext>
                  </a:extLst>
                </a:gridCol>
                <a:gridCol w="282606">
                  <a:extLst>
                    <a:ext uri="{9D8B030D-6E8A-4147-A177-3AD203B41FA5}">
                      <a16:colId xmlns:a16="http://schemas.microsoft.com/office/drawing/2014/main" val="384615516"/>
                    </a:ext>
                  </a:extLst>
                </a:gridCol>
                <a:gridCol w="282606">
                  <a:extLst>
                    <a:ext uri="{9D8B030D-6E8A-4147-A177-3AD203B41FA5}">
                      <a16:colId xmlns:a16="http://schemas.microsoft.com/office/drawing/2014/main" val="2585931872"/>
                    </a:ext>
                  </a:extLst>
                </a:gridCol>
                <a:gridCol w="282606">
                  <a:extLst>
                    <a:ext uri="{9D8B030D-6E8A-4147-A177-3AD203B41FA5}">
                      <a16:colId xmlns:a16="http://schemas.microsoft.com/office/drawing/2014/main" val="1608020694"/>
                    </a:ext>
                  </a:extLst>
                </a:gridCol>
                <a:gridCol w="282606">
                  <a:extLst>
                    <a:ext uri="{9D8B030D-6E8A-4147-A177-3AD203B41FA5}">
                      <a16:colId xmlns:a16="http://schemas.microsoft.com/office/drawing/2014/main" val="4164423105"/>
                    </a:ext>
                  </a:extLst>
                </a:gridCol>
                <a:gridCol w="282606">
                  <a:extLst>
                    <a:ext uri="{9D8B030D-6E8A-4147-A177-3AD203B41FA5}">
                      <a16:colId xmlns:a16="http://schemas.microsoft.com/office/drawing/2014/main" val="3233058977"/>
                    </a:ext>
                  </a:extLst>
                </a:gridCol>
                <a:gridCol w="282606">
                  <a:extLst>
                    <a:ext uri="{9D8B030D-6E8A-4147-A177-3AD203B41FA5}">
                      <a16:colId xmlns:a16="http://schemas.microsoft.com/office/drawing/2014/main" val="2889151618"/>
                    </a:ext>
                  </a:extLst>
                </a:gridCol>
                <a:gridCol w="282606">
                  <a:extLst>
                    <a:ext uri="{9D8B030D-6E8A-4147-A177-3AD203B41FA5}">
                      <a16:colId xmlns:a16="http://schemas.microsoft.com/office/drawing/2014/main" val="560411669"/>
                    </a:ext>
                  </a:extLst>
                </a:gridCol>
                <a:gridCol w="282606">
                  <a:extLst>
                    <a:ext uri="{9D8B030D-6E8A-4147-A177-3AD203B41FA5}">
                      <a16:colId xmlns:a16="http://schemas.microsoft.com/office/drawing/2014/main" val="3884846165"/>
                    </a:ext>
                  </a:extLst>
                </a:gridCol>
                <a:gridCol w="282606">
                  <a:extLst>
                    <a:ext uri="{9D8B030D-6E8A-4147-A177-3AD203B41FA5}">
                      <a16:colId xmlns:a16="http://schemas.microsoft.com/office/drawing/2014/main" val="1129982004"/>
                    </a:ext>
                  </a:extLst>
                </a:gridCol>
                <a:gridCol w="282606">
                  <a:extLst>
                    <a:ext uri="{9D8B030D-6E8A-4147-A177-3AD203B41FA5}">
                      <a16:colId xmlns:a16="http://schemas.microsoft.com/office/drawing/2014/main" val="921361012"/>
                    </a:ext>
                  </a:extLst>
                </a:gridCol>
                <a:gridCol w="282606">
                  <a:extLst>
                    <a:ext uri="{9D8B030D-6E8A-4147-A177-3AD203B41FA5}">
                      <a16:colId xmlns:a16="http://schemas.microsoft.com/office/drawing/2014/main" val="1082313226"/>
                    </a:ext>
                  </a:extLst>
                </a:gridCol>
                <a:gridCol w="282606">
                  <a:extLst>
                    <a:ext uri="{9D8B030D-6E8A-4147-A177-3AD203B41FA5}">
                      <a16:colId xmlns:a16="http://schemas.microsoft.com/office/drawing/2014/main" val="3555641462"/>
                    </a:ext>
                  </a:extLst>
                </a:gridCol>
                <a:gridCol w="282606">
                  <a:extLst>
                    <a:ext uri="{9D8B030D-6E8A-4147-A177-3AD203B41FA5}">
                      <a16:colId xmlns:a16="http://schemas.microsoft.com/office/drawing/2014/main" val="2046748408"/>
                    </a:ext>
                  </a:extLst>
                </a:gridCol>
                <a:gridCol w="282606">
                  <a:extLst>
                    <a:ext uri="{9D8B030D-6E8A-4147-A177-3AD203B41FA5}">
                      <a16:colId xmlns:a16="http://schemas.microsoft.com/office/drawing/2014/main" val="61301162"/>
                    </a:ext>
                  </a:extLst>
                </a:gridCol>
                <a:gridCol w="282606">
                  <a:extLst>
                    <a:ext uri="{9D8B030D-6E8A-4147-A177-3AD203B41FA5}">
                      <a16:colId xmlns:a16="http://schemas.microsoft.com/office/drawing/2014/main" val="151961678"/>
                    </a:ext>
                  </a:extLst>
                </a:gridCol>
                <a:gridCol w="282606">
                  <a:extLst>
                    <a:ext uri="{9D8B030D-6E8A-4147-A177-3AD203B41FA5}">
                      <a16:colId xmlns:a16="http://schemas.microsoft.com/office/drawing/2014/main" val="3307757913"/>
                    </a:ext>
                  </a:extLst>
                </a:gridCol>
                <a:gridCol w="282606">
                  <a:extLst>
                    <a:ext uri="{9D8B030D-6E8A-4147-A177-3AD203B41FA5}">
                      <a16:colId xmlns:a16="http://schemas.microsoft.com/office/drawing/2014/main" val="2537069362"/>
                    </a:ext>
                  </a:extLst>
                </a:gridCol>
                <a:gridCol w="282606">
                  <a:extLst>
                    <a:ext uri="{9D8B030D-6E8A-4147-A177-3AD203B41FA5}">
                      <a16:colId xmlns:a16="http://schemas.microsoft.com/office/drawing/2014/main" val="3220850051"/>
                    </a:ext>
                  </a:extLst>
                </a:gridCol>
                <a:gridCol w="282606">
                  <a:extLst>
                    <a:ext uri="{9D8B030D-6E8A-4147-A177-3AD203B41FA5}">
                      <a16:colId xmlns:a16="http://schemas.microsoft.com/office/drawing/2014/main" val="4047037587"/>
                    </a:ext>
                  </a:extLst>
                </a:gridCol>
                <a:gridCol w="282606">
                  <a:extLst>
                    <a:ext uri="{9D8B030D-6E8A-4147-A177-3AD203B41FA5}">
                      <a16:colId xmlns:a16="http://schemas.microsoft.com/office/drawing/2014/main" val="1193031526"/>
                    </a:ext>
                  </a:extLst>
                </a:gridCol>
              </a:tblGrid>
              <a:tr h="260216">
                <a:tc>
                  <a:txBody>
                    <a:bodyPr/>
                    <a:lstStyle/>
                    <a:p>
                      <a:pPr algn="ctr" latinLnBrk="1"/>
                      <a:r>
                        <a:rPr lang="ko-KR" altLang="en-US" sz="1000" b="1" dirty="0">
                          <a:solidFill>
                            <a:schemeClr val="tx1"/>
                          </a:solidFill>
                        </a:rPr>
                        <a:t>구분</a:t>
                      </a:r>
                    </a:p>
                  </a:txBody>
                  <a:tcPr anchor="ctr">
                    <a:lnR w="3175" cap="flat" cmpd="sng" algn="ctr">
                      <a:solidFill>
                        <a:schemeClr val="bg1">
                          <a:lumMod val="75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solidFill>
                      <a:schemeClr val="bg1">
                        <a:lumMod val="85000"/>
                      </a:schemeClr>
                    </a:solidFill>
                  </a:tcPr>
                </a:tc>
                <a:tc gridSpan="30">
                  <a:txBody>
                    <a:bodyPr/>
                    <a:lstStyle/>
                    <a:p>
                      <a:pPr marL="0" marR="0" indent="0" algn="ctr" defTabSz="914400" rtl="0" eaLnBrk="1" fontAlgn="auto" latinLnBrk="1" hangingPunct="1">
                        <a:lnSpc>
                          <a:spcPct val="100000"/>
                        </a:lnSpc>
                        <a:spcBef>
                          <a:spcPts val="0"/>
                        </a:spcBef>
                        <a:spcAft>
                          <a:spcPts val="0"/>
                        </a:spcAft>
                        <a:buClrTx/>
                        <a:buSzTx/>
                        <a:buFontTx/>
                        <a:buNone/>
                        <a:tabLst/>
                        <a:defRPr/>
                      </a:pPr>
                      <a:r>
                        <a:rPr lang="ko-KR" altLang="en-US" sz="1000" b="1" dirty="0">
                          <a:solidFill>
                            <a:schemeClr val="tx1"/>
                          </a:solidFill>
                        </a:rPr>
                        <a:t>내용</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solidFill>
                      <a:schemeClr val="bg1">
                        <a:lumMod val="85000"/>
                      </a:schemeClr>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0"/>
                  </a:ext>
                </a:extLst>
              </a:tr>
              <a:tr h="551915">
                <a:tc>
                  <a:txBody>
                    <a:bodyPr/>
                    <a:lstStyle/>
                    <a:p>
                      <a:pPr algn="ctr" latinLnBrk="1">
                        <a:lnSpc>
                          <a:spcPct val="120000"/>
                        </a:lnSpc>
                      </a:pPr>
                      <a:r>
                        <a:rPr lang="ko-KR" altLang="en-US" sz="900" dirty="0">
                          <a:solidFill>
                            <a:schemeClr val="tx1"/>
                          </a:solidFill>
                          <a:latin typeface="+mn-ea"/>
                          <a:ea typeface="+mn-ea"/>
                        </a:rPr>
                        <a:t>기획배경</a:t>
                      </a: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gridSpan="30">
                  <a:txBody>
                    <a:bodyPr/>
                    <a:lstStyle/>
                    <a:p>
                      <a:pPr marL="171450" indent="-171450" algn="just" latinLnBrk="1">
                        <a:lnSpc>
                          <a:spcPct val="130000"/>
                        </a:lnSpc>
                        <a:buFont typeface="Arial" panose="020B0604020202020204" pitchFamily="34" charset="0"/>
                        <a:buChar char="•"/>
                      </a:pPr>
                      <a:r>
                        <a:rPr lang="ko-KR" altLang="en-US" sz="900" dirty="0">
                          <a:solidFill>
                            <a:schemeClr val="tx1"/>
                          </a:solidFill>
                          <a:latin typeface="맑은 고딕"/>
                          <a:ea typeface="맑은 고딕"/>
                        </a:rPr>
                        <a:t>모임 일정을 잡을 때마다 회원에게 전화를 돌렸다.</a:t>
                      </a:r>
                    </a:p>
                    <a:p>
                      <a:pPr marL="171450" indent="-171450" algn="just" latinLnBrk="1">
                        <a:lnSpc>
                          <a:spcPct val="130000"/>
                        </a:lnSpc>
                        <a:buFont typeface="Arial" panose="020B0604020202020204" pitchFamily="34" charset="0"/>
                        <a:buChar char="•"/>
                      </a:pPr>
                      <a:r>
                        <a:rPr lang="ko-KR" altLang="en-US" sz="900" dirty="0">
                          <a:solidFill>
                            <a:schemeClr val="tx1"/>
                          </a:solidFill>
                          <a:latin typeface="맑은 고딕"/>
                          <a:ea typeface="맑은 고딕"/>
                        </a:rPr>
                        <a:t>공지 문구를 매번 AI 에 다시 써 달라고 했다.</a:t>
                      </a:r>
                    </a:p>
                    <a:p>
                      <a:pPr marL="171450" indent="-171450" algn="just" latinLnBrk="1">
                        <a:lnSpc>
                          <a:spcPct val="130000"/>
                        </a:lnSpc>
                        <a:buFont typeface="Arial" panose="020B0604020202020204" pitchFamily="34" charset="0"/>
                        <a:buChar char="•"/>
                      </a:pPr>
                      <a:r>
                        <a:rPr lang="ko-KR" altLang="en-US" sz="900" dirty="0">
                          <a:solidFill>
                            <a:schemeClr val="tx1"/>
                          </a:solidFill>
                          <a:latin typeface="맑은 고딕"/>
                          <a:ea typeface="맑은 고딕"/>
                        </a:rPr>
                        <a:t>발표 녹화 파일을 찾아 올리는 일이 번거로웠다.</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1"/>
                  </a:ext>
                </a:extLst>
              </a:tr>
              <a:tr h="504056">
                <a:tc>
                  <a:txBody>
                    <a:bodyPr/>
                    <a:lstStyle/>
                    <a:p>
                      <a:pPr algn="ctr" latinLnBrk="1">
                        <a:lnSpc>
                          <a:spcPct val="120000"/>
                        </a:lnSpc>
                      </a:pPr>
                      <a:r>
                        <a:rPr lang="ko-KR" altLang="en-US" sz="900" dirty="0">
                          <a:solidFill>
                            <a:schemeClr val="tx1"/>
                          </a:solidFill>
                          <a:latin typeface="+mn-ea"/>
                          <a:ea typeface="+mn-ea"/>
                        </a:rPr>
                        <a:t>기획목적</a:t>
                      </a: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gridSpan="30">
                  <a:txBody>
                    <a:bodyPr/>
                    <a:lstStyle/>
                    <a:p>
                      <a:pPr marL="171450" indent="-171450" algn="just" latinLnBrk="1">
                        <a:lnSpc>
                          <a:spcPct val="130000"/>
                        </a:lnSpc>
                        <a:buFont typeface="Arial" panose="020B0604020202020204" pitchFamily="34" charset="0"/>
                        <a:buChar char="•"/>
                      </a:pPr>
                      <a:r>
                        <a:rPr lang="ko-KR" altLang="en-US" sz="900" dirty="0">
                          <a:solidFill>
                            <a:schemeClr val="tx1"/>
                          </a:solidFill>
                          <a:latin typeface="맑은 고딕"/>
                          <a:ea typeface="맑은 고딕"/>
                        </a:rPr>
                        <a:t>일정 조율, 공지, 자료 공유를 앱 하나에서 대충 끝낸다.</a:t>
                      </a:r>
                    </a:p>
                    <a:p>
                      <a:pPr marL="171450" indent="-171450" algn="just" latinLnBrk="1">
                        <a:lnSpc>
                          <a:spcPct val="130000"/>
                        </a:lnSpc>
                        <a:buFont typeface="Arial" panose="020B0604020202020204" pitchFamily="34" charset="0"/>
                        <a:buChar char="•"/>
                      </a:pPr>
                      <a:r>
                        <a:rPr lang="ko-KR" altLang="en-US" sz="900" dirty="0">
                          <a:solidFill>
                            <a:schemeClr val="tx1"/>
                          </a:solidFill>
                          <a:latin typeface="맑은 고딕"/>
                          <a:ea typeface="맑은 고딕"/>
                        </a:rPr>
                        <a:t>누가 운영을 맡아도 같은 방식으로 모임을 굴린다.</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2"/>
                  </a:ext>
                </a:extLst>
              </a:tr>
              <a:tr h="504056">
                <a:tc>
                  <a:txBody>
                    <a:bodyPr/>
                    <a:lstStyle/>
                    <a:p>
                      <a:pPr algn="ctr" latinLnBrk="1">
                        <a:lnSpc>
                          <a:spcPct val="120000"/>
                        </a:lnSpc>
                      </a:pPr>
                      <a:r>
                        <a:rPr lang="ko-KR" altLang="en-US" sz="900" dirty="0">
                          <a:solidFill>
                            <a:schemeClr val="tx1"/>
                          </a:solidFill>
                          <a:latin typeface="+mn-ea"/>
                          <a:ea typeface="+mn-ea"/>
                        </a:rPr>
                        <a:t>기대효과</a:t>
                      </a: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gridSpan="30">
                  <a:txBody>
                    <a:bodyPr/>
                    <a:lstStyle/>
                    <a:p>
                      <a:pPr marL="171450" indent="-171450" algn="just" latinLnBrk="1">
                        <a:lnSpc>
                          <a:spcPct val="130000"/>
                        </a:lnSpc>
                        <a:buFont typeface="Arial" panose="020B0604020202020204" pitchFamily="34" charset="0"/>
                        <a:buChar char="•"/>
                      </a:pPr>
                      <a:r>
                        <a:rPr lang="ko-KR" altLang="en-US" sz="900" dirty="0">
                          <a:solidFill>
                            <a:schemeClr val="tx1"/>
                          </a:solidFill>
                          <a:latin typeface="맑은 고딕"/>
                          <a:ea typeface="맑은 고딕"/>
                        </a:rPr>
                        <a:t>일정 요청부터 확정 공지까지 전화 0통.</a:t>
                      </a:r>
                    </a:p>
                    <a:p>
                      <a:pPr marL="171450" indent="-171450" algn="just" latinLnBrk="1">
                        <a:lnSpc>
                          <a:spcPct val="130000"/>
                        </a:lnSpc>
                        <a:buFont typeface="Arial" panose="020B0604020202020204" pitchFamily="34" charset="0"/>
                        <a:buChar char="•"/>
                      </a:pPr>
                      <a:r>
                        <a:rPr lang="ko-KR" altLang="en-US" sz="900" dirty="0">
                          <a:solidFill>
                            <a:schemeClr val="tx1"/>
                          </a:solidFill>
                          <a:latin typeface="맑은 고딕"/>
                          <a:ea typeface="맑은 고딕"/>
                        </a:rPr>
                        <a:t>공지 작성에서 디스코드 도착까지 10초 안.</a:t>
                      </a:r>
                    </a:p>
                    <a:p>
                      <a:pPr marL="171450" indent="-171450" algn="just" latinLnBrk="1">
                        <a:lnSpc>
                          <a:spcPct val="130000"/>
                        </a:lnSpc>
                        <a:buFont typeface="Arial" panose="020B0604020202020204" pitchFamily="34" charset="0"/>
                        <a:buChar char="•"/>
                      </a:pPr>
                      <a:r>
                        <a:rPr lang="ko-KR" altLang="en-US" sz="900" dirty="0">
                          <a:solidFill>
                            <a:schemeClr val="tx1"/>
                          </a:solidFill>
                          <a:latin typeface="맑은 고딕"/>
                          <a:ea typeface="맑은 고딕"/>
                        </a:rPr>
                        <a:t>녹화 파일은 지정 폴더에서 고르기 한 번으로 올린다.</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3"/>
                  </a:ext>
                </a:extLst>
              </a:tr>
              <a:tr h="504056">
                <a:tc>
                  <a:txBody>
                    <a:bodyPr/>
                    <a:lstStyle/>
                    <a:p>
                      <a:pPr algn="ctr" latinLnBrk="1">
                        <a:lnSpc>
                          <a:spcPct val="120000"/>
                        </a:lnSpc>
                      </a:pPr>
                      <a:r>
                        <a:rPr lang="ko-KR" altLang="en-US" sz="900" dirty="0">
                          <a:solidFill>
                            <a:schemeClr val="tx1"/>
                          </a:solidFill>
                          <a:latin typeface="+mn-ea"/>
                          <a:ea typeface="+mn-ea"/>
                        </a:rPr>
                        <a:t>기능요약</a:t>
                      </a: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gridSpan="30">
                  <a:txBody>
                    <a:bodyPr/>
                    <a:lstStyle/>
                    <a:p>
                      <a:pPr marL="171450" indent="-171450" algn="just" latinLnBrk="1">
                        <a:lnSpc>
                          <a:spcPct val="130000"/>
                        </a:lnSpc>
                        <a:buFont typeface="Arial" panose="020B0604020202020204" pitchFamily="34" charset="0"/>
                        <a:buChar char="•"/>
                      </a:pPr>
                      <a:r>
                        <a:rPr lang="ko-KR" altLang="en-US" sz="900" dirty="0">
                          <a:solidFill>
                            <a:schemeClr val="tx1"/>
                          </a:solidFill>
                          <a:latin typeface="맑은 고딕"/>
                          <a:ea typeface="맑은 고딕"/>
                        </a:rPr>
                        <a:t>일정 조율. 요청, 가능 시간 입력, 후보 투표, 확정, 변경.</a:t>
                      </a:r>
                    </a:p>
                    <a:p>
                      <a:pPr marL="171450" indent="-171450" algn="just" latinLnBrk="1">
                        <a:lnSpc>
                          <a:spcPct val="130000"/>
                        </a:lnSpc>
                        <a:buFont typeface="Arial" panose="020B0604020202020204" pitchFamily="34" charset="0"/>
                        <a:buChar char="•"/>
                      </a:pPr>
                      <a:r>
                        <a:rPr lang="ko-KR" altLang="en-US" sz="900" dirty="0">
                          <a:solidFill>
                            <a:schemeClr val="tx1"/>
                          </a:solidFill>
                          <a:latin typeface="맑은 고딕"/>
                          <a:ea typeface="맑은 고딕"/>
                        </a:rPr>
                        <a:t>공지. 템플릿, 임시 저장, 발송, 실패 다시 보내기.</a:t>
                      </a:r>
                    </a:p>
                    <a:p>
                      <a:pPr marL="171450" indent="-171450" algn="just" latinLnBrk="1">
                        <a:lnSpc>
                          <a:spcPct val="130000"/>
                        </a:lnSpc>
                        <a:buFont typeface="Arial" panose="020B0604020202020204" pitchFamily="34" charset="0"/>
                        <a:buChar char="•"/>
                      </a:pPr>
                      <a:r>
                        <a:rPr lang="ko-KR" altLang="en-US" sz="900" dirty="0">
                          <a:solidFill>
                            <a:schemeClr val="tx1"/>
                          </a:solidFill>
                          <a:latin typeface="맑은 고딕"/>
                          <a:ea typeface="맑은 고딕"/>
                        </a:rPr>
                        <a:t>자료. 어느 기기에서나 올리고 자료실에서 내려받기. PC 앱과 웹은 녹화 폴더를 지정한다.</a:t>
                      </a:r>
                    </a:p>
                    <a:p>
                      <a:pPr marL="171450" indent="-171450" algn="just" latinLnBrk="1">
                        <a:lnSpc>
                          <a:spcPct val="130000"/>
                        </a:lnSpc>
                        <a:buFont typeface="Arial" panose="020B0604020202020204" pitchFamily="34" charset="0"/>
                        <a:buChar char="•"/>
                      </a:pPr>
                      <a:r>
                        <a:rPr lang="ko-KR" altLang="en-US" sz="900" dirty="0">
                          <a:solidFill>
                            <a:schemeClr val="tx1"/>
                          </a:solidFill>
                          <a:latin typeface="맑은 고딕"/>
                          <a:ea typeface="맑은 고딕"/>
                        </a:rPr>
                        <a:t>서비스 관리자. 역할, 팀과 공지방, 대상별 공지. 회원가입과 로그인.</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3921827172"/>
                  </a:ext>
                </a:extLst>
              </a:tr>
              <a:tr h="504056">
                <a:tc>
                  <a:txBody>
                    <a:bodyPr/>
                    <a:lstStyle/>
                    <a:p>
                      <a:pPr algn="ctr" latinLnBrk="1">
                        <a:lnSpc>
                          <a:spcPct val="120000"/>
                        </a:lnSpc>
                      </a:pPr>
                      <a:r>
                        <a:rPr lang="ko-KR" altLang="en-US" sz="900" dirty="0">
                          <a:solidFill>
                            <a:schemeClr val="tx1"/>
                          </a:solidFill>
                          <a:latin typeface="+mn-ea"/>
                          <a:ea typeface="+mn-ea"/>
                        </a:rPr>
                        <a:t>기타사항</a:t>
                      </a: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ysDot"/>
                      <a:round/>
                      <a:headEnd type="none" w="med" len="med"/>
                      <a:tailEnd type="none" w="med" len="med"/>
                    </a:lnB>
                    <a:noFill/>
                  </a:tcPr>
                </a:tc>
                <a:tc gridSpan="30">
                  <a:txBody>
                    <a:bodyPr/>
                    <a:lstStyle/>
                    <a:p>
                      <a:pPr marL="171450" indent="-171450" algn="just" latinLnBrk="1">
                        <a:lnSpc>
                          <a:spcPct val="130000"/>
                        </a:lnSpc>
                        <a:buFont typeface="Arial" panose="020B0604020202020204" pitchFamily="34" charset="0"/>
                        <a:buChar char="•"/>
                      </a:pPr>
                      <a:r>
                        <a:rPr lang="ko-KR" altLang="en-US" sz="900" dirty="0">
                          <a:solidFill>
                            <a:schemeClr val="tx1"/>
                          </a:solidFill>
                          <a:latin typeface="맑은 고딕"/>
                          <a:ea typeface="맑은 고딕"/>
                        </a:rPr>
                        <a:t>구현은 네이티브 앱이다. 모든 화면이 스마트폰 앱, PC 앱, 웹에서 같은 기능으로 동작한다.</a:t>
                      </a:r>
                    </a:p>
                    <a:p>
                      <a:pPr marL="171450" indent="-171450" algn="just" latinLnBrk="1">
                        <a:lnSpc>
                          <a:spcPct val="130000"/>
                        </a:lnSpc>
                        <a:buFont typeface="Arial" panose="020B0604020202020204" pitchFamily="34" charset="0"/>
                        <a:buChar char="•"/>
                      </a:pPr>
                      <a:r>
                        <a:rPr lang="ko-KR" altLang="en-US" sz="900" dirty="0">
                          <a:solidFill>
                            <a:schemeClr val="tx1"/>
                          </a:solidFill>
                          <a:latin typeface="맑은 고딕"/>
                          <a:ea typeface="맑은 고딕"/>
                        </a:rPr>
                        <a:t>기술 스택은 Flutter + Supabase 셀프호스팅 + Go 보조 서버로 정했다. 로그인은 이메일로 한다.</a:t>
                      </a:r>
                    </a:p>
                    <a:p>
                      <a:pPr marL="171450" indent="-171450" algn="just" latinLnBrk="1">
                        <a:lnSpc>
                          <a:spcPct val="130000"/>
                        </a:lnSpc>
                        <a:buFont typeface="Arial" panose="020B0604020202020204" pitchFamily="34" charset="0"/>
                        <a:buChar char="•"/>
                      </a:pPr>
                      <a:r>
                        <a:rPr lang="ko-KR" altLang="en-US" sz="900" dirty="0">
                          <a:solidFill>
                            <a:schemeClr val="tx1"/>
                          </a:solidFill>
                          <a:latin typeface="맑은 고딕"/>
                          <a:ea typeface="맑은 고딕"/>
                        </a:rPr>
                        <a:t>데모 HTML 은 같은 원본에서 만들었다. 설명 보기를 켜면 이 문서의 Description 이 보인다.</a:t>
                      </a:r>
                    </a:p>
                    <a:p>
                      <a:pPr marL="171450" indent="-171450" algn="just" latinLnBrk="1">
                        <a:lnSpc>
                          <a:spcPct val="130000"/>
                        </a:lnSpc>
                        <a:buFont typeface="Arial" panose="020B0604020202020204" pitchFamily="34" charset="0"/>
                        <a:buChar char="•"/>
                      </a:pPr>
                      <a:r>
                        <a:rPr lang="ko-KR" altLang="en-US" sz="900" dirty="0">
                          <a:solidFill>
                            <a:schemeClr val="tx1"/>
                          </a:solidFill>
                          <a:latin typeface="맑은 고딕"/>
                          <a:ea typeface="맑은 고딕"/>
                        </a:rPr>
                        <a:t>용어. 앱 안의 역할은 문서에서 서비스 관리자라 쓰고 화면에는 관리자로 보인다. 서버, DB, Studio 를 다루는 사람은 시스템 관리자, 시스템 운영자라 쓴다.</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ysDot"/>
                      <a:round/>
                      <a:headEnd type="none" w="med" len="med"/>
                      <a:tailEnd type="none" w="med" len="med"/>
                    </a:lnB>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4171527082"/>
                  </a:ext>
                </a:extLst>
              </a:tr>
            </a:tbl>
          </a:graphicData>
        </a:graphic>
      </p:graphicFrame>
      <p:sp>
        <p:nvSpPr>
          <p:cNvPr id="5" name="TextBox 4">
            <a:extLst>
              <a:ext uri="{FF2B5EF4-FFF2-40B4-BE49-F238E27FC236}">
                <a16:creationId xmlns:a16="http://schemas.microsoft.com/office/drawing/2014/main" id="{67F700A4-35BE-48E8-B4CE-95643D148D21}"/>
              </a:ext>
            </a:extLst>
          </p:cNvPr>
          <p:cNvSpPr txBox="1"/>
          <p:nvPr/>
        </p:nvSpPr>
        <p:spPr>
          <a:xfrm>
            <a:off x="11780252" y="106980"/>
            <a:ext cx="248786" cy="230832"/>
          </a:xfrm>
          <a:prstGeom prst="rect">
            <a:avLst/>
          </a:prstGeom>
          <a:noFill/>
        </p:spPr>
        <p:txBody>
          <a:bodyPr wrap="none" rtlCol="0">
            <a:spAutoFit/>
          </a:bodyPr>
          <a:lstStyle/>
          <a:p>
            <a:fld id="{944918D1-1C8F-48E6-92D4-4089F97E8793}" type="slidenum">
              <a:rPr lang="ko-KR" altLang="en-US" sz="900" smtClean="0"/>
              <a:t>3</a:t>
            </a:fld>
            <a:endParaRPr lang="ko-KR" altLang="en-US" sz="900" dirty="0"/>
          </a:p>
        </p:txBody>
      </p:sp>
      <p:sp>
        <p:nvSpPr>
          <p:cNvPr id="6" name="TextBox 5"/>
          <p:cNvSpPr txBox="1"/>
          <p:nvPr/>
        </p:nvSpPr>
        <p:spPr>
          <a:xfrm>
            <a:off x="1188000" y="5400000"/>
            <a:ext cx="9792000" cy="360000"/>
          </a:xfrm>
          <a:prstGeom prst="rect">
            <a:avLst/>
          </a:prstGeom>
          <a:noFill/>
        </p:spPr>
        <p:txBody>
          <a:bodyPr wrap="square">
            <a:spAutoFit/>
          </a:bodyPr>
          <a:lstStyle/>
          <a:p>
            <a:r>
              <a:rPr sz="900" b="0">
                <a:solidFill>
                  <a:srgbClr val="404040"/>
                </a:solidFill>
                <a:latin typeface="맑은 고딕"/>
                <a:ea typeface="맑은 고딕"/>
              </a:rPr>
              <a:t>기획일정은 WBS 일정표를 따른다.</a:t>
            </a:r>
          </a:p>
          <a:p>
            <a:r>
              <a:rPr sz="900" b="0">
                <a:solidFill>
                  <a:srgbClr val="404040"/>
                </a:solidFill>
                <a:latin typeface="맑은 고딕"/>
                <a:ea typeface="맑은 고딕"/>
              </a:rPr>
              <a:t>1차 기간 2026-09-21 ~ 2026-11-20. 와이어프레임 초안 홍길동, 화면 검수 이영희.</a:t>
            </a:r>
          </a:p>
        </p:txBody>
      </p:sp>
    </p:spTree>
    <p:extLst>
      <p:ext uri="{BB962C8B-B14F-4D97-AF65-F5344CB8AC3E}">
        <p14:creationId xmlns:p14="http://schemas.microsoft.com/office/powerpoint/2010/main" val="3982823181"/>
      </p:ext>
    </p:extLst>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itle 1"/>
          <p:cNvSpPr>
            <a:spLocks noGrp="1"/>
          </p:cNvSpPr>
          <p:nvPr>
            <p:ph type="title"/>
          </p:nvPr>
        </p:nvSpPr>
        <p:spPr/>
        <p:txBody>
          <a:bodyPr/>
          <a:lstStyle/>
          <a:p>
            <a:r>
              <a:rPr>
                <a:latin typeface="맑은 고딕"/>
                <a:ea typeface="맑은 고딕"/>
              </a:rPr>
              <a:t>화면 목록 (1/2)</a:t>
            </a:r>
          </a:p>
        </p:txBody>
      </p:sp>
      <p:sp>
        <p:nvSpPr>
          <p:cNvPr id="4" name="TextBox 4">
            <a:extLst>
              <a:ext uri="{FF2B5EF4-FFF2-40B4-BE49-F238E27FC236}">
                <a16:creationId xmlns:a16="http://schemas.microsoft.com/office/drawing/2014/main" id="{90B8312E-970E-458B-87FB-84F7A22C22BA}"/>
              </a:ext>
            </a:extLst>
          </p:cNvPr>
          <p:cNvSpPr txBox="1"/>
          <p:nvPr/>
        </p:nvSpPr>
        <p:spPr>
          <a:xfrm>
            <a:off x="11780252" y="106980"/>
            <a:ext cx="248786" cy="230832"/>
          </a:xfrm>
          <a:prstGeom prst="rect">
            <a:avLst/>
          </a:prstGeom>
          <a:noFill/>
        </p:spPr>
        <p:txBody>
          <a:bodyPr wrap="none" rtlCol="0">
            <a:spAutoFit/>
          </a:bodyPr>
          <a:lstStyle/>
          <a:p>
            <a:r>
              <a:rPr>
                <a:latin typeface="맑은 고딕"/>
                <a:ea typeface="맑은 고딕"/>
              </a:rPr>
              <a:t>4</a:t>
            </a:r>
          </a:p>
        </p:txBody>
      </p:sp>
      <p:graphicFrame>
        <p:nvGraphicFramePr>
          <p:cNvPr id="5" name="표 2"/>
          <p:cNvGraphicFramePr>
            <a:graphicFrameLocks noGrp="1"/>
          </p:cNvGraphicFramePr>
          <p:nvPr>
            <p:extLst>
              <p:ext uri="{D42A27DB-BD31-4B8C-83A1-F6EECF244321}">
                <p14:modId xmlns:p14="http://schemas.microsoft.com/office/powerpoint/2010/main" val="2970646287"/>
              </p:ext>
            </p:extLst>
          </p:nvPr>
        </p:nvGraphicFramePr>
        <p:xfrm>
          <a:off x="720000" y="1368000"/>
          <a:ext cx="9864000" cy="2913483"/>
        </p:xfrm>
        <a:graphic>
          <a:graphicData uri="http://schemas.openxmlformats.org/drawingml/2006/table">
            <a:tbl>
              <a:tblPr>
                <a:tableStyleId>{5C22544A-7EE6-4342-B048-85BDC9FD1C3A}</a:tableStyleId>
              </a:tblPr>
              <a:tblGrid>
                <a:gridCol w="792000">
                  <a:extLst>
                    <a:ext uri="{9D8B030D-6E8A-4147-A177-3AD203B41FA5}">
                      <a16:colId xmlns:a16="http://schemas.microsoft.com/office/drawing/2014/main" val="20000"/>
                    </a:ext>
                  </a:extLst>
                </a:gridCol>
                <a:gridCol w="2520000">
                  <a:extLst>
                    <a:ext uri="{9D8B030D-6E8A-4147-A177-3AD203B41FA5}">
                      <a16:colId xmlns:a16="http://schemas.microsoft.com/office/drawing/2014/main" val="20001"/>
                    </a:ext>
                  </a:extLst>
                </a:gridCol>
                <a:gridCol w="936000">
                  <a:extLst>
                    <a:ext uri="{9D8B030D-6E8A-4147-A177-3AD203B41FA5}">
                      <a16:colId xmlns:a16="http://schemas.microsoft.com/office/drawing/2014/main" val="20002"/>
                    </a:ext>
                  </a:extLst>
                </a:gridCol>
                <a:gridCol w="1080000">
                  <a:extLst>
                    <a:ext uri="{9D8B030D-6E8A-4147-A177-3AD203B41FA5}">
                      <a16:colId xmlns:a16="http://schemas.microsoft.com/office/drawing/2014/main" val="20004"/>
                    </a:ext>
                  </a:extLst>
                </a:gridCol>
                <a:gridCol w="3960000">
                  <a:extLst>
                    <a:ext uri="{9D8B030D-6E8A-4147-A177-3AD203B41FA5}">
                      <a16:colId xmlns:a16="http://schemas.microsoft.com/office/drawing/2014/main" val="20005"/>
                    </a:ext>
                  </a:extLst>
                </a:gridCol>
                <a:gridCol w="576000">
                  <a:extLst>
                    <a:ext uri="{9D8B030D-6E8A-4147-A177-3AD203B41FA5}">
                      <a16:colId xmlns:a16="http://schemas.microsoft.com/office/drawing/2014/main" val="20005"/>
                    </a:ext>
                  </a:extLst>
                </a:gridCol>
              </a:tblGrid>
              <a:tr h="309600">
                <a:tc>
                  <a:txBody>
                    <a:bodyPr/>
                    <a:lstStyle/>
                    <a:p>
                      <a:pPr algn="ctr" latinLnBrk="1" marL="0" indent="0">
                        <a:buNone/>
                      </a:pPr>
                      <a:r>
                        <a:rPr lang="en-US" altLang="ko-KR" sz="900" b="1" dirty="0">
                          <a:solidFill>
                            <a:schemeClr val="tx1"/>
                          </a:solidFill>
                          <a:latin typeface="맑은 고딕"/>
                          <a:ea typeface="맑은 고딕"/>
                        </a:rPr>
                        <a:t>화면 ID</a:t>
                      </a:r>
                    </a:p>
                  </a:txBody>
                  <a:tcPr anchor="ctr">
                    <a:lnR w="3175" cap="flat" cmpd="sng" algn="ctr">
                      <a:solidFill>
                        <a:schemeClr val="bg1">
                          <a:lumMod val="75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solidFill>
                      <a:schemeClr val="bg1">
                        <a:lumMod val="85000"/>
                      </a:schemeClr>
                    </a:solidFill>
                  </a:tcPr>
                </a:tc>
                <a:tc>
                  <a:txBody>
                    <a:bodyPr/>
                    <a:lstStyle/>
                    <a:p>
                      <a:pPr algn="ctr" latinLnBrk="1" marL="0" indent="0">
                        <a:buNone/>
                      </a:pPr>
                      <a:r>
                        <a:rPr lang="en-US" altLang="ko-KR" sz="900" b="1" dirty="0">
                          <a:solidFill>
                            <a:schemeClr val="tx1"/>
                          </a:solidFill>
                          <a:latin typeface="맑은 고딕"/>
                          <a:ea typeface="맑은 고딕"/>
                        </a:rPr>
                        <a:t>화면명</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solidFill>
                      <a:schemeClr val="bg1">
                        <a:lumMod val="85000"/>
                      </a:schemeClr>
                    </a:solidFill>
                  </a:tcPr>
                </a:tc>
                <a:tc>
                  <a:txBody>
                    <a:bodyPr/>
                    <a:lstStyle/>
                    <a:p>
                      <a:pPr algn="ctr" latinLnBrk="1" marL="0" indent="0">
                        <a:buNone/>
                      </a:pPr>
                      <a:r>
                        <a:rPr lang="en-US" altLang="ko-KR" sz="900" b="1" dirty="0">
                          <a:solidFill>
                            <a:schemeClr val="tx1"/>
                          </a:solidFill>
                          <a:latin typeface="맑은 고딕"/>
                          <a:ea typeface="맑은 고딕"/>
                        </a:rPr>
                        <a:t>그룹</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solidFill>
                      <a:schemeClr val="bg1">
                        <a:lumMod val="85000"/>
                      </a:schemeClr>
                    </a:solidFill>
                  </a:tcPr>
                </a:tc>
                <a:tc>
                  <a:txBody>
                    <a:bodyPr/>
                    <a:lstStyle/>
                    <a:p>
                      <a:pPr marL="0" marR="0" indent="0" algn="ctr" defTabSz="914400" rtl="0" eaLnBrk="1" fontAlgn="auto" latinLnBrk="1" hangingPunct="1">
                        <a:lnSpc>
                          <a:spcPct val="100000"/>
                        </a:lnSpc>
                        <a:spcBef>
                          <a:spcPts val="0"/>
                        </a:spcBef>
                        <a:spcAft>
                          <a:spcPts val="0"/>
                        </a:spcAft>
                        <a:buClrTx/>
                        <a:buSzTx/>
                        <a:buFontTx/>
                        <a:tabLst/>
                        <a:defRPr/>
                        <a:buNone/>
                      </a:pPr>
                      <a:r>
                        <a:rPr lang="en-US" altLang="ko-KR" sz="900" b="1" dirty="0">
                          <a:solidFill>
                            <a:schemeClr val="tx1"/>
                          </a:solidFill>
                          <a:latin typeface="맑은 고딕"/>
                          <a:ea typeface="맑은 고딕"/>
                        </a:rPr>
                        <a:t>플랫폼</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solidFill>
                      <a:schemeClr val="bg1">
                        <a:lumMod val="85000"/>
                      </a:schemeClr>
                    </a:solidFill>
                  </a:tcPr>
                </a:tc>
                <a:tc>
                  <a:txBody>
                    <a:bodyPr/>
                    <a:lstStyle/>
                    <a:p>
                      <a:pPr marL="0" marR="0" indent="0" algn="ctr" defTabSz="914400" rtl="0" eaLnBrk="1" fontAlgn="auto" latinLnBrk="1" hangingPunct="1">
                        <a:lnSpc>
                          <a:spcPct val="100000"/>
                        </a:lnSpc>
                        <a:spcBef>
                          <a:spcPts val="0"/>
                        </a:spcBef>
                        <a:spcAft>
                          <a:spcPts val="0"/>
                        </a:spcAft>
                        <a:buClrTx/>
                        <a:buSzTx/>
                        <a:buFontTx/>
                        <a:tabLst/>
                        <a:defRPr/>
                        <a:buNone/>
                      </a:pPr>
                      <a:r>
                        <a:rPr lang="en-US" altLang="ko-KR" sz="900" b="1" dirty="0">
                          <a:solidFill>
                            <a:schemeClr val="tx1"/>
                          </a:solidFill>
                          <a:latin typeface="맑은 고딕"/>
                          <a:ea typeface="맑은 고딕"/>
                        </a:rPr>
                        <a:t>관련 요구사항</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solidFill>
                      <a:schemeClr val="bg1">
                        <a:lumMod val="85000"/>
                      </a:schemeClr>
                    </a:solidFill>
                  </a:tcPr>
                </a:tc>
                <a:tc>
                  <a:txBody>
                    <a:bodyPr/>
                    <a:lstStyle/>
                    <a:p>
                      <a:pPr marL="0" marR="0" indent="0" algn="ctr" defTabSz="914400" rtl="0" eaLnBrk="1" fontAlgn="auto" latinLnBrk="1" hangingPunct="1">
                        <a:lnSpc>
                          <a:spcPct val="100000"/>
                        </a:lnSpc>
                        <a:spcBef>
                          <a:spcPts val="0"/>
                        </a:spcBef>
                        <a:spcAft>
                          <a:spcPts val="0"/>
                        </a:spcAft>
                        <a:buClrTx/>
                        <a:buSzTx/>
                        <a:buFontTx/>
                        <a:tabLst/>
                        <a:defRPr/>
                        <a:buNone/>
                      </a:pPr>
                      <a:r>
                        <a:rPr lang="en-US" altLang="ko-KR" sz="900" b="1" dirty="0">
                          <a:solidFill>
                            <a:schemeClr val="tx1"/>
                          </a:solidFill>
                          <a:latin typeface="맑은 고딕"/>
                          <a:ea typeface="맑은 고딕"/>
                        </a:rPr>
                        <a:t>데모</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309600">
                <a:tc>
                  <a:txBody>
                    <a:bodyPr/>
                    <a:lstStyle/>
                    <a:p>
                      <a:pPr algn="ctr" latinLnBrk="1" marL="0" indent="0">
                        <a:buNone/>
                      </a:pPr>
                      <a:r>
                        <a:rPr lang="en-US" altLang="ko-KR" sz="850" dirty="0">
                          <a:solidFill>
                            <a:schemeClr val="tx1"/>
                          </a:solidFill>
                          <a:latin typeface="맑은 고딕"/>
                          <a:ea typeface="맑은 고딕"/>
                        </a:rPr>
                        <a:t>A-01</a:t>
                      </a: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l" latinLnBrk="1" marL="0" indent="0">
                        <a:buNone/>
                      </a:pPr>
                      <a:r>
                        <a:rPr lang="en-US" altLang="ko-KR" sz="850" dirty="0">
                          <a:solidFill>
                            <a:schemeClr val="tx1"/>
                          </a:solidFill>
                          <a:latin typeface="맑은 고딕"/>
                          <a:ea typeface="맑은 고딕"/>
                        </a:rPr>
                        <a:t>로그인</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buNone/>
                      </a:pPr>
                      <a:r>
                        <a:rPr lang="ko-KR" altLang="en-US" sz="850" dirty="0">
                          <a:solidFill>
                            <a:schemeClr val="tx1"/>
                          </a:solidFill>
                          <a:latin typeface="맑은 고딕"/>
                          <a:ea typeface="맑은 고딕"/>
                        </a:rPr>
                        <a:t>시작</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marL="0" indent="0">
                        <a:buNone/>
                      </a:pPr>
                      <a:r>
                        <a:rPr lang="en-US" altLang="ko-KR" sz="850" dirty="0">
                          <a:solidFill>
                            <a:schemeClr val="tx1"/>
                          </a:solidFill>
                          <a:latin typeface="맑은 고딕"/>
                          <a:ea typeface="맑은 고딕"/>
                        </a:rPr>
                        <a:t>앱 · PC · 웹</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l" latinLnBrk="1" marL="0" indent="0">
                        <a:buNone/>
                      </a:pPr>
                      <a:r>
                        <a:rPr lang="ko-KR" altLang="en-US" sz="850" dirty="0">
                          <a:solidFill>
                            <a:schemeClr val="tx1"/>
                          </a:solidFill>
                          <a:latin typeface="맑은 고딕"/>
                          <a:ea typeface="맑은 고딕"/>
                        </a:rPr>
                        <a:t>FR-29, SR-01</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marL="0" indent="0">
                        <a:buNone/>
                      </a:pPr>
                      <a:r>
                        <a:rPr lang="ko-KR" altLang="en-US" sz="850" dirty="0">
                          <a:solidFill>
                            <a:schemeClr val="tx1"/>
                          </a:solidFill>
                          <a:latin typeface="맑은 고딕"/>
                          <a:ea typeface="맑은 고딕"/>
                        </a:rPr>
                        <a:t>있음</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1"/>
                  </a:ext>
                </a:extLst>
              </a:tr>
              <a:tr h="309600">
                <a:tc>
                  <a:txBody>
                    <a:bodyPr/>
                    <a:lstStyle/>
                    <a:p>
                      <a:pPr algn="ctr" latinLnBrk="1" marL="0" indent="0">
                        <a:buNone/>
                      </a:pPr>
                      <a:r>
                        <a:rPr lang="en-US" altLang="ko-KR" sz="850" dirty="0">
                          <a:solidFill>
                            <a:schemeClr val="tx1"/>
                          </a:solidFill>
                          <a:latin typeface="맑은 고딕"/>
                          <a:ea typeface="맑은 고딕"/>
                        </a:rPr>
                        <a:t>A-02</a:t>
                      </a: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l" latinLnBrk="1" marL="0" indent="0">
                        <a:buNone/>
                      </a:pPr>
                      <a:r>
                        <a:rPr lang="en-US" altLang="ko-KR" sz="850" dirty="0">
                          <a:solidFill>
                            <a:schemeClr val="tx1"/>
                          </a:solidFill>
                          <a:latin typeface="맑은 고딕"/>
                          <a:ea typeface="맑은 고딕"/>
                        </a:rPr>
                        <a:t>회원가입</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buNone/>
                      </a:pPr>
                      <a:r>
                        <a:rPr lang="ko-KR" altLang="en-US" sz="850" dirty="0">
                          <a:solidFill>
                            <a:schemeClr val="tx1"/>
                          </a:solidFill>
                          <a:latin typeface="맑은 고딕"/>
                          <a:ea typeface="맑은 고딕"/>
                        </a:rPr>
                        <a:t>시작</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marL="0" indent="0">
                        <a:buNone/>
                      </a:pPr>
                      <a:r>
                        <a:rPr lang="en-US" altLang="ko-KR" sz="850" dirty="0">
                          <a:solidFill>
                            <a:schemeClr val="tx1"/>
                          </a:solidFill>
                          <a:latin typeface="맑은 고딕"/>
                          <a:ea typeface="맑은 고딕"/>
                        </a:rPr>
                        <a:t>앱 · PC · 웹</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l" latinLnBrk="1" marL="0" indent="0">
                        <a:buNone/>
                      </a:pPr>
                      <a:r>
                        <a:rPr lang="ko-KR" altLang="en-US" sz="850" dirty="0">
                          <a:solidFill>
                            <a:schemeClr val="tx1"/>
                          </a:solidFill>
                          <a:latin typeface="맑은 고딕"/>
                          <a:ea typeface="맑은 고딕"/>
                        </a:rPr>
                        <a:t>FR-28, SR-01</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marL="0" indent="0">
                        <a:buNone/>
                      </a:pPr>
                      <a:r>
                        <a:rPr lang="ko-KR" altLang="en-US" sz="850" dirty="0">
                          <a:solidFill>
                            <a:schemeClr val="tx1"/>
                          </a:solidFill>
                          <a:latin typeface="맑은 고딕"/>
                          <a:ea typeface="맑은 고딕"/>
                        </a:rPr>
                        <a:t>있음</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1"/>
                  </a:ext>
                </a:extLst>
              </a:tr>
              <a:tr h="309600">
                <a:tc>
                  <a:txBody>
                    <a:bodyPr/>
                    <a:lstStyle/>
                    <a:p>
                      <a:pPr algn="ctr" latinLnBrk="1" marL="0" indent="0">
                        <a:buNone/>
                      </a:pPr>
                      <a:r>
                        <a:rPr lang="en-US" altLang="ko-KR" sz="850" dirty="0">
                          <a:solidFill>
                            <a:schemeClr val="tx1"/>
                          </a:solidFill>
                          <a:latin typeface="맑은 고딕"/>
                          <a:ea typeface="맑은 고딕"/>
                        </a:rPr>
                        <a:t>A-03</a:t>
                      </a: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l" latinLnBrk="1" marL="0" indent="0">
                        <a:buNone/>
                      </a:pPr>
                      <a:r>
                        <a:rPr lang="en-US" altLang="ko-KR" sz="850" dirty="0">
                          <a:solidFill>
                            <a:schemeClr val="tx1"/>
                          </a:solidFill>
                          <a:latin typeface="맑은 고딕"/>
                          <a:ea typeface="맑은 고딕"/>
                        </a:rPr>
                        <a:t>비밀번호 찾기</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buNone/>
                      </a:pPr>
                      <a:r>
                        <a:rPr lang="ko-KR" altLang="en-US" sz="850" dirty="0">
                          <a:solidFill>
                            <a:schemeClr val="tx1"/>
                          </a:solidFill>
                          <a:latin typeface="맑은 고딕"/>
                          <a:ea typeface="맑은 고딕"/>
                        </a:rPr>
                        <a:t>시작</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marL="0" indent="0">
                        <a:buNone/>
                      </a:pPr>
                      <a:r>
                        <a:rPr lang="en-US" altLang="ko-KR" sz="850" dirty="0">
                          <a:solidFill>
                            <a:schemeClr val="tx1"/>
                          </a:solidFill>
                          <a:latin typeface="맑은 고딕"/>
                          <a:ea typeface="맑은 고딕"/>
                        </a:rPr>
                        <a:t>앱 · PC · 웹</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l" latinLnBrk="1" marL="0" indent="0">
                        <a:buNone/>
                      </a:pPr>
                      <a:r>
                        <a:rPr lang="ko-KR" altLang="en-US" sz="850" dirty="0">
                          <a:solidFill>
                            <a:schemeClr val="tx1"/>
                          </a:solidFill>
                          <a:latin typeface="맑은 고딕"/>
                          <a:ea typeface="맑은 고딕"/>
                        </a:rPr>
                        <a:t>FR-29</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marL="0" indent="0">
                        <a:buNone/>
                      </a:pPr>
                      <a:r>
                        <a:rPr lang="ko-KR" altLang="en-US" sz="850" dirty="0">
                          <a:solidFill>
                            <a:schemeClr val="tx1"/>
                          </a:solidFill>
                          <a:latin typeface="맑은 고딕"/>
                          <a:ea typeface="맑은 고딕"/>
                        </a:rPr>
                        <a:t>있음</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1"/>
                  </a:ext>
                </a:extLst>
              </a:tr>
              <a:tr h="309600">
                <a:tc>
                  <a:txBody>
                    <a:bodyPr/>
                    <a:lstStyle/>
                    <a:p>
                      <a:pPr algn="ctr" latinLnBrk="1" marL="0" indent="0">
                        <a:buNone/>
                      </a:pPr>
                      <a:r>
                        <a:rPr lang="en-US" altLang="ko-KR" sz="850" dirty="0">
                          <a:solidFill>
                            <a:schemeClr val="tx1"/>
                          </a:solidFill>
                          <a:latin typeface="맑은 고딕"/>
                          <a:ea typeface="맑은 고딕"/>
                        </a:rPr>
                        <a:t>A-04</a:t>
                      </a: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l" latinLnBrk="1" marL="0" indent="0">
                        <a:buNone/>
                      </a:pPr>
                      <a:r>
                        <a:rPr lang="en-US" altLang="ko-KR" sz="850" dirty="0">
                          <a:solidFill>
                            <a:schemeClr val="tx1"/>
                          </a:solidFill>
                          <a:latin typeface="맑은 고딕"/>
                          <a:ea typeface="맑은 고딕"/>
                        </a:rPr>
                        <a:t>새 비밀번호 정하기</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buNone/>
                      </a:pPr>
                      <a:r>
                        <a:rPr lang="ko-KR" altLang="en-US" sz="850" dirty="0">
                          <a:solidFill>
                            <a:schemeClr val="tx1"/>
                          </a:solidFill>
                          <a:latin typeface="맑은 고딕"/>
                          <a:ea typeface="맑은 고딕"/>
                        </a:rPr>
                        <a:t>시작</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marL="0" indent="0">
                        <a:buNone/>
                      </a:pPr>
                      <a:r>
                        <a:rPr lang="en-US" altLang="ko-KR" sz="850" dirty="0">
                          <a:solidFill>
                            <a:schemeClr val="tx1"/>
                          </a:solidFill>
                          <a:latin typeface="맑은 고딕"/>
                          <a:ea typeface="맑은 고딕"/>
                        </a:rPr>
                        <a:t>앱 · PC · 웹</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l" latinLnBrk="1" marL="0" indent="0">
                        <a:buNone/>
                      </a:pPr>
                      <a:r>
                        <a:rPr lang="ko-KR" altLang="en-US" sz="850" dirty="0">
                          <a:solidFill>
                            <a:schemeClr val="tx1"/>
                          </a:solidFill>
                          <a:latin typeface="맑은 고딕"/>
                          <a:ea typeface="맑은 고딕"/>
                        </a:rPr>
                        <a:t>FR-29, SR-01</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marL="0" indent="0">
                        <a:buNone/>
                      </a:pPr>
                      <a:r>
                        <a:rPr lang="ko-KR" altLang="en-US" sz="850" dirty="0">
                          <a:solidFill>
                            <a:schemeClr val="tx1"/>
                          </a:solidFill>
                          <a:latin typeface="맑은 고딕"/>
                          <a:ea typeface="맑은 고딕"/>
                        </a:rPr>
                        <a:t>있음</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1"/>
                  </a:ext>
                </a:extLst>
              </a:tr>
              <a:tr h="309600">
                <a:tc>
                  <a:txBody>
                    <a:bodyPr/>
                    <a:lstStyle/>
                    <a:p>
                      <a:pPr algn="ctr" latinLnBrk="1" marL="0" indent="0">
                        <a:buNone/>
                      </a:pPr>
                      <a:r>
                        <a:rPr lang="en-US" altLang="ko-KR" sz="850" dirty="0">
                          <a:solidFill>
                            <a:schemeClr val="tx1"/>
                          </a:solidFill>
                          <a:latin typeface="맑은 고딕"/>
                          <a:ea typeface="맑은 고딕"/>
                        </a:rPr>
                        <a:t>B-01</a:t>
                      </a: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l" latinLnBrk="1" marL="0" indent="0">
                        <a:buNone/>
                      </a:pPr>
                      <a:r>
                        <a:rPr lang="en-US" altLang="ko-KR" sz="850" dirty="0">
                          <a:solidFill>
                            <a:schemeClr val="tx1"/>
                          </a:solidFill>
                          <a:latin typeface="맑은 고딕"/>
                          <a:ea typeface="맑은 고딕"/>
                        </a:rPr>
                        <a:t>홈</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buNone/>
                      </a:pPr>
                      <a:r>
                        <a:rPr lang="ko-KR" altLang="en-US" sz="850" dirty="0">
                          <a:solidFill>
                            <a:schemeClr val="tx1"/>
                          </a:solidFill>
                          <a:latin typeface="맑은 고딕"/>
                          <a:ea typeface="맑은 고딕"/>
                        </a:rPr>
                        <a:t>홈</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marL="0" indent="0">
                        <a:buNone/>
                      </a:pPr>
                      <a:r>
                        <a:rPr lang="en-US" altLang="ko-KR" sz="850" dirty="0">
                          <a:solidFill>
                            <a:schemeClr val="tx1"/>
                          </a:solidFill>
                          <a:latin typeface="맑은 고딕"/>
                          <a:ea typeface="맑은 고딕"/>
                        </a:rPr>
                        <a:t>앱 · PC · 웹</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l" latinLnBrk="1" marL="0" indent="0">
                        <a:buNone/>
                      </a:pPr>
                      <a:r>
                        <a:rPr lang="ko-KR" altLang="en-US" sz="850" dirty="0">
                          <a:solidFill>
                            <a:schemeClr val="tx1"/>
                          </a:solidFill>
                          <a:latin typeface="맑은 고딕"/>
                          <a:ea typeface="맑은 고딕"/>
                        </a:rPr>
                        <a:t>FR-11</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marL="0" indent="0">
                        <a:buNone/>
                      </a:pPr>
                      <a:r>
                        <a:rPr lang="ko-KR" altLang="en-US" sz="850" dirty="0">
                          <a:solidFill>
                            <a:schemeClr val="tx1"/>
                          </a:solidFill>
                          <a:latin typeface="맑은 고딕"/>
                          <a:ea typeface="맑은 고딕"/>
                        </a:rPr>
                        <a:t>있음</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1"/>
                  </a:ext>
                </a:extLst>
              </a:tr>
              <a:tr h="309600">
                <a:tc>
                  <a:txBody>
                    <a:bodyPr/>
                    <a:lstStyle/>
                    <a:p>
                      <a:pPr algn="ctr" latinLnBrk="1" marL="0" indent="0">
                        <a:buNone/>
                      </a:pPr>
                      <a:r>
                        <a:rPr lang="en-US" altLang="ko-KR" sz="850" dirty="0">
                          <a:solidFill>
                            <a:schemeClr val="tx1"/>
                          </a:solidFill>
                          <a:latin typeface="맑은 고딕"/>
                          <a:ea typeface="맑은 고딕"/>
                        </a:rPr>
                        <a:t>B-02</a:t>
                      </a: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l" latinLnBrk="1" marL="0" indent="0">
                        <a:buNone/>
                      </a:pPr>
                      <a:r>
                        <a:rPr lang="en-US" altLang="ko-KR" sz="850" dirty="0">
                          <a:solidFill>
                            <a:schemeClr val="tx1"/>
                          </a:solidFill>
                          <a:latin typeface="맑은 고딕"/>
                          <a:ea typeface="맑은 고딕"/>
                        </a:rPr>
                        <a:t>알림</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buNone/>
                      </a:pPr>
                      <a:r>
                        <a:rPr lang="ko-KR" altLang="en-US" sz="850" dirty="0">
                          <a:solidFill>
                            <a:schemeClr val="tx1"/>
                          </a:solidFill>
                          <a:latin typeface="맑은 고딕"/>
                          <a:ea typeface="맑은 고딕"/>
                        </a:rPr>
                        <a:t>홈</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marL="0" indent="0">
                        <a:buNone/>
                      </a:pPr>
                      <a:r>
                        <a:rPr lang="en-US" altLang="ko-KR" sz="850" dirty="0">
                          <a:solidFill>
                            <a:schemeClr val="tx1"/>
                          </a:solidFill>
                          <a:latin typeface="맑은 고딕"/>
                          <a:ea typeface="맑은 고딕"/>
                        </a:rPr>
                        <a:t>앱 · PC · 웹</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l" latinLnBrk="1" marL="0" indent="0">
                        <a:buNone/>
                      </a:pPr>
                      <a:r>
                        <a:rPr lang="ko-KR" altLang="en-US" sz="850" dirty="0">
                          <a:solidFill>
                            <a:schemeClr val="tx1"/>
                          </a:solidFill>
                          <a:latin typeface="맑은 고딕"/>
                          <a:ea typeface="맑은 고딕"/>
                        </a:rPr>
                        <a:t>FR-07, FR-09, FR-12, FR-13</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marL="0" indent="0">
                        <a:buNone/>
                      </a:pPr>
                      <a:r>
                        <a:rPr lang="ko-KR" altLang="en-US" sz="850" dirty="0">
                          <a:solidFill>
                            <a:schemeClr val="tx1"/>
                          </a:solidFill>
                          <a:latin typeface="맑은 고딕"/>
                          <a:ea typeface="맑은 고딕"/>
                        </a:rPr>
                        <a:t>있음</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1"/>
                  </a:ext>
                </a:extLst>
              </a:tr>
              <a:tr h="309600">
                <a:tc>
                  <a:txBody>
                    <a:bodyPr/>
                    <a:lstStyle/>
                    <a:p>
                      <a:pPr algn="ctr" latinLnBrk="1" marL="0" indent="0">
                        <a:buNone/>
                      </a:pPr>
                      <a:r>
                        <a:rPr lang="en-US" altLang="ko-KR" sz="850" dirty="0">
                          <a:solidFill>
                            <a:schemeClr val="tx1"/>
                          </a:solidFill>
                          <a:latin typeface="맑은 고딕"/>
                          <a:ea typeface="맑은 고딕"/>
                        </a:rPr>
                        <a:t>C-01</a:t>
                      </a: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l" latinLnBrk="1" marL="0" indent="0">
                        <a:buNone/>
                      </a:pPr>
                      <a:r>
                        <a:rPr lang="en-US" altLang="ko-KR" sz="850" dirty="0">
                          <a:solidFill>
                            <a:schemeClr val="tx1"/>
                          </a:solidFill>
                          <a:latin typeface="맑은 고딕"/>
                          <a:ea typeface="맑은 고딕"/>
                        </a:rPr>
                        <a:t>일정 현황</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buNone/>
                      </a:pPr>
                      <a:r>
                        <a:rPr lang="ko-KR" altLang="en-US" sz="850" dirty="0">
                          <a:solidFill>
                            <a:schemeClr val="tx1"/>
                          </a:solidFill>
                          <a:latin typeface="맑은 고딕"/>
                          <a:ea typeface="맑은 고딕"/>
                        </a:rPr>
                        <a:t>일정</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marL="0" indent="0">
                        <a:buNone/>
                      </a:pPr>
                      <a:r>
                        <a:rPr lang="en-US" altLang="ko-KR" sz="850" dirty="0">
                          <a:solidFill>
                            <a:schemeClr val="tx1"/>
                          </a:solidFill>
                          <a:latin typeface="맑은 고딕"/>
                          <a:ea typeface="맑은 고딕"/>
                        </a:rPr>
                        <a:t>앱 · PC · 웹</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l" latinLnBrk="1" marL="0" indent="0">
                        <a:buNone/>
                      </a:pPr>
                      <a:r>
                        <a:rPr lang="ko-KR" altLang="en-US" sz="850" dirty="0">
                          <a:solidFill>
                            <a:schemeClr val="tx1"/>
                          </a:solidFill>
                          <a:latin typeface="맑은 고딕"/>
                          <a:ea typeface="맑은 고딕"/>
                        </a:rPr>
                        <a:t>FR-06, FR-07, FR-09</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marL="0" indent="0">
                        <a:buNone/>
                      </a:pPr>
                      <a:r>
                        <a:rPr lang="ko-KR" altLang="en-US" sz="850" dirty="0">
                          <a:solidFill>
                            <a:schemeClr val="tx1"/>
                          </a:solidFill>
                          <a:latin typeface="맑은 고딕"/>
                          <a:ea typeface="맑은 고딕"/>
                        </a:rPr>
                        <a:t>있음</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1"/>
                  </a:ext>
                </a:extLst>
              </a:tr>
              <a:tr h="309600">
                <a:tc>
                  <a:txBody>
                    <a:bodyPr/>
                    <a:lstStyle/>
                    <a:p>
                      <a:pPr algn="ctr" latinLnBrk="1" marL="0" indent="0">
                        <a:buNone/>
                      </a:pPr>
                      <a:r>
                        <a:rPr lang="en-US" altLang="ko-KR" sz="850" dirty="0">
                          <a:solidFill>
                            <a:schemeClr val="tx1"/>
                          </a:solidFill>
                          <a:latin typeface="맑은 고딕"/>
                          <a:ea typeface="맑은 고딕"/>
                        </a:rPr>
                        <a:t>C-02</a:t>
                      </a: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l" latinLnBrk="1" marL="0" indent="0">
                        <a:buNone/>
                      </a:pPr>
                      <a:r>
                        <a:rPr lang="en-US" altLang="ko-KR" sz="850" dirty="0">
                          <a:solidFill>
                            <a:schemeClr val="tx1"/>
                          </a:solidFill>
                          <a:latin typeface="맑은 고딕"/>
                          <a:ea typeface="맑은 고딕"/>
                        </a:rPr>
                        <a:t>일정 요청 만들기</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buNone/>
                      </a:pPr>
                      <a:r>
                        <a:rPr lang="ko-KR" altLang="en-US" sz="850" dirty="0">
                          <a:solidFill>
                            <a:schemeClr val="tx1"/>
                          </a:solidFill>
                          <a:latin typeface="맑은 고딕"/>
                          <a:ea typeface="맑은 고딕"/>
                        </a:rPr>
                        <a:t>일정</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marL="0" indent="0">
                        <a:buNone/>
                      </a:pPr>
                      <a:r>
                        <a:rPr lang="en-US" altLang="ko-KR" sz="850" dirty="0">
                          <a:solidFill>
                            <a:schemeClr val="tx1"/>
                          </a:solidFill>
                          <a:latin typeface="맑은 고딕"/>
                          <a:ea typeface="맑은 고딕"/>
                        </a:rPr>
                        <a:t>앱 · PC · 웹</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l" latinLnBrk="1" marL="0" indent="0">
                        <a:buNone/>
                      </a:pPr>
                      <a:r>
                        <a:rPr lang="ko-KR" altLang="en-US" sz="850" dirty="0">
                          <a:solidFill>
                            <a:schemeClr val="tx1"/>
                          </a:solidFill>
                          <a:latin typeface="맑은 고딕"/>
                          <a:ea typeface="맑은 고딕"/>
                        </a:rPr>
                        <a:t>FR-06, FR-07</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marL="0" indent="0">
                        <a:buNone/>
                      </a:pPr>
                      <a:r>
                        <a:rPr lang="ko-KR" altLang="en-US" sz="850" dirty="0">
                          <a:solidFill>
                            <a:schemeClr val="tx1"/>
                          </a:solidFill>
                          <a:latin typeface="맑은 고딕"/>
                          <a:ea typeface="맑은 고딕"/>
                        </a:rPr>
                        <a:t>있음</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1"/>
                  </a:ext>
                </a:extLst>
              </a:tr>
              <a:tr h="309600">
                <a:tc>
                  <a:txBody>
                    <a:bodyPr/>
                    <a:lstStyle/>
                    <a:p>
                      <a:pPr algn="ctr" latinLnBrk="1" marL="0" indent="0">
                        <a:buNone/>
                      </a:pPr>
                      <a:r>
                        <a:rPr lang="en-US" altLang="ko-KR" sz="850" dirty="0">
                          <a:solidFill>
                            <a:schemeClr val="tx1"/>
                          </a:solidFill>
                          <a:latin typeface="맑은 고딕"/>
                          <a:ea typeface="맑은 고딕"/>
                        </a:rPr>
                        <a:t>C-03</a:t>
                      </a: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l" latinLnBrk="1" marL="0" indent="0">
                        <a:buNone/>
                      </a:pPr>
                      <a:r>
                        <a:rPr lang="en-US" altLang="ko-KR" sz="850" dirty="0">
                          <a:solidFill>
                            <a:schemeClr val="tx1"/>
                          </a:solidFill>
                          <a:latin typeface="맑은 고딕"/>
                          <a:ea typeface="맑은 고딕"/>
                        </a:rPr>
                        <a:t>가능 시간 입력 1단계 날 고르기</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buNone/>
                      </a:pPr>
                      <a:r>
                        <a:rPr lang="ko-KR" altLang="en-US" sz="850" dirty="0">
                          <a:solidFill>
                            <a:schemeClr val="tx1"/>
                          </a:solidFill>
                          <a:latin typeface="맑은 고딕"/>
                          <a:ea typeface="맑은 고딕"/>
                        </a:rPr>
                        <a:t>일정</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marL="0" indent="0">
                        <a:buNone/>
                      </a:pPr>
                      <a:r>
                        <a:rPr lang="en-US" altLang="ko-KR" sz="850" dirty="0">
                          <a:solidFill>
                            <a:schemeClr val="tx1"/>
                          </a:solidFill>
                          <a:latin typeface="맑은 고딕"/>
                          <a:ea typeface="맑은 고딕"/>
                        </a:rPr>
                        <a:t>앱 · PC · 웹</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l" latinLnBrk="1" marL="0" indent="0">
                        <a:buNone/>
                      </a:pPr>
                      <a:r>
                        <a:rPr lang="ko-KR" altLang="en-US" sz="850" dirty="0">
                          <a:solidFill>
                            <a:schemeClr val="tx1"/>
                          </a:solidFill>
                          <a:latin typeface="맑은 고딕"/>
                          <a:ea typeface="맑은 고딕"/>
                        </a:rPr>
                        <a:t>FR-08</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marL="0" indent="0">
                        <a:buNone/>
                      </a:pPr>
                      <a:r>
                        <a:rPr lang="ko-KR" altLang="en-US" sz="850" dirty="0">
                          <a:solidFill>
                            <a:schemeClr val="tx1"/>
                          </a:solidFill>
                          <a:latin typeface="맑은 고딕"/>
                          <a:ea typeface="맑은 고딕"/>
                        </a:rPr>
                        <a:t>있음</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1"/>
                  </a:ext>
                </a:extLst>
              </a:tr>
              <a:tr h="309600">
                <a:tc>
                  <a:txBody>
                    <a:bodyPr/>
                    <a:lstStyle/>
                    <a:p>
                      <a:pPr algn="ctr" latinLnBrk="1" marL="0" indent="0">
                        <a:buNone/>
                      </a:pPr>
                      <a:r>
                        <a:rPr lang="en-US" altLang="ko-KR" sz="850" dirty="0">
                          <a:solidFill>
                            <a:schemeClr val="tx1"/>
                          </a:solidFill>
                          <a:latin typeface="맑은 고딕"/>
                          <a:ea typeface="맑은 고딕"/>
                        </a:rPr>
                        <a:t>C-04</a:t>
                      </a: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l" latinLnBrk="1" marL="0" indent="0">
                        <a:buNone/>
                      </a:pPr>
                      <a:r>
                        <a:rPr lang="en-US" altLang="ko-KR" sz="850" dirty="0">
                          <a:solidFill>
                            <a:schemeClr val="tx1"/>
                          </a:solidFill>
                          <a:latin typeface="맑은 고딕"/>
                          <a:ea typeface="맑은 고딕"/>
                        </a:rPr>
                        <a:t>가능 시간 입력 2단계 시간 정하기</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buNone/>
                      </a:pPr>
                      <a:r>
                        <a:rPr lang="ko-KR" altLang="en-US" sz="850" dirty="0">
                          <a:solidFill>
                            <a:schemeClr val="tx1"/>
                          </a:solidFill>
                          <a:latin typeface="맑은 고딕"/>
                          <a:ea typeface="맑은 고딕"/>
                        </a:rPr>
                        <a:t>일정</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marL="0" indent="0">
                        <a:buNone/>
                      </a:pPr>
                      <a:r>
                        <a:rPr lang="en-US" altLang="ko-KR" sz="850" dirty="0">
                          <a:solidFill>
                            <a:schemeClr val="tx1"/>
                          </a:solidFill>
                          <a:latin typeface="맑은 고딕"/>
                          <a:ea typeface="맑은 고딕"/>
                        </a:rPr>
                        <a:t>앱 · PC · 웹</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l" latinLnBrk="1" marL="0" indent="0">
                        <a:buNone/>
                      </a:pPr>
                      <a:r>
                        <a:rPr lang="ko-KR" altLang="en-US" sz="850" dirty="0">
                          <a:solidFill>
                            <a:schemeClr val="tx1"/>
                          </a:solidFill>
                          <a:latin typeface="맑은 고딕"/>
                          <a:ea typeface="맑은 고딕"/>
                        </a:rPr>
                        <a:t>FR-08, FR-09</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marL="0" indent="0">
                        <a:buNone/>
                      </a:pPr>
                      <a:r>
                        <a:rPr lang="ko-KR" altLang="en-US" sz="850" dirty="0">
                          <a:solidFill>
                            <a:schemeClr val="tx1"/>
                          </a:solidFill>
                          <a:latin typeface="맑은 고딕"/>
                          <a:ea typeface="맑은 고딕"/>
                        </a:rPr>
                        <a:t>있음</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1"/>
                  </a:ext>
                </a:extLst>
              </a:tr>
              <a:tr h="309600">
                <a:tc>
                  <a:txBody>
                    <a:bodyPr/>
                    <a:lstStyle/>
                    <a:p>
                      <a:pPr algn="ctr" latinLnBrk="1" marL="0" indent="0">
                        <a:buNone/>
                      </a:pPr>
                      <a:r>
                        <a:rPr lang="en-US" altLang="ko-KR" sz="850" dirty="0">
                          <a:solidFill>
                            <a:schemeClr val="tx1"/>
                          </a:solidFill>
                          <a:latin typeface="맑은 고딕"/>
                          <a:ea typeface="맑은 고딕"/>
                        </a:rPr>
                        <a:t>C-05</a:t>
                      </a: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l" latinLnBrk="1" marL="0" indent="0">
                        <a:buNone/>
                      </a:pPr>
                      <a:r>
                        <a:rPr lang="en-US" altLang="ko-KR" sz="850" dirty="0">
                          <a:solidFill>
                            <a:schemeClr val="tx1"/>
                          </a:solidFill>
                          <a:latin typeface="맑은 고딕"/>
                          <a:ea typeface="맑은 고딕"/>
                        </a:rPr>
                        <a:t>후보 시간 투표</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buNone/>
                      </a:pPr>
                      <a:r>
                        <a:rPr lang="ko-KR" altLang="en-US" sz="850" dirty="0">
                          <a:solidFill>
                            <a:schemeClr val="tx1"/>
                          </a:solidFill>
                          <a:latin typeface="맑은 고딕"/>
                          <a:ea typeface="맑은 고딕"/>
                        </a:rPr>
                        <a:t>일정</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marL="0" indent="0">
                        <a:buNone/>
                      </a:pPr>
                      <a:r>
                        <a:rPr lang="en-US" altLang="ko-KR" sz="850" dirty="0">
                          <a:solidFill>
                            <a:schemeClr val="tx1"/>
                          </a:solidFill>
                          <a:latin typeface="맑은 고딕"/>
                          <a:ea typeface="맑은 고딕"/>
                        </a:rPr>
                        <a:t>앱 · PC · 웹</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l" latinLnBrk="1" marL="0" indent="0">
                        <a:buNone/>
                      </a:pPr>
                      <a:r>
                        <a:rPr lang="ko-KR" altLang="en-US" sz="850" dirty="0">
                          <a:solidFill>
                            <a:schemeClr val="tx1"/>
                          </a:solidFill>
                          <a:latin typeface="맑은 고딕"/>
                          <a:ea typeface="맑은 고딕"/>
                        </a:rPr>
                        <a:t>FR-09, FR-10</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marL="0" indent="0">
                        <a:buNone/>
                      </a:pPr>
                      <a:r>
                        <a:rPr lang="ko-KR" altLang="en-US" sz="850" dirty="0">
                          <a:solidFill>
                            <a:schemeClr val="tx1"/>
                          </a:solidFill>
                          <a:latin typeface="맑은 고딕"/>
                          <a:ea typeface="맑은 고딕"/>
                        </a:rPr>
                        <a:t>있음</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1"/>
                  </a:ext>
                </a:extLst>
              </a:tr>
              <a:tr h="309600">
                <a:tc>
                  <a:txBody>
                    <a:bodyPr/>
                    <a:lstStyle/>
                    <a:p>
                      <a:pPr algn="ctr" latinLnBrk="1" marL="0" indent="0">
                        <a:buNone/>
                      </a:pPr>
                      <a:r>
                        <a:rPr lang="en-US" altLang="ko-KR" sz="850" dirty="0">
                          <a:solidFill>
                            <a:schemeClr val="tx1"/>
                          </a:solidFill>
                          <a:latin typeface="맑은 고딕"/>
                          <a:ea typeface="맑은 고딕"/>
                        </a:rPr>
                        <a:t>C-06</a:t>
                      </a: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l" latinLnBrk="1" marL="0" indent="0">
                        <a:buNone/>
                      </a:pPr>
                      <a:r>
                        <a:rPr lang="en-US" altLang="ko-KR" sz="850" dirty="0">
                          <a:solidFill>
                            <a:schemeClr val="tx1"/>
                          </a:solidFill>
                          <a:latin typeface="맑은 고딕"/>
                          <a:ea typeface="맑은 고딕"/>
                        </a:rPr>
                        <a:t>확정 일정과 일정 변경</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buNone/>
                      </a:pPr>
                      <a:r>
                        <a:rPr lang="ko-KR" altLang="en-US" sz="850" dirty="0">
                          <a:solidFill>
                            <a:schemeClr val="tx1"/>
                          </a:solidFill>
                          <a:latin typeface="맑은 고딕"/>
                          <a:ea typeface="맑은 고딕"/>
                        </a:rPr>
                        <a:t>일정</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marL="0" indent="0">
                        <a:buNone/>
                      </a:pPr>
                      <a:r>
                        <a:rPr lang="en-US" altLang="ko-KR" sz="850" dirty="0">
                          <a:solidFill>
                            <a:schemeClr val="tx1"/>
                          </a:solidFill>
                          <a:latin typeface="맑은 고딕"/>
                          <a:ea typeface="맑은 고딕"/>
                        </a:rPr>
                        <a:t>앱 · PC · 웹</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l" latinLnBrk="1" marL="0" indent="0">
                        <a:buNone/>
                      </a:pPr>
                      <a:r>
                        <a:rPr lang="ko-KR" altLang="en-US" sz="850" dirty="0">
                          <a:solidFill>
                            <a:schemeClr val="tx1"/>
                          </a:solidFill>
                          <a:latin typeface="맑은 고딕"/>
                          <a:ea typeface="맑은 고딕"/>
                        </a:rPr>
                        <a:t>FR-11, FR-12, FR-13</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marL="0" indent="0">
                        <a:buNone/>
                      </a:pPr>
                      <a:r>
                        <a:rPr lang="ko-KR" altLang="en-US" sz="850" dirty="0">
                          <a:solidFill>
                            <a:schemeClr val="tx1"/>
                          </a:solidFill>
                          <a:latin typeface="맑은 고딕"/>
                          <a:ea typeface="맑은 고딕"/>
                        </a:rPr>
                        <a:t>있음</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1"/>
                  </a:ext>
                </a:extLst>
              </a:tr>
              <a:tr h="309600">
                <a:tc>
                  <a:txBody>
                    <a:bodyPr/>
                    <a:lstStyle/>
                    <a:p>
                      <a:pPr algn="ctr" latinLnBrk="1" marL="0" indent="0">
                        <a:buNone/>
                      </a:pPr>
                      <a:r>
                        <a:rPr lang="en-US" altLang="ko-KR" sz="850" dirty="0">
                          <a:solidFill>
                            <a:schemeClr val="tx1"/>
                          </a:solidFill>
                          <a:latin typeface="맑은 고딕"/>
                          <a:ea typeface="맑은 고딕"/>
                        </a:rPr>
                        <a:t>D-01</a:t>
                      </a: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l" latinLnBrk="1" marL="0" indent="0">
                        <a:buNone/>
                      </a:pPr>
                      <a:r>
                        <a:rPr lang="en-US" altLang="ko-KR" sz="850" dirty="0">
                          <a:solidFill>
                            <a:schemeClr val="tx1"/>
                          </a:solidFill>
                          <a:latin typeface="맑은 고딕"/>
                          <a:ea typeface="맑은 고딕"/>
                        </a:rPr>
                        <a:t>공지 목록</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buNone/>
                      </a:pPr>
                      <a:r>
                        <a:rPr lang="ko-KR" altLang="en-US" sz="850" dirty="0">
                          <a:solidFill>
                            <a:schemeClr val="tx1"/>
                          </a:solidFill>
                          <a:latin typeface="맑은 고딕"/>
                          <a:ea typeface="맑은 고딕"/>
                        </a:rPr>
                        <a:t>공지</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marL="0" indent="0">
                        <a:buNone/>
                      </a:pPr>
                      <a:r>
                        <a:rPr lang="en-US" altLang="ko-KR" sz="850" dirty="0">
                          <a:solidFill>
                            <a:schemeClr val="tx1"/>
                          </a:solidFill>
                          <a:latin typeface="맑은 고딕"/>
                          <a:ea typeface="맑은 고딕"/>
                        </a:rPr>
                        <a:t>앱 · PC · 웹</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l" latinLnBrk="1" marL="0" indent="0">
                        <a:buNone/>
                      </a:pPr>
                      <a:r>
                        <a:rPr lang="ko-KR" altLang="en-US" sz="850" dirty="0">
                          <a:solidFill>
                            <a:schemeClr val="tx1"/>
                          </a:solidFill>
                          <a:latin typeface="맑은 고딕"/>
                          <a:ea typeface="맑은 고딕"/>
                        </a:rPr>
                        <a:t>FR-02, FR-03, RR-01</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marL="0" indent="0">
                        <a:buNone/>
                      </a:pPr>
                      <a:r>
                        <a:rPr lang="ko-KR" altLang="en-US" sz="850" dirty="0">
                          <a:solidFill>
                            <a:schemeClr val="tx1"/>
                          </a:solidFill>
                          <a:latin typeface="맑은 고딕"/>
                          <a:ea typeface="맑은 고딕"/>
                        </a:rPr>
                        <a:t>있음</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itle 1"/>
          <p:cNvSpPr>
            <a:spLocks noGrp="1"/>
          </p:cNvSpPr>
          <p:nvPr>
            <p:ph type="title"/>
          </p:nvPr>
        </p:nvSpPr>
        <p:spPr/>
        <p:txBody>
          <a:bodyPr/>
          <a:lstStyle/>
          <a:p>
            <a:r>
              <a:rPr>
                <a:latin typeface="맑은 고딕"/>
                <a:ea typeface="맑은 고딕"/>
              </a:rPr>
              <a:t>공통 가이드 · 내비게이션과 역할별 분기</a:t>
            </a:r>
          </a:p>
        </p:txBody>
      </p:sp>
      <p:sp>
        <p:nvSpPr>
          <p:cNvPr id="4" name="TextBox 4">
            <a:extLst>
              <a:ext uri="{FF2B5EF4-FFF2-40B4-BE49-F238E27FC236}">
                <a16:creationId xmlns:a16="http://schemas.microsoft.com/office/drawing/2014/main" id="{90B8312E-970E-458B-87FB-84F7A22C22BA}"/>
              </a:ext>
            </a:extLst>
          </p:cNvPr>
          <p:cNvSpPr txBox="1"/>
          <p:nvPr/>
        </p:nvSpPr>
        <p:spPr>
          <a:xfrm>
            <a:off x="11780252" y="106980"/>
            <a:ext cx="248786" cy="230832"/>
          </a:xfrm>
          <a:prstGeom prst="rect">
            <a:avLst/>
          </a:prstGeom>
          <a:noFill/>
        </p:spPr>
        <p:txBody>
          <a:bodyPr wrap="none" rtlCol="0">
            <a:spAutoFit/>
          </a:bodyPr>
          <a:lstStyle/>
          <a:p>
            <a:r>
              <a:rPr>
                <a:latin typeface="맑은 고딕"/>
                <a:ea typeface="맑은 고딕"/>
              </a:rPr>
              <a:t>6</a:t>
            </a:r>
          </a:p>
        </p:txBody>
      </p:sp>
      <p:sp>
        <p:nvSpPr>
          <p:cNvPr id="5" name="TextBox 5"/>
          <p:cNvSpPr txBox="1"/>
          <p:nvPr/>
        </p:nvSpPr>
        <p:spPr>
          <a:xfrm>
            <a:off x="720000" y="1224000"/>
            <a:ext cx="5400000" cy="216000"/>
          </a:xfrm>
          <a:prstGeom prst="rect">
            <a:avLst/>
          </a:prstGeom>
          <a:noFill/>
        </p:spPr>
        <p:txBody>
          <a:bodyPr wrap="square">
            <a:spAutoFit/>
          </a:bodyPr>
          <a:lstStyle/>
          <a:p>
            <a:r>
              <a:rPr sz="1000" b="1">
                <a:solidFill>
                  <a:srgbClr val="1A1A1A"/>
                </a:solidFill>
                <a:latin typeface="맑은 고딕"/>
                <a:ea typeface="맑은 고딕"/>
              </a:rPr>
              <a:t>내비게이션</a:t>
            </a:r>
          </a:p>
        </p:txBody>
      </p:sp>
      <p:graphicFrame>
        <p:nvGraphicFramePr>
          <p:cNvPr id="6" name="표 2"/>
          <p:cNvGraphicFramePr>
            <a:graphicFrameLocks noGrp="1"/>
          </p:cNvGraphicFramePr>
          <p:nvPr>
            <p:extLst>
              <p:ext uri="{D42A27DB-BD31-4B8C-83A1-F6EECF244321}">
                <p14:modId xmlns:p14="http://schemas.microsoft.com/office/powerpoint/2010/main" val="2970646287"/>
              </p:ext>
            </p:extLst>
          </p:nvPr>
        </p:nvGraphicFramePr>
        <p:xfrm>
          <a:off x="720000" y="1476000"/>
          <a:ext cx="10656000" cy="2913483"/>
        </p:xfrm>
        <a:graphic>
          <a:graphicData uri="http://schemas.openxmlformats.org/drawingml/2006/table">
            <a:tbl>
              <a:tblPr>
                <a:tableStyleId>{5C22544A-7EE6-4342-B048-85BDC9FD1C3A}</a:tableStyleId>
              </a:tblPr>
              <a:tblGrid>
                <a:gridCol w="1224000">
                  <a:extLst>
                    <a:ext uri="{9D8B030D-6E8A-4147-A177-3AD203B41FA5}">
                      <a16:colId xmlns:a16="http://schemas.microsoft.com/office/drawing/2014/main" val="20000"/>
                    </a:ext>
                  </a:extLst>
                </a:gridCol>
                <a:gridCol w="9432000">
                  <a:extLst>
                    <a:ext uri="{9D8B030D-6E8A-4147-A177-3AD203B41FA5}">
                      <a16:colId xmlns:a16="http://schemas.microsoft.com/office/drawing/2014/main" val="20001"/>
                    </a:ext>
                  </a:extLst>
                </a:gridCol>
              </a:tblGrid>
              <a:tr h="273600">
                <a:tc>
                  <a:txBody>
                    <a:bodyPr/>
                    <a:lstStyle/>
                    <a:p>
                      <a:pPr algn="ctr" latinLnBrk="1" marL="0" indent="0">
                        <a:buNone/>
                      </a:pPr>
                      <a:r>
                        <a:rPr lang="en-US" altLang="ko-KR" sz="900" b="1" dirty="0">
                          <a:solidFill>
                            <a:schemeClr val="tx1"/>
                          </a:solidFill>
                          <a:latin typeface="맑은 고딕"/>
                          <a:ea typeface="맑은 고딕"/>
                        </a:rPr>
                        <a:t>구분</a:t>
                      </a:r>
                    </a:p>
                  </a:txBody>
                  <a:tcPr anchor="ctr">
                    <a:lnR w="3175" cap="flat" cmpd="sng" algn="ctr">
                      <a:solidFill>
                        <a:schemeClr val="bg1">
                          <a:lumMod val="75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solidFill>
                      <a:schemeClr val="bg1">
                        <a:lumMod val="85000"/>
                      </a:schemeClr>
                    </a:solidFill>
                  </a:tcPr>
                </a:tc>
                <a:tc>
                  <a:txBody>
                    <a:bodyPr/>
                    <a:lstStyle/>
                    <a:p>
                      <a:pPr algn="ctr" latinLnBrk="1" marL="0" indent="0">
                        <a:buNone/>
                      </a:pPr>
                      <a:r>
                        <a:rPr lang="en-US" altLang="ko-KR" sz="900" b="1" dirty="0">
                          <a:solidFill>
                            <a:schemeClr val="tx1"/>
                          </a:solidFill>
                          <a:latin typeface="맑은 고딕"/>
                          <a:ea typeface="맑은 고딕"/>
                        </a:rPr>
                        <a:t>규칙</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273600">
                <a:tc>
                  <a:txBody>
                    <a:bodyPr/>
                    <a:lstStyle/>
                    <a:p>
                      <a:pPr algn="ctr" latinLnBrk="1" marL="0" indent="0">
                        <a:buNone/>
                      </a:pPr>
                      <a:r>
                        <a:rPr lang="en-US" altLang="ko-KR" sz="850" dirty="0">
                          <a:solidFill>
                            <a:schemeClr val="tx1"/>
                          </a:solidFill>
                          <a:latin typeface="맑은 고딕"/>
                          <a:ea typeface="맑은 고딕"/>
                        </a:rPr>
                        <a:t>공통</a:t>
                      </a: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l" latinLnBrk="1" marL="0" indent="0">
                        <a:buNone/>
                      </a:pPr>
                      <a:r>
                        <a:rPr lang="en-US" altLang="ko-KR" sz="850" dirty="0">
                          <a:solidFill>
                            <a:schemeClr val="tx1"/>
                          </a:solidFill>
                          <a:latin typeface="맑은 고딕"/>
                          <a:ea typeface="맑은 고딕"/>
                        </a:rPr>
                        <a:t>모든 화면이 스마트폰 앱, PC 앱, 웹에서 같은 기능으로 동작한다. 한 기기에서 바꾼 내용은 다른 기기에 바로 보인다</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1"/>
                  </a:ext>
                </a:extLst>
              </a:tr>
              <a:tr h="273600">
                <a:tc>
                  <a:txBody>
                    <a:bodyPr/>
                    <a:lstStyle/>
                    <a:p>
                      <a:pPr algn="ctr" latinLnBrk="1" marL="0" indent="0">
                        <a:buNone/>
                      </a:pPr>
                      <a:r>
                        <a:rPr lang="en-US" altLang="ko-KR" sz="850" dirty="0">
                          <a:solidFill>
                            <a:schemeClr val="tx1"/>
                          </a:solidFill>
                          <a:latin typeface="맑은 고딕"/>
                          <a:ea typeface="맑은 고딕"/>
                        </a:rPr>
                        <a:t>스마트폰 앱</a:t>
                      </a: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l" latinLnBrk="1" marL="0" indent="0">
                        <a:buNone/>
                      </a:pPr>
                      <a:r>
                        <a:rPr lang="en-US" altLang="ko-KR" sz="850" dirty="0">
                          <a:solidFill>
                            <a:schemeClr val="tx1"/>
                          </a:solidFill>
                          <a:latin typeface="맑은 고딕"/>
                          <a:ea typeface="맑은 고딕"/>
                        </a:rPr>
                        <a:t>하단 탭 5개(홈, 일정, 공지, 자료, 내 정보). 자료 올리기는 자료실에서 연다. 서비스 관리자는 내 정보의 관리자 화면 버튼으로 관리 화면을 연다</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1"/>
                  </a:ext>
                </a:extLst>
              </a:tr>
              <a:tr h="273600">
                <a:tc>
                  <a:txBody>
                    <a:bodyPr/>
                    <a:lstStyle/>
                    <a:p>
                      <a:pPr algn="ctr" latinLnBrk="1" marL="0" indent="0">
                        <a:buNone/>
                      </a:pPr>
                      <a:r>
                        <a:rPr lang="en-US" altLang="ko-KR" sz="850" dirty="0">
                          <a:solidFill>
                            <a:schemeClr val="tx1"/>
                          </a:solidFill>
                          <a:latin typeface="맑은 고딕"/>
                          <a:ea typeface="맑은 고딕"/>
                        </a:rPr>
                        <a:t>PC 앱</a:t>
                      </a: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l" latinLnBrk="1" marL="0" indent="0">
                        <a:buNone/>
                      </a:pPr>
                      <a:r>
                        <a:rPr lang="en-US" altLang="ko-KR" sz="850" dirty="0">
                          <a:solidFill>
                            <a:schemeClr val="tx1"/>
                          </a:solidFill>
                          <a:latin typeface="맑은 고딕"/>
                          <a:ea typeface="맑은 고딕"/>
                        </a:rPr>
                        <a:t>왼쪽 메뉴(홈, 일정, 공지, 자료실, 자료 올리기, 내 정보, 관리자). 관리자 메뉴는 서비스 관리자에게만 보인다. 녹화 폴더를 늘 지켜본다</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1"/>
                  </a:ext>
                </a:extLst>
              </a:tr>
              <a:tr h="273600">
                <a:tc>
                  <a:txBody>
                    <a:bodyPr/>
                    <a:lstStyle/>
                    <a:p>
                      <a:pPr algn="ctr" latinLnBrk="1" marL="0" indent="0">
                        <a:buNone/>
                      </a:pPr>
                      <a:r>
                        <a:rPr lang="en-US" altLang="ko-KR" sz="850" dirty="0">
                          <a:solidFill>
                            <a:schemeClr val="tx1"/>
                          </a:solidFill>
                          <a:latin typeface="맑은 고딕"/>
                          <a:ea typeface="맑은 고딕"/>
                        </a:rPr>
                        <a:t>웹</a:t>
                      </a: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l" latinLnBrk="1" marL="0" indent="0">
                        <a:buNone/>
                      </a:pPr>
                      <a:r>
                        <a:rPr lang="en-US" altLang="ko-KR" sz="850" dirty="0">
                          <a:solidFill>
                            <a:schemeClr val="tx1"/>
                          </a:solidFill>
                          <a:latin typeface="맑은 고딕"/>
                          <a:ea typeface="맑은 고딕"/>
                        </a:rPr>
                        <a:t>PC 앱과 같은 배치. 폴더 지정은 Chrome·Edge 에서만 되고 다른 브라우저는 파일 고르기와 끌어다 놓기</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sp>
        <p:nvSpPr>
          <p:cNvPr id="7" name="TextBox 6"/>
          <p:cNvSpPr txBox="1"/>
          <p:nvPr/>
        </p:nvSpPr>
        <p:spPr>
          <a:xfrm>
            <a:off x="720000" y="3096000"/>
            <a:ext cx="5400000" cy="216000"/>
          </a:xfrm>
          <a:prstGeom prst="rect">
            <a:avLst/>
          </a:prstGeom>
          <a:noFill/>
        </p:spPr>
        <p:txBody>
          <a:bodyPr wrap="square">
            <a:spAutoFit/>
          </a:bodyPr>
          <a:lstStyle/>
          <a:p>
            <a:r>
              <a:rPr sz="1000" b="1">
                <a:solidFill>
                  <a:srgbClr val="1A1A1A"/>
                </a:solidFill>
                <a:latin typeface="맑은 고딕"/>
                <a:ea typeface="맑은 고딕"/>
              </a:rPr>
              <a:t>역할별로 보이는 기능 (분기처리)</a:t>
            </a:r>
          </a:p>
        </p:txBody>
      </p:sp>
      <p:graphicFrame>
        <p:nvGraphicFramePr>
          <p:cNvPr id="8" name="표 2"/>
          <p:cNvGraphicFramePr>
            <a:graphicFrameLocks noGrp="1"/>
          </p:cNvGraphicFramePr>
          <p:nvPr>
            <p:extLst>
              <p:ext uri="{D42A27DB-BD31-4B8C-83A1-F6EECF244321}">
                <p14:modId xmlns:p14="http://schemas.microsoft.com/office/powerpoint/2010/main" val="2970646287"/>
              </p:ext>
            </p:extLst>
          </p:nvPr>
        </p:nvGraphicFramePr>
        <p:xfrm>
          <a:off x="720000" y="3348000"/>
          <a:ext cx="10656000" cy="2913483"/>
        </p:xfrm>
        <a:graphic>
          <a:graphicData uri="http://schemas.openxmlformats.org/drawingml/2006/table">
            <a:tbl>
              <a:tblPr>
                <a:tableStyleId>{5C22544A-7EE6-4342-B048-85BDC9FD1C3A}</a:tableStyleId>
              </a:tblPr>
              <a:tblGrid>
                <a:gridCol w="3456000">
                  <a:extLst>
                    <a:ext uri="{9D8B030D-6E8A-4147-A177-3AD203B41FA5}">
                      <a16:colId xmlns:a16="http://schemas.microsoft.com/office/drawing/2014/main" val="20000"/>
                    </a:ext>
                  </a:extLst>
                </a:gridCol>
                <a:gridCol w="1800000">
                  <a:extLst>
                    <a:ext uri="{9D8B030D-6E8A-4147-A177-3AD203B41FA5}">
                      <a16:colId xmlns:a16="http://schemas.microsoft.com/office/drawing/2014/main" val="20001"/>
                    </a:ext>
                  </a:extLst>
                </a:gridCol>
                <a:gridCol w="1800000">
                  <a:extLst>
                    <a:ext uri="{9D8B030D-6E8A-4147-A177-3AD203B41FA5}">
                      <a16:colId xmlns:a16="http://schemas.microsoft.com/office/drawing/2014/main" val="20002"/>
                    </a:ext>
                  </a:extLst>
                </a:gridCol>
                <a:gridCol w="1800000">
                  <a:extLst>
                    <a:ext uri="{9D8B030D-6E8A-4147-A177-3AD203B41FA5}">
                      <a16:colId xmlns:a16="http://schemas.microsoft.com/office/drawing/2014/main" val="20004"/>
                    </a:ext>
                  </a:extLst>
                </a:gridCol>
                <a:gridCol w="1800000">
                  <a:extLst>
                    <a:ext uri="{9D8B030D-6E8A-4147-A177-3AD203B41FA5}">
                      <a16:colId xmlns:a16="http://schemas.microsoft.com/office/drawing/2014/main" val="20005"/>
                    </a:ext>
                  </a:extLst>
                </a:gridCol>
              </a:tblGrid>
              <a:tr h="252000">
                <a:tc>
                  <a:txBody>
                    <a:bodyPr/>
                    <a:lstStyle/>
                    <a:p>
                      <a:pPr algn="ctr" latinLnBrk="1" marL="0" indent="0">
                        <a:buNone/>
                      </a:pPr>
                      <a:r>
                        <a:rPr lang="en-US" altLang="ko-KR" sz="900" b="1" dirty="0">
                          <a:solidFill>
                            <a:schemeClr val="tx1"/>
                          </a:solidFill>
                          <a:latin typeface="맑은 고딕"/>
                          <a:ea typeface="맑은 고딕"/>
                        </a:rPr>
                        <a:t>화면</a:t>
                      </a:r>
                    </a:p>
                  </a:txBody>
                  <a:tcPr anchor="ctr">
                    <a:lnR w="3175" cap="flat" cmpd="sng" algn="ctr">
                      <a:solidFill>
                        <a:schemeClr val="bg1">
                          <a:lumMod val="75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solidFill>
                      <a:schemeClr val="bg1">
                        <a:lumMod val="85000"/>
                      </a:schemeClr>
                    </a:solidFill>
                  </a:tcPr>
                </a:tc>
                <a:tc>
                  <a:txBody>
                    <a:bodyPr/>
                    <a:lstStyle/>
                    <a:p>
                      <a:pPr algn="ctr" latinLnBrk="1" marL="0" indent="0">
                        <a:buNone/>
                      </a:pPr>
                      <a:r>
                        <a:rPr lang="en-US" altLang="ko-KR" sz="900" b="1" dirty="0">
                          <a:solidFill>
                            <a:schemeClr val="tx1"/>
                          </a:solidFill>
                          <a:latin typeface="맑은 고딕"/>
                          <a:ea typeface="맑은 고딕"/>
                        </a:rPr>
                        <a:t>서비스 관리자</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solidFill>
                      <a:schemeClr val="bg1">
                        <a:lumMod val="85000"/>
                      </a:schemeClr>
                    </a:solidFill>
                  </a:tcPr>
                </a:tc>
                <a:tc>
                  <a:txBody>
                    <a:bodyPr/>
                    <a:lstStyle/>
                    <a:p>
                      <a:pPr algn="ctr" latinLnBrk="1" marL="0" indent="0">
                        <a:buNone/>
                      </a:pPr>
                      <a:r>
                        <a:rPr lang="en-US" altLang="ko-KR" sz="900" b="1" dirty="0">
                          <a:solidFill>
                            <a:schemeClr val="tx1"/>
                          </a:solidFill>
                          <a:latin typeface="맑은 고딕"/>
                          <a:ea typeface="맑은 고딕"/>
                        </a:rPr>
                        <a:t>팀장</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solidFill>
                      <a:schemeClr val="bg1">
                        <a:lumMod val="85000"/>
                      </a:schemeClr>
                    </a:solidFill>
                  </a:tcPr>
                </a:tc>
                <a:tc>
                  <a:txBody>
                    <a:bodyPr/>
                    <a:lstStyle/>
                    <a:p>
                      <a:pPr marL="0" marR="0" indent="0" algn="ctr" defTabSz="914400" rtl="0" eaLnBrk="1" fontAlgn="auto" latinLnBrk="1" hangingPunct="1">
                        <a:lnSpc>
                          <a:spcPct val="100000"/>
                        </a:lnSpc>
                        <a:spcBef>
                          <a:spcPts val="0"/>
                        </a:spcBef>
                        <a:spcAft>
                          <a:spcPts val="0"/>
                        </a:spcAft>
                        <a:buClrTx/>
                        <a:buSzTx/>
                        <a:buFontTx/>
                        <a:tabLst/>
                        <a:defRPr/>
                        <a:buNone/>
                      </a:pPr>
                      <a:r>
                        <a:rPr lang="en-US" altLang="ko-KR" sz="900" b="1" dirty="0">
                          <a:solidFill>
                            <a:schemeClr val="tx1"/>
                          </a:solidFill>
                          <a:latin typeface="맑은 고딕"/>
                          <a:ea typeface="맑은 고딕"/>
                        </a:rPr>
                        <a:t>부팀장</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solidFill>
                      <a:schemeClr val="bg1">
                        <a:lumMod val="85000"/>
                      </a:schemeClr>
                    </a:solidFill>
                  </a:tcPr>
                </a:tc>
                <a:tc>
                  <a:txBody>
                    <a:bodyPr/>
                    <a:lstStyle/>
                    <a:p>
                      <a:pPr marL="0" marR="0" indent="0" algn="ctr" defTabSz="914400" rtl="0" eaLnBrk="1" fontAlgn="auto" latinLnBrk="1" hangingPunct="1">
                        <a:lnSpc>
                          <a:spcPct val="100000"/>
                        </a:lnSpc>
                        <a:spcBef>
                          <a:spcPts val="0"/>
                        </a:spcBef>
                        <a:spcAft>
                          <a:spcPts val="0"/>
                        </a:spcAft>
                        <a:buClrTx/>
                        <a:buSzTx/>
                        <a:buFontTx/>
                        <a:tabLst/>
                        <a:defRPr/>
                        <a:buNone/>
                      </a:pPr>
                      <a:r>
                        <a:rPr lang="en-US" altLang="ko-KR" sz="900" b="1" dirty="0">
                          <a:solidFill>
                            <a:schemeClr val="tx1"/>
                          </a:solidFill>
                          <a:latin typeface="맑은 고딕"/>
                          <a:ea typeface="맑은 고딕"/>
                        </a:rPr>
                        <a:t>회원</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252000">
                <a:tc>
                  <a:txBody>
                    <a:bodyPr/>
                    <a:lstStyle/>
                    <a:p>
                      <a:pPr algn="l" latinLnBrk="1" marL="0" indent="0">
                        <a:buNone/>
                      </a:pPr>
                      <a:r>
                        <a:rPr lang="en-US" altLang="ko-KR" sz="850" dirty="0">
                          <a:solidFill>
                            <a:schemeClr val="tx1"/>
                          </a:solidFill>
                          <a:latin typeface="맑은 고딕"/>
                          <a:ea typeface="맑은 고딕"/>
                        </a:rPr>
                        <a:t>일정 요청 보내기, 재촉</a:t>
                      </a: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marL="0" indent="0">
                        <a:buNone/>
                      </a:pPr>
                      <a:r>
                        <a:rPr lang="en-US" altLang="ko-KR" sz="850" dirty="0">
                          <a:solidFill>
                            <a:schemeClr val="tx1"/>
                          </a:solidFill>
                          <a:latin typeface="맑은 고딕"/>
                          <a:ea typeface="맑은 고딕"/>
                        </a:rPr>
                        <a:t>O</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buNone/>
                      </a:pPr>
                      <a:r>
                        <a:rPr lang="ko-KR" altLang="en-US" sz="850" dirty="0">
                          <a:solidFill>
                            <a:schemeClr val="tx1"/>
                          </a:solidFill>
                          <a:latin typeface="맑은 고딕"/>
                          <a:ea typeface="맑은 고딕"/>
                        </a:rPr>
                        <a:t>O</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marL="0" indent="0">
                        <a:buNone/>
                      </a:pPr>
                      <a:r>
                        <a:rPr lang="en-US" altLang="ko-KR" sz="850" dirty="0">
                          <a:solidFill>
                            <a:schemeClr val="tx1"/>
                          </a:solidFill>
                          <a:latin typeface="맑은 고딕"/>
                          <a:ea typeface="맑은 고딕"/>
                        </a:rPr>
                        <a:t>-</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marL="0" indent="0">
                        <a:buNone/>
                      </a:pPr>
                      <a:r>
                        <a:rPr lang="ko-KR" altLang="en-US" sz="850" dirty="0">
                          <a:solidFill>
                            <a:schemeClr val="tx1"/>
                          </a:solidFill>
                          <a:latin typeface="맑은 고딕"/>
                          <a:ea typeface="맑은 고딕"/>
                        </a:rPr>
                        <a:t>-</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1"/>
                  </a:ext>
                </a:extLst>
              </a:tr>
              <a:tr h="252000">
                <a:tc>
                  <a:txBody>
                    <a:bodyPr/>
                    <a:lstStyle/>
                    <a:p>
                      <a:pPr algn="l" latinLnBrk="1" marL="0" indent="0">
                        <a:buNone/>
                      </a:pPr>
                      <a:r>
                        <a:rPr lang="en-US" altLang="ko-KR" sz="850" dirty="0">
                          <a:solidFill>
                            <a:schemeClr val="tx1"/>
                          </a:solidFill>
                          <a:latin typeface="맑은 고딕"/>
                          <a:ea typeface="맑은 고딕"/>
                        </a:rPr>
                        <a:t>일정 변경 시작</a:t>
                      </a: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marL="0" indent="0">
                        <a:buNone/>
                      </a:pPr>
                      <a:r>
                        <a:rPr lang="en-US" altLang="ko-KR" sz="850" dirty="0">
                          <a:solidFill>
                            <a:schemeClr val="tx1"/>
                          </a:solidFill>
                          <a:latin typeface="맑은 고딕"/>
                          <a:ea typeface="맑은 고딕"/>
                        </a:rPr>
                        <a:t>O</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buNone/>
                      </a:pPr>
                      <a:r>
                        <a:rPr lang="ko-KR" altLang="en-US" sz="850" dirty="0">
                          <a:solidFill>
                            <a:schemeClr val="tx1"/>
                          </a:solidFill>
                          <a:latin typeface="맑은 고딕"/>
                          <a:ea typeface="맑은 고딕"/>
                        </a:rPr>
                        <a:t>O</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marL="0" indent="0">
                        <a:buNone/>
                      </a:pPr>
                      <a:r>
                        <a:rPr lang="en-US" altLang="ko-KR" sz="850" dirty="0">
                          <a:solidFill>
                            <a:schemeClr val="tx1"/>
                          </a:solidFill>
                          <a:latin typeface="맑은 고딕"/>
                          <a:ea typeface="맑은 고딕"/>
                        </a:rPr>
                        <a:t>-</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marL="0" indent="0">
                        <a:buNone/>
                      </a:pPr>
                      <a:r>
                        <a:rPr lang="ko-KR" altLang="en-US" sz="850" dirty="0">
                          <a:solidFill>
                            <a:schemeClr val="tx1"/>
                          </a:solidFill>
                          <a:latin typeface="맑은 고딕"/>
                          <a:ea typeface="맑은 고딕"/>
                        </a:rPr>
                        <a:t>-</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1"/>
                  </a:ext>
                </a:extLst>
              </a:tr>
              <a:tr h="252000">
                <a:tc>
                  <a:txBody>
                    <a:bodyPr/>
                    <a:lstStyle/>
                    <a:p>
                      <a:pPr algn="l" latinLnBrk="1" marL="0" indent="0">
                        <a:buNone/>
                      </a:pPr>
                      <a:r>
                        <a:rPr lang="en-US" altLang="ko-KR" sz="850" dirty="0">
                          <a:solidFill>
                            <a:schemeClr val="tx1"/>
                          </a:solidFill>
                          <a:latin typeface="맑은 고딕"/>
                          <a:ea typeface="맑은 고딕"/>
                        </a:rPr>
                        <a:t>공지 쓰기</a:t>
                      </a: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marL="0" indent="0">
                        <a:buNone/>
                      </a:pPr>
                      <a:r>
                        <a:rPr lang="en-US" altLang="ko-KR" sz="850" dirty="0">
                          <a:solidFill>
                            <a:schemeClr val="tx1"/>
                          </a:solidFill>
                          <a:latin typeface="맑은 고딕"/>
                          <a:ea typeface="맑은 고딕"/>
                        </a:rPr>
                        <a:t>O (대상 4종)</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buNone/>
                      </a:pPr>
                      <a:r>
                        <a:rPr lang="ko-KR" altLang="en-US" sz="850" dirty="0">
                          <a:solidFill>
                            <a:schemeClr val="tx1"/>
                          </a:solidFill>
                          <a:latin typeface="맑은 고딕"/>
                          <a:ea typeface="맑은 고딕"/>
                        </a:rPr>
                        <a:t>O (부팀장·팀원)</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marL="0" indent="0">
                        <a:buNone/>
                      </a:pPr>
                      <a:r>
                        <a:rPr lang="en-US" altLang="ko-KR" sz="850" dirty="0">
                          <a:solidFill>
                            <a:schemeClr val="tx1"/>
                          </a:solidFill>
                          <a:latin typeface="맑은 고딕"/>
                          <a:ea typeface="맑은 고딕"/>
                        </a:rPr>
                        <a:t>-</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marL="0" indent="0">
                        <a:buNone/>
                      </a:pPr>
                      <a:r>
                        <a:rPr lang="ko-KR" altLang="en-US" sz="850" dirty="0">
                          <a:solidFill>
                            <a:schemeClr val="tx1"/>
                          </a:solidFill>
                          <a:latin typeface="맑은 고딕"/>
                          <a:ea typeface="맑은 고딕"/>
                        </a:rPr>
                        <a:t>-</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1"/>
                  </a:ext>
                </a:extLst>
              </a:tr>
              <a:tr h="252000">
                <a:tc>
                  <a:txBody>
                    <a:bodyPr/>
                    <a:lstStyle/>
                    <a:p>
                      <a:pPr algn="l" latinLnBrk="1" marL="0" indent="0">
                        <a:buNone/>
                      </a:pPr>
                      <a:r>
                        <a:rPr lang="en-US" altLang="ko-KR" sz="850" dirty="0">
                          <a:solidFill>
                            <a:schemeClr val="tx1"/>
                          </a:solidFill>
                          <a:latin typeface="맑은 고딕"/>
                          <a:ea typeface="맑은 고딕"/>
                        </a:rPr>
                        <a:t>템플릿 관리</a:t>
                      </a: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marL="0" indent="0">
                        <a:buNone/>
                      </a:pPr>
                      <a:r>
                        <a:rPr lang="en-US" altLang="ko-KR" sz="850" dirty="0">
                          <a:solidFill>
                            <a:schemeClr val="tx1"/>
                          </a:solidFill>
                          <a:latin typeface="맑은 고딕"/>
                          <a:ea typeface="맑은 고딕"/>
                        </a:rPr>
                        <a:t>O</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buNone/>
                      </a:pPr>
                      <a:r>
                        <a:rPr lang="ko-KR" altLang="en-US" sz="850" dirty="0">
                          <a:solidFill>
                            <a:schemeClr val="tx1"/>
                          </a:solidFill>
                          <a:latin typeface="맑은 고딕"/>
                          <a:ea typeface="맑은 고딕"/>
                        </a:rPr>
                        <a:t>O</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marL="0" indent="0">
                        <a:buNone/>
                      </a:pPr>
                      <a:r>
                        <a:rPr lang="en-US" altLang="ko-KR" sz="850" dirty="0">
                          <a:solidFill>
                            <a:schemeClr val="tx1"/>
                          </a:solidFill>
                          <a:latin typeface="맑은 고딕"/>
                          <a:ea typeface="맑은 고딕"/>
                        </a:rPr>
                        <a:t>-</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marL="0" indent="0">
                        <a:buNone/>
                      </a:pPr>
                      <a:r>
                        <a:rPr lang="ko-KR" altLang="en-US" sz="850" dirty="0">
                          <a:solidFill>
                            <a:schemeClr val="tx1"/>
                          </a:solidFill>
                          <a:latin typeface="맑은 고딕"/>
                          <a:ea typeface="맑은 고딕"/>
                        </a:rPr>
                        <a:t>-</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1"/>
                  </a:ext>
                </a:extLst>
              </a:tr>
              <a:tr h="252000">
                <a:tc>
                  <a:txBody>
                    <a:bodyPr/>
                    <a:lstStyle/>
                    <a:p>
                      <a:pPr algn="l" latinLnBrk="1" marL="0" indent="0">
                        <a:buNone/>
                      </a:pPr>
                      <a:r>
                        <a:rPr lang="en-US" altLang="ko-KR" sz="850" dirty="0">
                          <a:solidFill>
                            <a:schemeClr val="tx1"/>
                          </a:solidFill>
                          <a:latin typeface="맑은 고딕"/>
                          <a:ea typeface="맑은 고딕"/>
                        </a:rPr>
                        <a:t>가능 시간 입력, 투표</a:t>
                      </a: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marL="0" indent="0">
                        <a:buNone/>
                      </a:pPr>
                      <a:r>
                        <a:rPr lang="en-US" altLang="ko-KR" sz="850" dirty="0">
                          <a:solidFill>
                            <a:schemeClr val="tx1"/>
                          </a:solidFill>
                          <a:latin typeface="맑은 고딕"/>
                          <a:ea typeface="맑은 고딕"/>
                        </a:rPr>
                        <a:t>O</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buNone/>
                      </a:pPr>
                      <a:r>
                        <a:rPr lang="ko-KR" altLang="en-US" sz="850" dirty="0">
                          <a:solidFill>
                            <a:schemeClr val="tx1"/>
                          </a:solidFill>
                          <a:latin typeface="맑은 고딕"/>
                          <a:ea typeface="맑은 고딕"/>
                        </a:rPr>
                        <a:t>O</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marL="0" indent="0">
                        <a:buNone/>
                      </a:pPr>
                      <a:r>
                        <a:rPr lang="en-US" altLang="ko-KR" sz="850" dirty="0">
                          <a:solidFill>
                            <a:schemeClr val="tx1"/>
                          </a:solidFill>
                          <a:latin typeface="맑은 고딕"/>
                          <a:ea typeface="맑은 고딕"/>
                        </a:rPr>
                        <a:t>O</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marL="0" indent="0">
                        <a:buNone/>
                      </a:pPr>
                      <a:r>
                        <a:rPr lang="ko-KR" altLang="en-US" sz="850" dirty="0">
                          <a:solidFill>
                            <a:schemeClr val="tx1"/>
                          </a:solidFill>
                          <a:latin typeface="맑은 고딕"/>
                          <a:ea typeface="맑은 고딕"/>
                        </a:rPr>
                        <a:t>O</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1"/>
                  </a:ext>
                </a:extLst>
              </a:tr>
              <a:tr h="252000">
                <a:tc>
                  <a:txBody>
                    <a:bodyPr/>
                    <a:lstStyle/>
                    <a:p>
                      <a:pPr algn="l" latinLnBrk="1" marL="0" indent="0">
                        <a:buNone/>
                      </a:pPr>
                      <a:r>
                        <a:rPr lang="en-US" altLang="ko-KR" sz="850" dirty="0">
                          <a:solidFill>
                            <a:schemeClr val="tx1"/>
                          </a:solidFill>
                          <a:latin typeface="맑은 고딕"/>
                          <a:ea typeface="맑은 고딕"/>
                        </a:rPr>
                        <a:t>자료실, 자료 올리기</a:t>
                      </a: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marL="0" indent="0">
                        <a:buNone/>
                      </a:pPr>
                      <a:r>
                        <a:rPr lang="en-US" altLang="ko-KR" sz="850" dirty="0">
                          <a:solidFill>
                            <a:schemeClr val="tx1"/>
                          </a:solidFill>
                          <a:latin typeface="맑은 고딕"/>
                          <a:ea typeface="맑은 고딕"/>
                        </a:rPr>
                        <a:t>O</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buNone/>
                      </a:pPr>
                      <a:r>
                        <a:rPr lang="ko-KR" altLang="en-US" sz="850" dirty="0">
                          <a:solidFill>
                            <a:schemeClr val="tx1"/>
                          </a:solidFill>
                          <a:latin typeface="맑은 고딕"/>
                          <a:ea typeface="맑은 고딕"/>
                        </a:rPr>
                        <a:t>O</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marL="0" indent="0">
                        <a:buNone/>
                      </a:pPr>
                      <a:r>
                        <a:rPr lang="en-US" altLang="ko-KR" sz="850" dirty="0">
                          <a:solidFill>
                            <a:schemeClr val="tx1"/>
                          </a:solidFill>
                          <a:latin typeface="맑은 고딕"/>
                          <a:ea typeface="맑은 고딕"/>
                        </a:rPr>
                        <a:t>O</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marL="0" indent="0">
                        <a:buNone/>
                      </a:pPr>
                      <a:r>
                        <a:rPr lang="ko-KR" altLang="en-US" sz="850" dirty="0">
                          <a:solidFill>
                            <a:schemeClr val="tx1"/>
                          </a:solidFill>
                          <a:latin typeface="맑은 고딕"/>
                          <a:ea typeface="맑은 고딕"/>
                        </a:rPr>
                        <a:t>O</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1"/>
                  </a:ext>
                </a:extLst>
              </a:tr>
              <a:tr h="252000">
                <a:tc>
                  <a:txBody>
                    <a:bodyPr/>
                    <a:lstStyle/>
                    <a:p>
                      <a:pPr algn="l" latinLnBrk="1" marL="0" indent="0">
                        <a:buNone/>
                      </a:pPr>
                      <a:r>
                        <a:rPr lang="en-US" altLang="ko-KR" sz="850" dirty="0">
                          <a:solidFill>
                            <a:schemeClr val="tx1"/>
                          </a:solidFill>
                          <a:latin typeface="맑은 고딕"/>
                          <a:ea typeface="맑은 고딕"/>
                        </a:rPr>
                        <a:t>서비스 관리자 화면</a:t>
                      </a:r>
                    </a:p>
                  </a:txBody>
                  <a:tcPr anchor="ctr">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marL="0" indent="0">
                        <a:buNone/>
                      </a:pPr>
                      <a:r>
                        <a:rPr lang="en-US" altLang="ko-KR" sz="850" dirty="0">
                          <a:solidFill>
                            <a:schemeClr val="tx1"/>
                          </a:solidFill>
                          <a:latin typeface="맑은 고딕"/>
                          <a:ea typeface="맑은 고딕"/>
                        </a:rPr>
                        <a:t>O</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marL="0" indent="0" algn="ctr" latinLnBrk="1">
                        <a:buNone/>
                      </a:pPr>
                      <a:r>
                        <a:rPr lang="ko-KR" altLang="en-US" sz="850" dirty="0">
                          <a:solidFill>
                            <a:schemeClr val="tx1"/>
                          </a:solidFill>
                          <a:latin typeface="맑은 고딕"/>
                          <a:ea typeface="맑은 고딕"/>
                        </a:rPr>
                        <a:t>-</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marL="0" indent="0">
                        <a:buNone/>
                      </a:pPr>
                      <a:r>
                        <a:rPr lang="en-US" altLang="ko-KR" sz="850" dirty="0">
                          <a:solidFill>
                            <a:schemeClr val="tx1"/>
                          </a:solidFill>
                          <a:latin typeface="맑은 고딕"/>
                          <a:ea typeface="맑은 고딕"/>
                        </a:rPr>
                        <a:t>-</a:t>
                      </a:r>
                    </a:p>
                  </a:txBody>
                  <a:tcPr anchor="ctr">
                    <a:lnL w="3175" cap="flat" cmpd="sng" algn="ctr">
                      <a:solidFill>
                        <a:schemeClr val="bg1">
                          <a:lumMod val="75000"/>
                        </a:schemeClr>
                      </a:solidFill>
                      <a:prstDash val="solid"/>
                      <a:round/>
                      <a:headEnd type="none" w="med" len="med"/>
                      <a:tailEnd type="none" w="med" len="med"/>
                    </a:lnL>
                    <a:lnR w="3175" cap="flat" cmpd="sng" algn="ctr">
                      <a:solidFill>
                        <a:schemeClr val="bg1">
                          <a:lumMod val="75000"/>
                        </a:schemeClr>
                      </a:solid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tc>
                  <a:txBody>
                    <a:bodyPr/>
                    <a:lstStyle/>
                    <a:p>
                      <a:pPr algn="ctr" latinLnBrk="1" marL="0" indent="0">
                        <a:buNone/>
                      </a:pPr>
                      <a:r>
                        <a:rPr lang="ko-KR" altLang="en-US" sz="850" dirty="0">
                          <a:solidFill>
                            <a:schemeClr val="tx1"/>
                          </a:solidFill>
                          <a:latin typeface="맑은 고딕"/>
                          <a:ea typeface="맑은 고딕"/>
                        </a:rPr>
                        <a:t>-</a:t>
                      </a:r>
                    </a:p>
                  </a:txBody>
                  <a:tcPr anchor="ctr">
                    <a:lnL w="3175" cap="flat" cmpd="sng" algn="ctr">
                      <a:solidFill>
                        <a:schemeClr val="bg1">
                          <a:lumMod val="75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sp>
        <p:nvSpPr>
          <p:cNvPr id="9" name="TextBox 7"/>
          <p:cNvSpPr txBox="1"/>
          <p:nvPr/>
        </p:nvSpPr>
        <p:spPr>
          <a:xfrm>
            <a:off x="720000" y="5508000"/>
            <a:ext cx="10656000" cy="360000"/>
          </a:xfrm>
          <a:prstGeom prst="rect">
            <a:avLst/>
          </a:prstGeom>
          <a:noFill/>
        </p:spPr>
        <p:txBody>
          <a:bodyPr wrap="square">
            <a:spAutoFit/>
          </a:bodyPr>
          <a:lstStyle/>
          <a:p>
            <a:r>
              <a:rPr sz="900" b="0">
                <a:solidFill>
                  <a:srgbClr val="404040"/>
                </a:solidFill>
                <a:latin typeface="맑은 고딕"/>
                <a:ea typeface="맑은 고딕"/>
              </a:rPr>
              <a:t>서비스 관리자는 팀 역할(팀장, 부팀장, 회원)과 겹칠 수 있다. 겹치면 두 역할의 기능을 모두 쓴다. 예시 데이터는 홍길동 = 서비스 관리자 + 팀장, 이영희 = 부팀장, 김철수·박민수 = 회원이다.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itle 1"/>
          <p:cNvSpPr>
            <a:spLocks noGrp="1"/>
          </p:cNvSpPr>
          <p:nvPr>
            <p:ph type="title"/>
          </p:nvPr>
        </p:nvSpPr>
        <p:spPr/>
        <p:txBody>
          <a:bodyPr/>
          <a:lstStyle/>
          <a:p>
            <a:r>
              <a:rPr>
                <a:latin typeface="맑은 고딕"/>
                <a:ea typeface="맑은 고딕"/>
              </a:rPr>
              <a:t>User flow</a:t>
            </a:r>
          </a:p>
        </p:txBody>
      </p:sp>
      <p:sp>
        <p:nvSpPr>
          <p:cNvPr id="4" name="TextBox 4">
            <a:extLst>
              <a:ext uri="{FF2B5EF4-FFF2-40B4-BE49-F238E27FC236}">
                <a16:creationId xmlns:a16="http://schemas.microsoft.com/office/drawing/2014/main" id="{90B8312E-970E-458B-87FB-84F7A22C22BA}"/>
              </a:ext>
            </a:extLst>
          </p:cNvPr>
          <p:cNvSpPr txBox="1"/>
          <p:nvPr/>
        </p:nvSpPr>
        <p:spPr>
          <a:xfrm>
            <a:off x="11780252" y="106980"/>
            <a:ext cx="248786" cy="230832"/>
          </a:xfrm>
          <a:prstGeom prst="rect">
            <a:avLst/>
          </a:prstGeom>
          <a:noFill/>
        </p:spPr>
        <p:txBody>
          <a:bodyPr wrap="none" rtlCol="0">
            <a:spAutoFit/>
          </a:bodyPr>
          <a:lstStyle/>
          <a:p>
            <a:r>
              <a:rPr>
                <a:latin typeface="맑은 고딕"/>
                <a:ea typeface="맑은 고딕"/>
              </a:rPr>
              <a:t>8</a:t>
            </a:r>
          </a:p>
        </p:txBody>
      </p:sp>
      <p:sp>
        <p:nvSpPr>
          <p:cNvPr id="5" name="Rectangle 5"/>
          <p:cNvSpPr/>
          <p:nvPr/>
        </p:nvSpPr>
        <p:spPr>
          <a:xfrm>
            <a:off x="432000" y="1368000"/>
            <a:ext cx="1152000" cy="324000"/>
          </a:xfrm>
          <a:prstGeom prst="rect">
            <a:avLst/>
          </a:prstGeom>
          <a:solidFill>
            <a:srgbClr val="D9D9D9"/>
          </a:solidFill>
          <a:ln>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6"/>
          <p:cNvSpPr/>
          <p:nvPr/>
        </p:nvSpPr>
        <p:spPr>
          <a:xfrm>
            <a:off x="432000" y="1692000"/>
            <a:ext cx="1152000" cy="4608000"/>
          </a:xfrm>
          <a:prstGeom prst="rect">
            <a:avLst/>
          </a:prstGeom>
          <a:noFill/>
          <a:ln>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7"/>
          <p:cNvSpPr/>
          <p:nvPr/>
        </p:nvSpPr>
        <p:spPr>
          <a:xfrm>
            <a:off x="1584000" y="1368000"/>
            <a:ext cx="2547000" cy="324000"/>
          </a:xfrm>
          <a:prstGeom prst="rect">
            <a:avLst/>
          </a:prstGeom>
          <a:solidFill>
            <a:srgbClr val="D9D9D9"/>
          </a:solidFill>
          <a:ln>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8"/>
          <p:cNvSpPr/>
          <p:nvPr/>
        </p:nvSpPr>
        <p:spPr>
          <a:xfrm>
            <a:off x="1584000" y="1692000"/>
            <a:ext cx="2547000" cy="4608000"/>
          </a:xfrm>
          <a:prstGeom prst="rect">
            <a:avLst/>
          </a:prstGeom>
          <a:noFill/>
          <a:ln>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9"/>
          <p:cNvSpPr txBox="1"/>
          <p:nvPr/>
        </p:nvSpPr>
        <p:spPr>
          <a:xfrm>
            <a:off x="1638000" y="1425600"/>
            <a:ext cx="2439000" cy="216000"/>
          </a:xfrm>
          <a:prstGeom prst="rect">
            <a:avLst/>
          </a:prstGeom>
          <a:noFill/>
        </p:spPr>
        <p:txBody>
          <a:bodyPr wrap="square">
            <a:spAutoFit/>
          </a:bodyPr>
          <a:lstStyle/>
          <a:p>
            <a:r>
              <a:rPr sz="900" b="1">
                <a:solidFill>
                  <a:srgbClr val="1A1A1A"/>
                </a:solidFill>
                <a:latin typeface="맑은 고딕"/>
                <a:ea typeface="맑은 고딕"/>
              </a:rPr>
              <a:t>1 STEP. 요청</a:t>
            </a:r>
          </a:p>
        </p:txBody>
      </p:sp>
      <p:sp>
        <p:nvSpPr>
          <p:cNvPr id="10" name="Rectangle 10"/>
          <p:cNvSpPr/>
          <p:nvPr/>
        </p:nvSpPr>
        <p:spPr>
          <a:xfrm>
            <a:off x="4131000" y="1368000"/>
            <a:ext cx="2547000" cy="324000"/>
          </a:xfrm>
          <a:prstGeom prst="rect">
            <a:avLst/>
          </a:prstGeom>
          <a:solidFill>
            <a:srgbClr val="D9D9D9"/>
          </a:solidFill>
          <a:ln>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1"/>
          <p:cNvSpPr/>
          <p:nvPr/>
        </p:nvSpPr>
        <p:spPr>
          <a:xfrm>
            <a:off x="4131000" y="1692000"/>
            <a:ext cx="2547000" cy="4608000"/>
          </a:xfrm>
          <a:prstGeom prst="rect">
            <a:avLst/>
          </a:prstGeom>
          <a:noFill/>
          <a:ln>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2"/>
          <p:cNvSpPr txBox="1"/>
          <p:nvPr/>
        </p:nvSpPr>
        <p:spPr>
          <a:xfrm>
            <a:off x="4185000" y="1425600"/>
            <a:ext cx="2439000" cy="216000"/>
          </a:xfrm>
          <a:prstGeom prst="rect">
            <a:avLst/>
          </a:prstGeom>
          <a:noFill/>
        </p:spPr>
        <p:txBody>
          <a:bodyPr wrap="square">
            <a:spAutoFit/>
          </a:bodyPr>
          <a:lstStyle/>
          <a:p>
            <a:r>
              <a:rPr sz="900" b="1">
                <a:solidFill>
                  <a:srgbClr val="1A1A1A"/>
                </a:solidFill>
                <a:latin typeface="맑은 고딕"/>
                <a:ea typeface="맑은 고딕"/>
              </a:rPr>
              <a:t>2 STEP. 가능 시간 입력</a:t>
            </a:r>
          </a:p>
        </p:txBody>
      </p:sp>
      <p:sp>
        <p:nvSpPr>
          <p:cNvPr id="13" name="Rectangle 13"/>
          <p:cNvSpPr/>
          <p:nvPr/>
        </p:nvSpPr>
        <p:spPr>
          <a:xfrm>
            <a:off x="6678000" y="1368000"/>
            <a:ext cx="2547000" cy="324000"/>
          </a:xfrm>
          <a:prstGeom prst="rect">
            <a:avLst/>
          </a:prstGeom>
          <a:solidFill>
            <a:srgbClr val="D9D9D9"/>
          </a:solidFill>
          <a:ln>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4"/>
          <p:cNvSpPr/>
          <p:nvPr/>
        </p:nvSpPr>
        <p:spPr>
          <a:xfrm>
            <a:off x="6678000" y="1692000"/>
            <a:ext cx="2547000" cy="4608000"/>
          </a:xfrm>
          <a:prstGeom prst="rect">
            <a:avLst/>
          </a:prstGeom>
          <a:noFill/>
          <a:ln>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5"/>
          <p:cNvSpPr txBox="1"/>
          <p:nvPr/>
        </p:nvSpPr>
        <p:spPr>
          <a:xfrm>
            <a:off x="6732000" y="1425600"/>
            <a:ext cx="2439000" cy="216000"/>
          </a:xfrm>
          <a:prstGeom prst="rect">
            <a:avLst/>
          </a:prstGeom>
          <a:noFill/>
        </p:spPr>
        <p:txBody>
          <a:bodyPr wrap="square">
            <a:spAutoFit/>
          </a:bodyPr>
          <a:lstStyle/>
          <a:p>
            <a:r>
              <a:rPr sz="900" b="1">
                <a:solidFill>
                  <a:srgbClr val="1A1A1A"/>
                </a:solidFill>
                <a:latin typeface="맑은 고딕"/>
                <a:ea typeface="맑은 고딕"/>
              </a:rPr>
              <a:t>3 STEP. 투표</a:t>
            </a:r>
          </a:p>
        </p:txBody>
      </p:sp>
      <p:sp>
        <p:nvSpPr>
          <p:cNvPr id="16" name="Rectangle 16"/>
          <p:cNvSpPr/>
          <p:nvPr/>
        </p:nvSpPr>
        <p:spPr>
          <a:xfrm>
            <a:off x="9225000" y="1368000"/>
            <a:ext cx="2547000" cy="324000"/>
          </a:xfrm>
          <a:prstGeom prst="rect">
            <a:avLst/>
          </a:prstGeom>
          <a:solidFill>
            <a:srgbClr val="D9D9D9"/>
          </a:solidFill>
          <a:ln>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7"/>
          <p:cNvSpPr/>
          <p:nvPr/>
        </p:nvSpPr>
        <p:spPr>
          <a:xfrm>
            <a:off x="9225000" y="1692000"/>
            <a:ext cx="2547000" cy="4608000"/>
          </a:xfrm>
          <a:prstGeom prst="rect">
            <a:avLst/>
          </a:prstGeom>
          <a:noFill/>
          <a:ln>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8"/>
          <p:cNvSpPr txBox="1"/>
          <p:nvPr/>
        </p:nvSpPr>
        <p:spPr>
          <a:xfrm>
            <a:off x="9279000" y="1425600"/>
            <a:ext cx="2439000" cy="216000"/>
          </a:xfrm>
          <a:prstGeom prst="rect">
            <a:avLst/>
          </a:prstGeom>
          <a:noFill/>
        </p:spPr>
        <p:txBody>
          <a:bodyPr wrap="square">
            <a:spAutoFit/>
          </a:bodyPr>
          <a:lstStyle/>
          <a:p>
            <a:r>
              <a:rPr sz="900" b="1">
                <a:solidFill>
                  <a:srgbClr val="1A1A1A"/>
                </a:solidFill>
                <a:latin typeface="맑은 고딕"/>
                <a:ea typeface="맑은 고딕"/>
              </a:rPr>
              <a:t>4 STEP. 확정과 변경</a:t>
            </a:r>
          </a:p>
        </p:txBody>
      </p:sp>
      <p:sp>
        <p:nvSpPr>
          <p:cNvPr id="19" name="TextBox 19"/>
          <p:cNvSpPr txBox="1"/>
          <p:nvPr/>
        </p:nvSpPr>
        <p:spPr>
          <a:xfrm>
            <a:off x="468000" y="3780000"/>
            <a:ext cx="1080000" cy="432000"/>
          </a:xfrm>
          <a:prstGeom prst="rect">
            <a:avLst/>
          </a:prstGeom>
          <a:noFill/>
        </p:spPr>
        <p:txBody>
          <a:bodyPr wrap="square">
            <a:spAutoFit/>
          </a:bodyPr>
          <a:lstStyle/>
          <a:p>
            <a:pPr algn="ctr"/>
            <a:r>
              <a:rPr sz="950" b="1">
                <a:solidFill>
                  <a:srgbClr val="1A1A1A"/>
                </a:solidFill>
                <a:latin typeface="맑은 고딕"/>
                <a:ea typeface="맑은 고딕"/>
              </a:rPr>
              <a:t>일정 조율</a:t>
            </a:r>
          </a:p>
          <a:p>
            <a:pPr algn="ctr"/>
            <a:r>
              <a:rPr sz="950" b="1">
                <a:solidFill>
                  <a:srgbClr val="1A1A1A"/>
                </a:solidFill>
                <a:latin typeface="맑은 고딕"/>
                <a:ea typeface="맑은 고딕"/>
              </a:rPr>
              <a:t>User flow</a:t>
            </a:r>
          </a:p>
        </p:txBody>
      </p:sp>
      <p:sp>
        <p:nvSpPr>
          <p:cNvPr id="20" name="Terminator 20"/>
          <p:cNvSpPr/>
          <p:nvPr/>
        </p:nvSpPr>
        <p:spPr>
          <a:xfrm>
            <a:off x="2245500" y="1872000"/>
            <a:ext cx="1224000" cy="288000"/>
          </a:xfrm>
          <a:prstGeom prst="flowChartTerminator">
            <a:avLst/>
          </a:prstGeom>
          <a:solidFill>
            <a:srgbClr val="D9D9D9"/>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lIns="28800" rIns="28800" tIns="10800" bIns="10800" wrap="square"/>
          <a:lstStyle/>
          <a:p>
            <a:pPr algn="ctr"/>
            <a:r>
              <a:rPr sz="750">
                <a:solidFill>
                  <a:srgbClr val="1A1A1A"/>
                </a:solidFill>
                <a:latin typeface="맑은 고딕"/>
                <a:ea typeface="맑은 고딕"/>
              </a:rPr>
              <a:t>START</a:t>
            </a:r>
          </a:p>
        </p:txBody>
      </p:sp>
      <p:sp>
        <p:nvSpPr>
          <p:cNvPr id="21" name="Process 21"/>
          <p:cNvSpPr/>
          <p:nvPr/>
        </p:nvSpPr>
        <p:spPr>
          <a:xfrm>
            <a:off x="2245500" y="2340000"/>
            <a:ext cx="1224000" cy="288000"/>
          </a:xfrm>
          <a:prstGeom prst="flowChartProcess">
            <a:avLst/>
          </a:prstGeom>
          <a:solidFill>
            <a:srgbClr val="FFFFFF"/>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lIns="28800" rIns="28800" tIns="10800" bIns="10800" wrap="square"/>
          <a:lstStyle/>
          <a:p>
            <a:pPr algn="ctr"/>
            <a:r>
              <a:rPr sz="750">
                <a:solidFill>
                  <a:srgbClr val="1A1A1A"/>
                </a:solidFill>
                <a:latin typeface="맑은 고딕"/>
                <a:ea typeface="맑은 고딕"/>
              </a:rPr>
              <a:t>팀장이 일정 요청 만들기</a:t>
            </a:r>
          </a:p>
        </p:txBody>
      </p:sp>
      <p:sp>
        <p:nvSpPr>
          <p:cNvPr id="22" name="Process 22"/>
          <p:cNvSpPr/>
          <p:nvPr/>
        </p:nvSpPr>
        <p:spPr>
          <a:xfrm>
            <a:off x="2245500" y="2808000"/>
            <a:ext cx="1224000" cy="288000"/>
          </a:xfrm>
          <a:prstGeom prst="flowChartProcess">
            <a:avLst/>
          </a:prstGeom>
          <a:solidFill>
            <a:srgbClr val="FFFFFF"/>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lIns="28800" rIns="28800" tIns="10800" bIns="10800" wrap="square"/>
          <a:lstStyle/>
          <a:p>
            <a:pPr algn="ctr"/>
            <a:r>
              <a:rPr sz="750">
                <a:solidFill>
                  <a:srgbClr val="1A1A1A"/>
                </a:solidFill>
                <a:latin typeface="맑은 고딕"/>
                <a:ea typeface="맑은 고딕"/>
              </a:rPr>
              <a:t>대상 주와 진행 예상 시간 정하기</a:t>
            </a:r>
          </a:p>
        </p:txBody>
      </p:sp>
      <p:sp>
        <p:nvSpPr>
          <p:cNvPr id="23" name="Process 23"/>
          <p:cNvSpPr/>
          <p:nvPr/>
        </p:nvSpPr>
        <p:spPr>
          <a:xfrm>
            <a:off x="2245500" y="3276000"/>
            <a:ext cx="1224000" cy="288000"/>
          </a:xfrm>
          <a:prstGeom prst="flowChartProcess">
            <a:avLst/>
          </a:prstGeom>
          <a:solidFill>
            <a:srgbClr val="FFFFFF"/>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lIns="28800" rIns="28800" tIns="10800" bIns="10800" wrap="square"/>
          <a:lstStyle/>
          <a:p>
            <a:pPr algn="ctr"/>
            <a:r>
              <a:rPr sz="750">
                <a:solidFill>
                  <a:srgbClr val="1A1A1A"/>
                </a:solidFill>
                <a:latin typeface="맑은 고딕"/>
                <a:ea typeface="맑은 고딕"/>
              </a:rPr>
              <a:t>요청 보내기</a:t>
            </a:r>
          </a:p>
        </p:txBody>
      </p:sp>
      <p:sp>
        <p:nvSpPr>
          <p:cNvPr id="24" name="Process 24"/>
          <p:cNvSpPr/>
          <p:nvPr/>
        </p:nvSpPr>
        <p:spPr>
          <a:xfrm>
            <a:off x="2245500" y="3744000"/>
            <a:ext cx="1224000" cy="288000"/>
          </a:xfrm>
          <a:prstGeom prst="flowChartProcess">
            <a:avLst/>
          </a:prstGeom>
          <a:solidFill>
            <a:srgbClr val="FFFFFF"/>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lIns="28800" rIns="28800" tIns="10800" bIns="10800" wrap="square"/>
          <a:lstStyle/>
          <a:p>
            <a:pPr algn="ctr"/>
            <a:r>
              <a:rPr sz="750">
                <a:solidFill>
                  <a:srgbClr val="1A1A1A"/>
                </a:solidFill>
                <a:latin typeface="맑은 고딕"/>
                <a:ea typeface="맑은 고딕"/>
              </a:rPr>
              <a:t>참여자에게 알림 (앱, 디스코드)</a:t>
            </a:r>
          </a:p>
        </p:txBody>
      </p:sp>
      <p:cxnSp>
        <p:nvCxnSpPr>
          <p:cNvPr id="25" name="Connector 25"/>
          <p:cNvCxnSpPr/>
          <p:nvPr/>
        </p:nvCxnSpPr>
        <p:spPr>
          <a:xfrm>
            <a:off x="2857500" y="2160000"/>
            <a:ext cx="0" cy="18000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6" name="Connector 26"/>
          <p:cNvCxnSpPr/>
          <p:nvPr/>
        </p:nvCxnSpPr>
        <p:spPr>
          <a:xfrm>
            <a:off x="2857500" y="2628000"/>
            <a:ext cx="0" cy="18000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7" name="Connector 27"/>
          <p:cNvCxnSpPr/>
          <p:nvPr/>
        </p:nvCxnSpPr>
        <p:spPr>
          <a:xfrm>
            <a:off x="2857500" y="3096000"/>
            <a:ext cx="0" cy="18000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8" name="Connector 28"/>
          <p:cNvCxnSpPr/>
          <p:nvPr/>
        </p:nvCxnSpPr>
        <p:spPr>
          <a:xfrm>
            <a:off x="2857500" y="3564000"/>
            <a:ext cx="0" cy="18000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
        <p:nvSpPr>
          <p:cNvPr id="29" name="Process 29"/>
          <p:cNvSpPr/>
          <p:nvPr/>
        </p:nvSpPr>
        <p:spPr>
          <a:xfrm>
            <a:off x="4792500" y="1872000"/>
            <a:ext cx="1224000" cy="288000"/>
          </a:xfrm>
          <a:prstGeom prst="flowChartProcess">
            <a:avLst/>
          </a:prstGeom>
          <a:solidFill>
            <a:srgbClr val="FFFFFF"/>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lIns="28800" rIns="28800" tIns="10800" bIns="10800" wrap="square"/>
          <a:lstStyle/>
          <a:p>
            <a:pPr algn="ctr"/>
            <a:r>
              <a:rPr sz="750">
                <a:solidFill>
                  <a:srgbClr val="1A1A1A"/>
                </a:solidFill>
                <a:latin typeface="맑은 고딕"/>
                <a:ea typeface="맑은 고딕"/>
              </a:rPr>
              <a:t>안 되는 날, 바뀔 수도 있는 날 표시</a:t>
            </a:r>
          </a:p>
        </p:txBody>
      </p:sp>
      <p:sp>
        <p:nvSpPr>
          <p:cNvPr id="30" name="Process 30"/>
          <p:cNvSpPr/>
          <p:nvPr/>
        </p:nvSpPr>
        <p:spPr>
          <a:xfrm>
            <a:off x="4792500" y="2340000"/>
            <a:ext cx="1224000" cy="288000"/>
          </a:xfrm>
          <a:prstGeom prst="flowChartProcess">
            <a:avLst/>
          </a:prstGeom>
          <a:solidFill>
            <a:srgbClr val="FFFFFF"/>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lIns="28800" rIns="28800" tIns="10800" bIns="10800" wrap="square"/>
          <a:lstStyle/>
          <a:p>
            <a:pPr algn="ctr"/>
            <a:r>
              <a:rPr sz="750">
                <a:solidFill>
                  <a:srgbClr val="1A1A1A"/>
                </a:solidFill>
                <a:latin typeface="맑은 고딕"/>
                <a:ea typeface="맑은 고딕"/>
              </a:rPr>
              <a:t>되는 날의 시간 정하기</a:t>
            </a:r>
          </a:p>
        </p:txBody>
      </p:sp>
      <p:sp>
        <p:nvSpPr>
          <p:cNvPr id="31" name="Process 31"/>
          <p:cNvSpPr/>
          <p:nvPr/>
        </p:nvSpPr>
        <p:spPr>
          <a:xfrm>
            <a:off x="4792500" y="2808000"/>
            <a:ext cx="1224000" cy="288000"/>
          </a:xfrm>
          <a:prstGeom prst="flowChartProcess">
            <a:avLst/>
          </a:prstGeom>
          <a:solidFill>
            <a:srgbClr val="FFFFFF"/>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lIns="28800" rIns="28800" tIns="10800" bIns="10800" wrap="square"/>
          <a:lstStyle/>
          <a:p>
            <a:pPr algn="ctr"/>
            <a:r>
              <a:rPr sz="750">
                <a:solidFill>
                  <a:srgbClr val="1A1A1A"/>
                </a:solidFill>
                <a:latin typeface="맑은 고딕"/>
                <a:ea typeface="맑은 고딕"/>
              </a:rPr>
              <a:t>제출</a:t>
            </a:r>
          </a:p>
        </p:txBody>
      </p:sp>
      <p:sp>
        <p:nvSpPr>
          <p:cNvPr id="32" name="Decision 32"/>
          <p:cNvSpPr/>
          <p:nvPr/>
        </p:nvSpPr>
        <p:spPr>
          <a:xfrm>
            <a:off x="4720500" y="3276000"/>
            <a:ext cx="1368000" cy="396000"/>
          </a:xfrm>
          <a:prstGeom prst="flowChartDecision">
            <a:avLst/>
          </a:prstGeom>
          <a:solidFill>
            <a:srgbClr val="EDEDED"/>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lIns="28800" rIns="28800" tIns="10800" bIns="10800" wrap="square"/>
          <a:lstStyle/>
          <a:p>
            <a:pPr algn="ctr"/>
            <a:r>
              <a:rPr sz="750">
                <a:solidFill>
                  <a:srgbClr val="1A1A1A"/>
                </a:solidFill>
                <a:latin typeface="맑은 고딕"/>
                <a:ea typeface="맑은 고딕"/>
              </a:rPr>
              <a:t>전원 제출?</a:t>
            </a:r>
          </a:p>
        </p:txBody>
      </p:sp>
      <p:sp>
        <p:nvSpPr>
          <p:cNvPr id="33" name="Process 33"/>
          <p:cNvSpPr/>
          <p:nvPr/>
        </p:nvSpPr>
        <p:spPr>
          <a:xfrm>
            <a:off x="4792500" y="3852000"/>
            <a:ext cx="1224000" cy="288000"/>
          </a:xfrm>
          <a:prstGeom prst="flowChartProcess">
            <a:avLst/>
          </a:prstGeom>
          <a:solidFill>
            <a:srgbClr val="FFFFFF"/>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lIns="28800" rIns="28800" tIns="10800" bIns="10800" wrap="square"/>
          <a:lstStyle/>
          <a:p>
            <a:pPr algn="ctr"/>
            <a:r>
              <a:rPr sz="750">
                <a:solidFill>
                  <a:srgbClr val="1A1A1A"/>
                </a:solidFill>
                <a:latin typeface="맑은 고딕"/>
                <a:ea typeface="맑은 고딕"/>
              </a:rPr>
              <a:t>후보 시간 산출</a:t>
            </a:r>
          </a:p>
        </p:txBody>
      </p:sp>
      <p:sp>
        <p:nvSpPr>
          <p:cNvPr id="34" name="Process 34"/>
          <p:cNvSpPr/>
          <p:nvPr/>
        </p:nvSpPr>
        <p:spPr>
          <a:xfrm>
            <a:off x="4792500" y="4320000"/>
            <a:ext cx="1224000" cy="288000"/>
          </a:xfrm>
          <a:prstGeom prst="flowChartProcess">
            <a:avLst/>
          </a:prstGeom>
          <a:solidFill>
            <a:srgbClr val="FFFFFF"/>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lIns="28800" rIns="28800" tIns="10800" bIns="10800" wrap="square"/>
          <a:lstStyle/>
          <a:p>
            <a:pPr algn="ctr"/>
            <a:r>
              <a:rPr sz="750">
                <a:solidFill>
                  <a:srgbClr val="1A1A1A"/>
                </a:solidFill>
                <a:latin typeface="맑은 고딕"/>
                <a:ea typeface="맑은 고딕"/>
              </a:rPr>
              <a:t>마감 전 재촉 알림</a:t>
            </a:r>
          </a:p>
        </p:txBody>
      </p:sp>
      <p:cxnSp>
        <p:nvCxnSpPr>
          <p:cNvPr id="35" name="Connector 35"/>
          <p:cNvCxnSpPr/>
          <p:nvPr/>
        </p:nvCxnSpPr>
        <p:spPr>
          <a:xfrm>
            <a:off x="5404500" y="2160000"/>
            <a:ext cx="0" cy="18000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36" name="Connector 36"/>
          <p:cNvCxnSpPr/>
          <p:nvPr/>
        </p:nvCxnSpPr>
        <p:spPr>
          <a:xfrm>
            <a:off x="5404500" y="2628000"/>
            <a:ext cx="0" cy="18000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37" name="Connector 37"/>
          <p:cNvCxnSpPr/>
          <p:nvPr/>
        </p:nvCxnSpPr>
        <p:spPr>
          <a:xfrm>
            <a:off x="5404500" y="3096000"/>
            <a:ext cx="0" cy="18000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38" name="Connector 38"/>
          <p:cNvCxnSpPr/>
          <p:nvPr/>
        </p:nvCxnSpPr>
        <p:spPr>
          <a:xfrm>
            <a:off x="5404500" y="3672000"/>
            <a:ext cx="0" cy="18000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
        <p:nvSpPr>
          <p:cNvPr id="39" name="TextBox 39"/>
          <p:cNvSpPr txBox="1"/>
          <p:nvPr/>
        </p:nvSpPr>
        <p:spPr>
          <a:xfrm>
            <a:off x="5422500" y="3643200"/>
            <a:ext cx="360000" cy="144000"/>
          </a:xfrm>
          <a:prstGeom prst="rect">
            <a:avLst/>
          </a:prstGeom>
          <a:noFill/>
        </p:spPr>
        <p:txBody>
          <a:bodyPr wrap="square">
            <a:spAutoFit/>
          </a:bodyPr>
          <a:lstStyle/>
          <a:p>
            <a:r>
              <a:rPr sz="650" b="1">
                <a:solidFill>
                  <a:srgbClr val="333333"/>
                </a:solidFill>
                <a:latin typeface="맑은 고딕"/>
                <a:ea typeface="맑은 고딕"/>
              </a:rPr>
              <a:t>YES</a:t>
            </a:r>
          </a:p>
        </p:txBody>
      </p:sp>
      <p:cxnSp>
        <p:nvCxnSpPr>
          <p:cNvPr id="40" name="Connector 40"/>
          <p:cNvCxnSpPr/>
          <p:nvPr/>
        </p:nvCxnSpPr>
        <p:spPr>
          <a:xfrm>
            <a:off x="6088500" y="3474000"/>
            <a:ext cx="108000" cy="0"/>
          </a:xfrm>
          <a:prstGeom prst="line">
            <a:avLst/>
          </a:prstGeom>
          <a:ln w="11430">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41" name="Connector 41"/>
          <p:cNvCxnSpPr/>
          <p:nvPr/>
        </p:nvCxnSpPr>
        <p:spPr>
          <a:xfrm>
            <a:off x="6196500" y="3474000"/>
            <a:ext cx="0" cy="990000"/>
          </a:xfrm>
          <a:prstGeom prst="line">
            <a:avLst/>
          </a:prstGeom>
          <a:ln w="11430">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42" name="Connector 42"/>
          <p:cNvCxnSpPr/>
          <p:nvPr/>
        </p:nvCxnSpPr>
        <p:spPr>
          <a:xfrm flipH="1">
            <a:off x="6016500" y="4464000"/>
            <a:ext cx="180000" cy="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
        <p:nvSpPr>
          <p:cNvPr id="43" name="TextBox 43"/>
          <p:cNvSpPr txBox="1"/>
          <p:nvPr/>
        </p:nvSpPr>
        <p:spPr>
          <a:xfrm>
            <a:off x="6070500" y="3312000"/>
            <a:ext cx="360000" cy="144000"/>
          </a:xfrm>
          <a:prstGeom prst="rect">
            <a:avLst/>
          </a:prstGeom>
          <a:noFill/>
        </p:spPr>
        <p:txBody>
          <a:bodyPr wrap="square">
            <a:spAutoFit/>
          </a:bodyPr>
          <a:lstStyle/>
          <a:p>
            <a:r>
              <a:rPr sz="650" b="1">
                <a:solidFill>
                  <a:srgbClr val="333333"/>
                </a:solidFill>
                <a:latin typeface="맑은 고딕"/>
                <a:ea typeface="맑은 고딕"/>
              </a:rPr>
              <a:t>NO</a:t>
            </a:r>
          </a:p>
        </p:txBody>
      </p:sp>
      <p:cxnSp>
        <p:nvCxnSpPr>
          <p:cNvPr id="44" name="Connector 44"/>
          <p:cNvCxnSpPr/>
          <p:nvPr/>
        </p:nvCxnSpPr>
        <p:spPr>
          <a:xfrm>
            <a:off x="5404500" y="4140000"/>
            <a:ext cx="0" cy="18000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
        <p:nvSpPr>
          <p:cNvPr id="45" name="Process 45"/>
          <p:cNvSpPr/>
          <p:nvPr/>
        </p:nvSpPr>
        <p:spPr>
          <a:xfrm>
            <a:off x="7339500" y="1872000"/>
            <a:ext cx="1224000" cy="288000"/>
          </a:xfrm>
          <a:prstGeom prst="flowChartProcess">
            <a:avLst/>
          </a:prstGeom>
          <a:solidFill>
            <a:srgbClr val="FFFFFF"/>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lIns="28800" rIns="28800" tIns="10800" bIns="10800" wrap="square"/>
          <a:lstStyle/>
          <a:p>
            <a:pPr algn="ctr"/>
            <a:r>
              <a:rPr sz="750">
                <a:solidFill>
                  <a:srgbClr val="1A1A1A"/>
                </a:solidFill>
                <a:latin typeface="맑은 고딕"/>
                <a:ea typeface="맑은 고딕"/>
              </a:rPr>
              <a:t>후보 시간 알림</a:t>
            </a:r>
          </a:p>
        </p:txBody>
      </p:sp>
      <p:sp>
        <p:nvSpPr>
          <p:cNvPr id="46" name="Process 46"/>
          <p:cNvSpPr/>
          <p:nvPr/>
        </p:nvSpPr>
        <p:spPr>
          <a:xfrm>
            <a:off x="7339500" y="2340000"/>
            <a:ext cx="1224000" cy="288000"/>
          </a:xfrm>
          <a:prstGeom prst="flowChartProcess">
            <a:avLst/>
          </a:prstGeom>
          <a:solidFill>
            <a:srgbClr val="FFFFFF"/>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lIns="28800" rIns="28800" tIns="10800" bIns="10800" wrap="square"/>
          <a:lstStyle/>
          <a:p>
            <a:pPr algn="ctr"/>
            <a:r>
              <a:rPr sz="750">
                <a:solidFill>
                  <a:srgbClr val="1A1A1A"/>
                </a:solidFill>
                <a:latin typeface="맑은 고딕"/>
                <a:ea typeface="맑은 고딕"/>
              </a:rPr>
              <a:t>후보에 투표 (여러 개)</a:t>
            </a:r>
          </a:p>
        </p:txBody>
      </p:sp>
      <p:sp>
        <p:nvSpPr>
          <p:cNvPr id="47" name="Decision 47"/>
          <p:cNvSpPr/>
          <p:nvPr/>
        </p:nvSpPr>
        <p:spPr>
          <a:xfrm>
            <a:off x="7267500" y="2808000"/>
            <a:ext cx="1368000" cy="396000"/>
          </a:xfrm>
          <a:prstGeom prst="flowChartDecision">
            <a:avLst/>
          </a:prstGeom>
          <a:solidFill>
            <a:srgbClr val="EDEDED"/>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lIns="28800" rIns="28800" tIns="10800" bIns="10800" wrap="square"/>
          <a:lstStyle/>
          <a:p>
            <a:pPr algn="ctr"/>
            <a:r>
              <a:rPr sz="750">
                <a:solidFill>
                  <a:srgbClr val="1A1A1A"/>
                </a:solidFill>
                <a:latin typeface="맑은 고딕"/>
                <a:ea typeface="맑은 고딕"/>
              </a:rPr>
              <a:t>전원 투표?</a:t>
            </a:r>
          </a:p>
        </p:txBody>
      </p:sp>
      <p:sp>
        <p:nvSpPr>
          <p:cNvPr id="48" name="Process 48"/>
          <p:cNvSpPr/>
          <p:nvPr/>
        </p:nvSpPr>
        <p:spPr>
          <a:xfrm>
            <a:off x="7339500" y="3384000"/>
            <a:ext cx="1224000" cy="288000"/>
          </a:xfrm>
          <a:prstGeom prst="flowChartProcess">
            <a:avLst/>
          </a:prstGeom>
          <a:solidFill>
            <a:srgbClr val="FFFFFF"/>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lIns="28800" rIns="28800" tIns="10800" bIns="10800" wrap="square"/>
          <a:lstStyle/>
          <a:p>
            <a:pPr algn="ctr"/>
            <a:r>
              <a:rPr sz="750">
                <a:solidFill>
                  <a:srgbClr val="1A1A1A"/>
                </a:solidFill>
                <a:latin typeface="맑은 고딕"/>
                <a:ea typeface="맑은 고딕"/>
              </a:rPr>
              <a:t>최다 득표로 확정</a:t>
            </a:r>
          </a:p>
        </p:txBody>
      </p:sp>
      <p:sp>
        <p:nvSpPr>
          <p:cNvPr id="49" name="Process 49"/>
          <p:cNvSpPr/>
          <p:nvPr/>
        </p:nvSpPr>
        <p:spPr>
          <a:xfrm>
            <a:off x="7339500" y="3852000"/>
            <a:ext cx="1224000" cy="288000"/>
          </a:xfrm>
          <a:prstGeom prst="flowChartProcess">
            <a:avLst/>
          </a:prstGeom>
          <a:solidFill>
            <a:srgbClr val="FFFFFF"/>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lIns="28800" rIns="28800" tIns="10800" bIns="10800" wrap="square"/>
          <a:lstStyle/>
          <a:p>
            <a:pPr algn="ctr"/>
            <a:r>
              <a:rPr sz="750">
                <a:solidFill>
                  <a:srgbClr val="1A1A1A"/>
                </a:solidFill>
                <a:latin typeface="맑은 고딕"/>
                <a:ea typeface="맑은 고딕"/>
              </a:rPr>
              <a:t>투표 기다리기</a:t>
            </a:r>
          </a:p>
        </p:txBody>
      </p:sp>
      <p:cxnSp>
        <p:nvCxnSpPr>
          <p:cNvPr id="50" name="Connector 50"/>
          <p:cNvCxnSpPr/>
          <p:nvPr/>
        </p:nvCxnSpPr>
        <p:spPr>
          <a:xfrm>
            <a:off x="7951500" y="2160000"/>
            <a:ext cx="0" cy="18000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51" name="Connector 51"/>
          <p:cNvCxnSpPr/>
          <p:nvPr/>
        </p:nvCxnSpPr>
        <p:spPr>
          <a:xfrm>
            <a:off x="7951500" y="2628000"/>
            <a:ext cx="0" cy="18000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52" name="Connector 52"/>
          <p:cNvCxnSpPr/>
          <p:nvPr/>
        </p:nvCxnSpPr>
        <p:spPr>
          <a:xfrm>
            <a:off x="7951500" y="3204000"/>
            <a:ext cx="0" cy="18000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
        <p:nvSpPr>
          <p:cNvPr id="53" name="TextBox 53"/>
          <p:cNvSpPr txBox="1"/>
          <p:nvPr/>
        </p:nvSpPr>
        <p:spPr>
          <a:xfrm>
            <a:off x="7969500" y="3175200"/>
            <a:ext cx="360000" cy="144000"/>
          </a:xfrm>
          <a:prstGeom prst="rect">
            <a:avLst/>
          </a:prstGeom>
          <a:noFill/>
        </p:spPr>
        <p:txBody>
          <a:bodyPr wrap="square">
            <a:spAutoFit/>
          </a:bodyPr>
          <a:lstStyle/>
          <a:p>
            <a:r>
              <a:rPr sz="650" b="1">
                <a:solidFill>
                  <a:srgbClr val="333333"/>
                </a:solidFill>
                <a:latin typeface="맑은 고딕"/>
                <a:ea typeface="맑은 고딕"/>
              </a:rPr>
              <a:t>YES</a:t>
            </a:r>
          </a:p>
        </p:txBody>
      </p:sp>
      <p:cxnSp>
        <p:nvCxnSpPr>
          <p:cNvPr id="54" name="Connector 54"/>
          <p:cNvCxnSpPr/>
          <p:nvPr/>
        </p:nvCxnSpPr>
        <p:spPr>
          <a:xfrm>
            <a:off x="8635500" y="3006000"/>
            <a:ext cx="108000" cy="0"/>
          </a:xfrm>
          <a:prstGeom prst="line">
            <a:avLst/>
          </a:prstGeom>
          <a:ln w="11430">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55" name="Connector 55"/>
          <p:cNvCxnSpPr/>
          <p:nvPr/>
        </p:nvCxnSpPr>
        <p:spPr>
          <a:xfrm>
            <a:off x="8743500" y="3006000"/>
            <a:ext cx="0" cy="990000"/>
          </a:xfrm>
          <a:prstGeom prst="line">
            <a:avLst/>
          </a:prstGeom>
          <a:ln w="11430">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56" name="Connector 56"/>
          <p:cNvCxnSpPr/>
          <p:nvPr/>
        </p:nvCxnSpPr>
        <p:spPr>
          <a:xfrm flipH="1">
            <a:off x="8563500" y="3996000"/>
            <a:ext cx="180000" cy="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
        <p:nvSpPr>
          <p:cNvPr id="57" name="TextBox 57"/>
          <p:cNvSpPr txBox="1"/>
          <p:nvPr/>
        </p:nvSpPr>
        <p:spPr>
          <a:xfrm>
            <a:off x="8617500" y="2844000"/>
            <a:ext cx="360000" cy="144000"/>
          </a:xfrm>
          <a:prstGeom prst="rect">
            <a:avLst/>
          </a:prstGeom>
          <a:noFill/>
        </p:spPr>
        <p:txBody>
          <a:bodyPr wrap="square">
            <a:spAutoFit/>
          </a:bodyPr>
          <a:lstStyle/>
          <a:p>
            <a:r>
              <a:rPr sz="650" b="1">
                <a:solidFill>
                  <a:srgbClr val="333333"/>
                </a:solidFill>
                <a:latin typeface="맑은 고딕"/>
                <a:ea typeface="맑은 고딕"/>
              </a:rPr>
              <a:t>NO</a:t>
            </a:r>
          </a:p>
        </p:txBody>
      </p:sp>
      <p:cxnSp>
        <p:nvCxnSpPr>
          <p:cNvPr id="58" name="Connector 58"/>
          <p:cNvCxnSpPr/>
          <p:nvPr/>
        </p:nvCxnSpPr>
        <p:spPr>
          <a:xfrm>
            <a:off x="7951500" y="3672000"/>
            <a:ext cx="0" cy="18000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
        <p:nvSpPr>
          <p:cNvPr id="59" name="Process 59"/>
          <p:cNvSpPr/>
          <p:nvPr/>
        </p:nvSpPr>
        <p:spPr>
          <a:xfrm>
            <a:off x="9886500" y="1872000"/>
            <a:ext cx="1224000" cy="288000"/>
          </a:xfrm>
          <a:prstGeom prst="flowChartProcess">
            <a:avLst/>
          </a:prstGeom>
          <a:solidFill>
            <a:srgbClr val="FFFFFF"/>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lIns="28800" rIns="28800" tIns="10800" bIns="10800" wrap="square"/>
          <a:lstStyle/>
          <a:p>
            <a:pPr algn="ctr"/>
            <a:r>
              <a:rPr sz="750">
                <a:solidFill>
                  <a:srgbClr val="1A1A1A"/>
                </a:solidFill>
                <a:latin typeface="맑은 고딕"/>
                <a:ea typeface="맑은 고딕"/>
              </a:rPr>
              <a:t>디스코드 자동 공지</a:t>
            </a:r>
          </a:p>
        </p:txBody>
      </p:sp>
      <p:sp>
        <p:nvSpPr>
          <p:cNvPr id="60" name="Process 60"/>
          <p:cNvSpPr/>
          <p:nvPr/>
        </p:nvSpPr>
        <p:spPr>
          <a:xfrm>
            <a:off x="9886500" y="2340000"/>
            <a:ext cx="1224000" cy="288000"/>
          </a:xfrm>
          <a:prstGeom prst="flowChartProcess">
            <a:avLst/>
          </a:prstGeom>
          <a:solidFill>
            <a:srgbClr val="FFFFFF"/>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lIns="28800" rIns="28800" tIns="10800" bIns="10800" wrap="square"/>
          <a:lstStyle/>
          <a:p>
            <a:pPr algn="ctr"/>
            <a:r>
              <a:rPr sz="750">
                <a:solidFill>
                  <a:srgbClr val="1A1A1A"/>
                </a:solidFill>
                <a:latin typeface="맑은 고딕"/>
                <a:ea typeface="맑은 고딕"/>
              </a:rPr>
              <a:t>확정 일정 보기</a:t>
            </a:r>
          </a:p>
        </p:txBody>
      </p:sp>
      <p:sp>
        <p:nvSpPr>
          <p:cNvPr id="61" name="Decision 61"/>
          <p:cNvSpPr/>
          <p:nvPr/>
        </p:nvSpPr>
        <p:spPr>
          <a:xfrm>
            <a:off x="9814500" y="2808000"/>
            <a:ext cx="1368000" cy="396000"/>
          </a:xfrm>
          <a:prstGeom prst="flowChartDecision">
            <a:avLst/>
          </a:prstGeom>
          <a:solidFill>
            <a:srgbClr val="EDEDED"/>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lIns="28800" rIns="28800" tIns="10800" bIns="10800" wrap="square"/>
          <a:lstStyle/>
          <a:p>
            <a:pPr algn="ctr"/>
            <a:r>
              <a:rPr sz="750">
                <a:solidFill>
                  <a:srgbClr val="1A1A1A"/>
                </a:solidFill>
                <a:latin typeface="맑은 고딕"/>
                <a:ea typeface="맑은 고딕"/>
              </a:rPr>
              <a:t>팀장이 변경 시작?</a:t>
            </a:r>
          </a:p>
        </p:txBody>
      </p:sp>
      <p:sp>
        <p:nvSpPr>
          <p:cNvPr id="62" name="Process 62"/>
          <p:cNvSpPr/>
          <p:nvPr/>
        </p:nvSpPr>
        <p:spPr>
          <a:xfrm>
            <a:off x="9886500" y="3384000"/>
            <a:ext cx="1224000" cy="288000"/>
          </a:xfrm>
          <a:prstGeom prst="flowChartProcess">
            <a:avLst/>
          </a:prstGeom>
          <a:solidFill>
            <a:srgbClr val="FFFFFF"/>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lIns="28800" rIns="28800" tIns="10800" bIns="10800" wrap="square"/>
          <a:lstStyle/>
          <a:p>
            <a:pPr algn="ctr"/>
            <a:r>
              <a:rPr sz="750">
                <a:solidFill>
                  <a:srgbClr val="1A1A1A"/>
                </a:solidFill>
                <a:latin typeface="맑은 고딕"/>
                <a:ea typeface="맑은 고딕"/>
              </a:rPr>
              <a:t>이전 확정 취소</a:t>
            </a:r>
          </a:p>
        </p:txBody>
      </p:sp>
      <p:sp>
        <p:nvSpPr>
          <p:cNvPr id="63" name="Process 63"/>
          <p:cNvSpPr/>
          <p:nvPr/>
        </p:nvSpPr>
        <p:spPr>
          <a:xfrm>
            <a:off x="9886500" y="3852000"/>
            <a:ext cx="1224000" cy="288000"/>
          </a:xfrm>
          <a:prstGeom prst="flowChartProcess">
            <a:avLst/>
          </a:prstGeom>
          <a:solidFill>
            <a:srgbClr val="FFFFFF"/>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lIns="28800" rIns="28800" tIns="10800" bIns="10800" wrap="square"/>
          <a:lstStyle/>
          <a:p>
            <a:pPr algn="ctr"/>
            <a:r>
              <a:rPr sz="750">
                <a:solidFill>
                  <a:srgbClr val="1A1A1A"/>
                </a:solidFill>
                <a:latin typeface="맑은 고딕"/>
                <a:ea typeface="맑은 고딕"/>
              </a:rPr>
              <a:t>전원 알림</a:t>
            </a:r>
          </a:p>
        </p:txBody>
      </p:sp>
      <p:sp>
        <p:nvSpPr>
          <p:cNvPr id="64" name="Connector 64"/>
          <p:cNvSpPr/>
          <p:nvPr/>
        </p:nvSpPr>
        <p:spPr>
          <a:xfrm>
            <a:off x="10354500" y="4320000"/>
            <a:ext cx="288000" cy="288000"/>
          </a:xfrm>
          <a:prstGeom prst="flowChartConnector">
            <a:avLst/>
          </a:prstGeom>
          <a:solidFill>
            <a:srgbClr val="262626"/>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lIns="28800" rIns="28800" tIns="10800" bIns="10800" wrap="square"/>
          <a:lstStyle/>
          <a:p>
            <a:pPr algn="ctr"/>
            <a:r>
              <a:rPr sz="700">
                <a:solidFill>
                  <a:srgbClr val="FFFFFF"/>
                </a:solidFill>
                <a:latin typeface="맑은 고딕"/>
                <a:ea typeface="맑은 고딕"/>
              </a:rPr>
              <a:t>3</a:t>
            </a:r>
          </a:p>
        </p:txBody>
      </p:sp>
      <p:sp>
        <p:nvSpPr>
          <p:cNvPr id="65" name="Terminator 65"/>
          <p:cNvSpPr/>
          <p:nvPr/>
        </p:nvSpPr>
        <p:spPr>
          <a:xfrm>
            <a:off x="9886500" y="4788000"/>
            <a:ext cx="1224000" cy="288000"/>
          </a:xfrm>
          <a:prstGeom prst="flowChartTerminator">
            <a:avLst/>
          </a:prstGeom>
          <a:solidFill>
            <a:srgbClr val="D9D9D9"/>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lIns="28800" rIns="28800" tIns="10800" bIns="10800" wrap="square"/>
          <a:lstStyle/>
          <a:p>
            <a:pPr algn="ctr"/>
            <a:r>
              <a:rPr sz="750">
                <a:solidFill>
                  <a:srgbClr val="1A1A1A"/>
                </a:solidFill>
                <a:latin typeface="맑은 고딕"/>
                <a:ea typeface="맑은 고딕"/>
              </a:rPr>
              <a:t>END</a:t>
            </a:r>
          </a:p>
        </p:txBody>
      </p:sp>
      <p:cxnSp>
        <p:nvCxnSpPr>
          <p:cNvPr id="66" name="Connector 66"/>
          <p:cNvCxnSpPr/>
          <p:nvPr/>
        </p:nvCxnSpPr>
        <p:spPr>
          <a:xfrm>
            <a:off x="10498500" y="2160000"/>
            <a:ext cx="0" cy="18000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67" name="Connector 67"/>
          <p:cNvCxnSpPr/>
          <p:nvPr/>
        </p:nvCxnSpPr>
        <p:spPr>
          <a:xfrm>
            <a:off x="10498500" y="2628000"/>
            <a:ext cx="0" cy="18000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68" name="Connector 68"/>
          <p:cNvCxnSpPr/>
          <p:nvPr/>
        </p:nvCxnSpPr>
        <p:spPr>
          <a:xfrm>
            <a:off x="10498500" y="3204000"/>
            <a:ext cx="0" cy="18000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
        <p:nvSpPr>
          <p:cNvPr id="69" name="TextBox 69"/>
          <p:cNvSpPr txBox="1"/>
          <p:nvPr/>
        </p:nvSpPr>
        <p:spPr>
          <a:xfrm>
            <a:off x="10516500" y="3175200"/>
            <a:ext cx="360000" cy="144000"/>
          </a:xfrm>
          <a:prstGeom prst="rect">
            <a:avLst/>
          </a:prstGeom>
          <a:noFill/>
        </p:spPr>
        <p:txBody>
          <a:bodyPr wrap="square">
            <a:spAutoFit/>
          </a:bodyPr>
          <a:lstStyle/>
          <a:p>
            <a:r>
              <a:rPr sz="650" b="1">
                <a:solidFill>
                  <a:srgbClr val="333333"/>
                </a:solidFill>
                <a:latin typeface="맑은 고딕"/>
                <a:ea typeface="맑은 고딕"/>
              </a:rPr>
              <a:t>YES</a:t>
            </a:r>
          </a:p>
        </p:txBody>
      </p:sp>
      <p:cxnSp>
        <p:nvCxnSpPr>
          <p:cNvPr id="70" name="Connector 70"/>
          <p:cNvCxnSpPr/>
          <p:nvPr/>
        </p:nvCxnSpPr>
        <p:spPr>
          <a:xfrm>
            <a:off x="11182500" y="3006000"/>
            <a:ext cx="108000" cy="0"/>
          </a:xfrm>
          <a:prstGeom prst="line">
            <a:avLst/>
          </a:prstGeom>
          <a:ln w="11430">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71" name="Connector 71"/>
          <p:cNvCxnSpPr/>
          <p:nvPr/>
        </p:nvCxnSpPr>
        <p:spPr>
          <a:xfrm>
            <a:off x="11290500" y="3006000"/>
            <a:ext cx="0" cy="1926000"/>
          </a:xfrm>
          <a:prstGeom prst="line">
            <a:avLst/>
          </a:prstGeom>
          <a:ln w="11430">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72" name="Connector 72"/>
          <p:cNvCxnSpPr/>
          <p:nvPr/>
        </p:nvCxnSpPr>
        <p:spPr>
          <a:xfrm flipH="1">
            <a:off x="11110500" y="4932000"/>
            <a:ext cx="180000" cy="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
        <p:nvSpPr>
          <p:cNvPr id="73" name="TextBox 73"/>
          <p:cNvSpPr txBox="1"/>
          <p:nvPr/>
        </p:nvSpPr>
        <p:spPr>
          <a:xfrm>
            <a:off x="11164500" y="2844000"/>
            <a:ext cx="360000" cy="144000"/>
          </a:xfrm>
          <a:prstGeom prst="rect">
            <a:avLst/>
          </a:prstGeom>
          <a:noFill/>
        </p:spPr>
        <p:txBody>
          <a:bodyPr wrap="square">
            <a:spAutoFit/>
          </a:bodyPr>
          <a:lstStyle/>
          <a:p>
            <a:r>
              <a:rPr sz="650" b="1">
                <a:solidFill>
                  <a:srgbClr val="333333"/>
                </a:solidFill>
                <a:latin typeface="맑은 고딕"/>
                <a:ea typeface="맑은 고딕"/>
              </a:rPr>
              <a:t>NO</a:t>
            </a:r>
          </a:p>
        </p:txBody>
      </p:sp>
      <p:cxnSp>
        <p:nvCxnSpPr>
          <p:cNvPr id="74" name="Connector 74"/>
          <p:cNvCxnSpPr/>
          <p:nvPr/>
        </p:nvCxnSpPr>
        <p:spPr>
          <a:xfrm>
            <a:off x="10498500" y="3672000"/>
            <a:ext cx="0" cy="18000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75" name="Connector 75"/>
          <p:cNvCxnSpPr/>
          <p:nvPr/>
        </p:nvCxnSpPr>
        <p:spPr>
          <a:xfrm>
            <a:off x="10498500" y="4140000"/>
            <a:ext cx="0" cy="18000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76" name="Connector 76"/>
          <p:cNvCxnSpPr/>
          <p:nvPr/>
        </p:nvCxnSpPr>
        <p:spPr>
          <a:xfrm>
            <a:off x="3469500" y="3888000"/>
            <a:ext cx="589500" cy="0"/>
          </a:xfrm>
          <a:prstGeom prst="line">
            <a:avLst/>
          </a:prstGeom>
          <a:ln w="11430">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77" name="Connector 77"/>
          <p:cNvCxnSpPr/>
          <p:nvPr/>
        </p:nvCxnSpPr>
        <p:spPr>
          <a:xfrm flipV="1">
            <a:off x="4059000" y="2016000"/>
            <a:ext cx="0" cy="1872000"/>
          </a:xfrm>
          <a:prstGeom prst="line">
            <a:avLst/>
          </a:prstGeom>
          <a:ln w="11430">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78" name="Connector 78"/>
          <p:cNvCxnSpPr/>
          <p:nvPr/>
        </p:nvCxnSpPr>
        <p:spPr>
          <a:xfrm>
            <a:off x="4059000" y="2016000"/>
            <a:ext cx="733500" cy="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79" name="Connector 79"/>
          <p:cNvCxnSpPr/>
          <p:nvPr/>
        </p:nvCxnSpPr>
        <p:spPr>
          <a:xfrm>
            <a:off x="6016500" y="3996000"/>
            <a:ext cx="589500" cy="0"/>
          </a:xfrm>
          <a:prstGeom prst="line">
            <a:avLst/>
          </a:prstGeom>
          <a:ln w="11430">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80" name="Connector 80"/>
          <p:cNvCxnSpPr/>
          <p:nvPr/>
        </p:nvCxnSpPr>
        <p:spPr>
          <a:xfrm flipV="1">
            <a:off x="6606000" y="2016000"/>
            <a:ext cx="0" cy="1980000"/>
          </a:xfrm>
          <a:prstGeom prst="line">
            <a:avLst/>
          </a:prstGeom>
          <a:ln w="11430">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81" name="Connector 81"/>
          <p:cNvCxnSpPr/>
          <p:nvPr/>
        </p:nvCxnSpPr>
        <p:spPr>
          <a:xfrm>
            <a:off x="6606000" y="2016000"/>
            <a:ext cx="733500" cy="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82" name="Connector 82"/>
          <p:cNvCxnSpPr/>
          <p:nvPr/>
        </p:nvCxnSpPr>
        <p:spPr>
          <a:xfrm>
            <a:off x="8563500" y="3528000"/>
            <a:ext cx="589500" cy="0"/>
          </a:xfrm>
          <a:prstGeom prst="line">
            <a:avLst/>
          </a:prstGeom>
          <a:ln w="11430">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83" name="Connector 83"/>
          <p:cNvCxnSpPr/>
          <p:nvPr/>
        </p:nvCxnSpPr>
        <p:spPr>
          <a:xfrm flipV="1">
            <a:off x="9153000" y="2016000"/>
            <a:ext cx="0" cy="1512000"/>
          </a:xfrm>
          <a:prstGeom prst="line">
            <a:avLst/>
          </a:prstGeom>
          <a:ln w="11430">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84" name="Connector 84"/>
          <p:cNvCxnSpPr/>
          <p:nvPr/>
        </p:nvCxnSpPr>
        <p:spPr>
          <a:xfrm>
            <a:off x="9153000" y="2016000"/>
            <a:ext cx="733500" cy="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itle 1"/>
          <p:cNvSpPr>
            <a:spLocks noGrp="1"/>
          </p:cNvSpPr>
          <p:nvPr>
            <p:ph type="title"/>
          </p:nvPr>
        </p:nvSpPr>
        <p:spPr/>
        <p:txBody>
          <a:bodyPr/>
          <a:lstStyle/>
          <a:p>
            <a:r>
              <a:rPr>
                <a:latin typeface="맑은 고딕"/>
                <a:ea typeface="맑은 고딕"/>
              </a:rPr>
              <a:t>Logic process · 후보 시간 산출과 확정</a:t>
            </a:r>
          </a:p>
        </p:txBody>
      </p:sp>
      <p:sp>
        <p:nvSpPr>
          <p:cNvPr id="4" name="TextBox 4">
            <a:extLst>
              <a:ext uri="{FF2B5EF4-FFF2-40B4-BE49-F238E27FC236}">
                <a16:creationId xmlns:a16="http://schemas.microsoft.com/office/drawing/2014/main" id="{90B8312E-970E-458B-87FB-84F7A22C22BA}"/>
              </a:ext>
            </a:extLst>
          </p:cNvPr>
          <p:cNvSpPr txBox="1"/>
          <p:nvPr/>
        </p:nvSpPr>
        <p:spPr>
          <a:xfrm>
            <a:off x="11780252" y="106980"/>
            <a:ext cx="248786" cy="230832"/>
          </a:xfrm>
          <a:prstGeom prst="rect">
            <a:avLst/>
          </a:prstGeom>
          <a:noFill/>
        </p:spPr>
        <p:txBody>
          <a:bodyPr wrap="none" rtlCol="0">
            <a:spAutoFit/>
          </a:bodyPr>
          <a:lstStyle/>
          <a:p>
            <a:r>
              <a:rPr>
                <a:latin typeface="맑은 고딕"/>
                <a:ea typeface="맑은 고딕"/>
              </a:rPr>
              <a:t>12</a:t>
            </a:r>
          </a:p>
        </p:txBody>
      </p:sp>
      <p:sp>
        <p:nvSpPr>
          <p:cNvPr id="5" name="Rectangle 5"/>
          <p:cNvSpPr/>
          <p:nvPr/>
        </p:nvSpPr>
        <p:spPr>
          <a:xfrm>
            <a:off x="432000" y="1368000"/>
            <a:ext cx="2835000" cy="324000"/>
          </a:xfrm>
          <a:prstGeom prst="rect">
            <a:avLst/>
          </a:prstGeom>
          <a:solidFill>
            <a:srgbClr val="D9D9D9"/>
          </a:solidFill>
          <a:ln>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6"/>
          <p:cNvSpPr/>
          <p:nvPr/>
        </p:nvSpPr>
        <p:spPr>
          <a:xfrm>
            <a:off x="432000" y="1692000"/>
            <a:ext cx="2835000" cy="4608000"/>
          </a:xfrm>
          <a:prstGeom prst="rect">
            <a:avLst/>
          </a:prstGeom>
          <a:noFill/>
          <a:ln>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7"/>
          <p:cNvSpPr txBox="1"/>
          <p:nvPr/>
        </p:nvSpPr>
        <p:spPr>
          <a:xfrm>
            <a:off x="486000" y="1425600"/>
            <a:ext cx="2727000" cy="216000"/>
          </a:xfrm>
          <a:prstGeom prst="rect">
            <a:avLst/>
          </a:prstGeom>
          <a:noFill/>
        </p:spPr>
        <p:txBody>
          <a:bodyPr wrap="square">
            <a:spAutoFit/>
          </a:bodyPr>
          <a:lstStyle/>
          <a:p>
            <a:r>
              <a:rPr sz="900" b="1">
                <a:solidFill>
                  <a:srgbClr val="1A1A1A"/>
                </a:solidFill>
                <a:latin typeface="맑은 고딕"/>
                <a:ea typeface="맑은 고딕"/>
              </a:rPr>
              <a:t>입력</a:t>
            </a:r>
          </a:p>
        </p:txBody>
      </p:sp>
      <p:sp>
        <p:nvSpPr>
          <p:cNvPr id="8" name="Rectangle 8"/>
          <p:cNvSpPr/>
          <p:nvPr/>
        </p:nvSpPr>
        <p:spPr>
          <a:xfrm>
            <a:off x="3267000" y="1368000"/>
            <a:ext cx="2835000" cy="324000"/>
          </a:xfrm>
          <a:prstGeom prst="rect">
            <a:avLst/>
          </a:prstGeom>
          <a:solidFill>
            <a:srgbClr val="D9D9D9"/>
          </a:solidFill>
          <a:ln>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9"/>
          <p:cNvSpPr/>
          <p:nvPr/>
        </p:nvSpPr>
        <p:spPr>
          <a:xfrm>
            <a:off x="3267000" y="1692000"/>
            <a:ext cx="2835000" cy="4608000"/>
          </a:xfrm>
          <a:prstGeom prst="rect">
            <a:avLst/>
          </a:prstGeom>
          <a:noFill/>
          <a:ln>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10"/>
          <p:cNvSpPr txBox="1"/>
          <p:nvPr/>
        </p:nvSpPr>
        <p:spPr>
          <a:xfrm>
            <a:off x="3321000" y="1425600"/>
            <a:ext cx="2727000" cy="216000"/>
          </a:xfrm>
          <a:prstGeom prst="rect">
            <a:avLst/>
          </a:prstGeom>
          <a:noFill/>
        </p:spPr>
        <p:txBody>
          <a:bodyPr wrap="square">
            <a:spAutoFit/>
          </a:bodyPr>
          <a:lstStyle/>
          <a:p>
            <a:r>
              <a:rPr sz="900" b="1">
                <a:solidFill>
                  <a:srgbClr val="1A1A1A"/>
                </a:solidFill>
                <a:latin typeface="맑은 고딕"/>
                <a:ea typeface="맑은 고딕"/>
              </a:rPr>
              <a:t>산출</a:t>
            </a:r>
          </a:p>
        </p:txBody>
      </p:sp>
      <p:sp>
        <p:nvSpPr>
          <p:cNvPr id="11" name="Rectangle 11"/>
          <p:cNvSpPr/>
          <p:nvPr/>
        </p:nvSpPr>
        <p:spPr>
          <a:xfrm>
            <a:off x="6102000" y="1368000"/>
            <a:ext cx="2835000" cy="324000"/>
          </a:xfrm>
          <a:prstGeom prst="rect">
            <a:avLst/>
          </a:prstGeom>
          <a:solidFill>
            <a:srgbClr val="D9D9D9"/>
          </a:solidFill>
          <a:ln>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2"/>
          <p:cNvSpPr/>
          <p:nvPr/>
        </p:nvSpPr>
        <p:spPr>
          <a:xfrm>
            <a:off x="6102000" y="1692000"/>
            <a:ext cx="2835000" cy="4608000"/>
          </a:xfrm>
          <a:prstGeom prst="rect">
            <a:avLst/>
          </a:prstGeom>
          <a:noFill/>
          <a:ln>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3"/>
          <p:cNvSpPr txBox="1"/>
          <p:nvPr/>
        </p:nvSpPr>
        <p:spPr>
          <a:xfrm>
            <a:off x="6156000" y="1425600"/>
            <a:ext cx="2727000" cy="216000"/>
          </a:xfrm>
          <a:prstGeom prst="rect">
            <a:avLst/>
          </a:prstGeom>
          <a:noFill/>
        </p:spPr>
        <p:txBody>
          <a:bodyPr wrap="square">
            <a:spAutoFit/>
          </a:bodyPr>
          <a:lstStyle/>
          <a:p>
            <a:r>
              <a:rPr sz="900" b="1">
                <a:solidFill>
                  <a:srgbClr val="1A1A1A"/>
                </a:solidFill>
                <a:latin typeface="맑은 고딕"/>
                <a:ea typeface="맑은 고딕"/>
              </a:rPr>
              <a:t>투표와 확정</a:t>
            </a:r>
          </a:p>
        </p:txBody>
      </p:sp>
      <p:sp>
        <p:nvSpPr>
          <p:cNvPr id="14" name="Rectangle 14"/>
          <p:cNvSpPr/>
          <p:nvPr/>
        </p:nvSpPr>
        <p:spPr>
          <a:xfrm>
            <a:off x="8937000" y="1368000"/>
            <a:ext cx="2835000" cy="324000"/>
          </a:xfrm>
          <a:prstGeom prst="rect">
            <a:avLst/>
          </a:prstGeom>
          <a:solidFill>
            <a:srgbClr val="D9D9D9"/>
          </a:solidFill>
          <a:ln>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5"/>
          <p:cNvSpPr/>
          <p:nvPr/>
        </p:nvSpPr>
        <p:spPr>
          <a:xfrm>
            <a:off x="8937000" y="1692000"/>
            <a:ext cx="2835000" cy="4608000"/>
          </a:xfrm>
          <a:prstGeom prst="rect">
            <a:avLst/>
          </a:prstGeom>
          <a:noFill/>
          <a:ln>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6"/>
          <p:cNvSpPr txBox="1"/>
          <p:nvPr/>
        </p:nvSpPr>
        <p:spPr>
          <a:xfrm>
            <a:off x="8991000" y="1425600"/>
            <a:ext cx="2727000" cy="216000"/>
          </a:xfrm>
          <a:prstGeom prst="rect">
            <a:avLst/>
          </a:prstGeom>
          <a:noFill/>
        </p:spPr>
        <p:txBody>
          <a:bodyPr wrap="square">
            <a:spAutoFit/>
          </a:bodyPr>
          <a:lstStyle/>
          <a:p>
            <a:r>
              <a:rPr sz="900" b="1">
                <a:solidFill>
                  <a:srgbClr val="1A1A1A"/>
                </a:solidFill>
                <a:latin typeface="맑은 고딕"/>
                <a:ea typeface="맑은 고딕"/>
              </a:rPr>
              <a:t>알림과 변경</a:t>
            </a:r>
          </a:p>
        </p:txBody>
      </p:sp>
      <p:sp>
        <p:nvSpPr>
          <p:cNvPr id="17" name="Terminator 17"/>
          <p:cNvSpPr/>
          <p:nvPr/>
        </p:nvSpPr>
        <p:spPr>
          <a:xfrm>
            <a:off x="1057500" y="1872000"/>
            <a:ext cx="1296000" cy="288000"/>
          </a:xfrm>
          <a:prstGeom prst="flowChartTerminator">
            <a:avLst/>
          </a:prstGeom>
          <a:solidFill>
            <a:srgbClr val="D9D9D9"/>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lIns="28800" rIns="28800" tIns="10800" bIns="10800" wrap="square"/>
          <a:lstStyle/>
          <a:p>
            <a:pPr algn="ctr"/>
            <a:r>
              <a:rPr sz="750">
                <a:solidFill>
                  <a:srgbClr val="1A1A1A"/>
                </a:solidFill>
                <a:latin typeface="맑은 고딕"/>
                <a:ea typeface="맑은 고딕"/>
              </a:rPr>
              <a:t>Start</a:t>
            </a:r>
          </a:p>
        </p:txBody>
      </p:sp>
      <p:sp>
        <p:nvSpPr>
          <p:cNvPr id="18" name="Document 18"/>
          <p:cNvSpPr/>
          <p:nvPr/>
        </p:nvSpPr>
        <p:spPr>
          <a:xfrm>
            <a:off x="1057500" y="2340000"/>
            <a:ext cx="1296000" cy="288000"/>
          </a:xfrm>
          <a:prstGeom prst="flowChartDocument">
            <a:avLst/>
          </a:prstGeom>
          <a:solidFill>
            <a:srgbClr val="FFFFFF"/>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lIns="28800" rIns="28800" tIns="10800" bIns="10800" wrap="square"/>
          <a:lstStyle/>
          <a:p>
            <a:pPr algn="ctr"/>
            <a:r>
              <a:rPr sz="750">
                <a:solidFill>
                  <a:srgbClr val="1A1A1A"/>
                </a:solidFill>
                <a:latin typeface="맑은 고딕"/>
                <a:ea typeface="맑은 고딕"/>
              </a:rPr>
              <a:t>가능 시간 입력 (C-03, C-04)</a:t>
            </a:r>
          </a:p>
        </p:txBody>
      </p:sp>
      <p:sp>
        <p:nvSpPr>
          <p:cNvPr id="19" name="Data 19"/>
          <p:cNvSpPr/>
          <p:nvPr/>
        </p:nvSpPr>
        <p:spPr>
          <a:xfrm>
            <a:off x="1057500" y="2808000"/>
            <a:ext cx="1296000" cy="288000"/>
          </a:xfrm>
          <a:prstGeom prst="flowChartInputOutput">
            <a:avLst/>
          </a:prstGeom>
          <a:solidFill>
            <a:srgbClr val="FFFFFF"/>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lIns="28800" rIns="28800" tIns="10800" bIns="10800" wrap="square"/>
          <a:lstStyle/>
          <a:p>
            <a:pPr algn="ctr"/>
            <a:r>
              <a:rPr sz="750">
                <a:solidFill>
                  <a:srgbClr val="1A1A1A"/>
                </a:solidFill>
                <a:latin typeface="맑은 고딕"/>
                <a:ea typeface="맑은 고딕"/>
              </a:rPr>
              <a:t>날 상태, 시간대</a:t>
            </a:r>
          </a:p>
        </p:txBody>
      </p:sp>
      <p:sp>
        <p:nvSpPr>
          <p:cNvPr id="20" name="TextBox 20"/>
          <p:cNvSpPr txBox="1"/>
          <p:nvPr/>
        </p:nvSpPr>
        <p:spPr>
          <a:xfrm>
            <a:off x="2389500" y="2790000"/>
            <a:ext cx="841500" cy="360000"/>
          </a:xfrm>
          <a:prstGeom prst="rect">
            <a:avLst/>
          </a:prstGeom>
          <a:noFill/>
        </p:spPr>
        <p:txBody>
          <a:bodyPr wrap="square">
            <a:spAutoFit/>
          </a:bodyPr>
          <a:lstStyle/>
          <a:p>
            <a:r>
              <a:rPr sz="650" b="0">
                <a:solidFill>
                  <a:srgbClr val="595959"/>
                </a:solidFill>
                <a:latin typeface="맑은 고딕"/>
                <a:ea typeface="맑은 고딕"/>
              </a:rPr>
              <a:t>· 날마다 되는 날, 안 됨, 바뀔 수도</a:t>
            </a:r>
          </a:p>
          <a:p>
            <a:r>
              <a:rPr sz="650" b="0">
                <a:solidFill>
                  <a:srgbClr val="595959"/>
                </a:solidFill>
                <a:latin typeface="맑은 고딕"/>
                <a:ea typeface="맑은 고딕"/>
              </a:rPr>
              <a:t>· 시작, 끝 (30분 단위)</a:t>
            </a:r>
          </a:p>
        </p:txBody>
      </p:sp>
      <p:sp>
        <p:nvSpPr>
          <p:cNvPr id="21" name="Decision 21"/>
          <p:cNvSpPr/>
          <p:nvPr/>
        </p:nvSpPr>
        <p:spPr>
          <a:xfrm>
            <a:off x="985500" y="3276000"/>
            <a:ext cx="1440000" cy="396000"/>
          </a:xfrm>
          <a:prstGeom prst="flowChartDecision">
            <a:avLst/>
          </a:prstGeom>
          <a:solidFill>
            <a:srgbClr val="EDEDED"/>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lIns="28800" rIns="28800" tIns="10800" bIns="10800" wrap="square"/>
          <a:lstStyle/>
          <a:p>
            <a:pPr algn="ctr"/>
            <a:r>
              <a:rPr sz="750">
                <a:solidFill>
                  <a:srgbClr val="1A1A1A"/>
                </a:solidFill>
                <a:latin typeface="맑은 고딕"/>
                <a:ea typeface="맑은 고딕"/>
              </a:rPr>
              <a:t>되는 날 있음?</a:t>
            </a:r>
          </a:p>
        </p:txBody>
      </p:sp>
      <p:sp>
        <p:nvSpPr>
          <p:cNvPr id="22" name="Magnetic Disk 22"/>
          <p:cNvSpPr/>
          <p:nvPr/>
        </p:nvSpPr>
        <p:spPr>
          <a:xfrm>
            <a:off x="1057500" y="3852000"/>
            <a:ext cx="1296000" cy="288000"/>
          </a:xfrm>
          <a:prstGeom prst="flowChartMagneticDisk">
            <a:avLst/>
          </a:prstGeom>
          <a:solidFill>
            <a:srgbClr val="F2F2F2"/>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lIns="28800" rIns="28800" tIns="10800" bIns="10800" wrap="square"/>
          <a:lstStyle/>
          <a:p>
            <a:pPr algn="ctr"/>
            <a:r>
              <a:rPr sz="750">
                <a:solidFill>
                  <a:srgbClr val="1A1A1A"/>
                </a:solidFill>
                <a:latin typeface="맑은 고딕"/>
                <a:ea typeface="맑은 고딕"/>
              </a:rPr>
              <a:t>가능시간 DB</a:t>
            </a:r>
          </a:p>
        </p:txBody>
      </p:sp>
      <p:cxnSp>
        <p:nvCxnSpPr>
          <p:cNvPr id="23" name="Connector 23"/>
          <p:cNvCxnSpPr/>
          <p:nvPr/>
        </p:nvCxnSpPr>
        <p:spPr>
          <a:xfrm>
            <a:off x="1705500" y="2160000"/>
            <a:ext cx="0" cy="18000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4" name="Connector 24"/>
          <p:cNvCxnSpPr/>
          <p:nvPr/>
        </p:nvCxnSpPr>
        <p:spPr>
          <a:xfrm>
            <a:off x="1705500" y="2628000"/>
            <a:ext cx="0" cy="18000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5" name="Connector 25"/>
          <p:cNvCxnSpPr/>
          <p:nvPr/>
        </p:nvCxnSpPr>
        <p:spPr>
          <a:xfrm>
            <a:off x="1705500" y="3096000"/>
            <a:ext cx="0" cy="18000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6" name="Connector 26"/>
          <p:cNvCxnSpPr/>
          <p:nvPr/>
        </p:nvCxnSpPr>
        <p:spPr>
          <a:xfrm>
            <a:off x="1705500" y="3672000"/>
            <a:ext cx="0" cy="18000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TextBox 27"/>
          <p:cNvSpPr txBox="1"/>
          <p:nvPr/>
        </p:nvSpPr>
        <p:spPr>
          <a:xfrm>
            <a:off x="1723500" y="3643200"/>
            <a:ext cx="360000" cy="144000"/>
          </a:xfrm>
          <a:prstGeom prst="rect">
            <a:avLst/>
          </a:prstGeom>
          <a:noFill/>
        </p:spPr>
        <p:txBody>
          <a:bodyPr wrap="square">
            <a:spAutoFit/>
          </a:bodyPr>
          <a:lstStyle/>
          <a:p>
            <a:r>
              <a:rPr sz="650" b="1">
                <a:solidFill>
                  <a:srgbClr val="333333"/>
                </a:solidFill>
                <a:latin typeface="맑은 고딕"/>
                <a:ea typeface="맑은 고딕"/>
              </a:rPr>
              <a:t>YES</a:t>
            </a:r>
          </a:p>
        </p:txBody>
      </p:sp>
      <p:cxnSp>
        <p:nvCxnSpPr>
          <p:cNvPr id="28" name="Connector 28"/>
          <p:cNvCxnSpPr/>
          <p:nvPr/>
        </p:nvCxnSpPr>
        <p:spPr>
          <a:xfrm>
            <a:off x="2425500" y="3474000"/>
            <a:ext cx="108000" cy="0"/>
          </a:xfrm>
          <a:prstGeom prst="line">
            <a:avLst/>
          </a:prstGeom>
          <a:ln w="11430">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29" name="Connector 29"/>
          <p:cNvCxnSpPr/>
          <p:nvPr/>
        </p:nvCxnSpPr>
        <p:spPr>
          <a:xfrm flipV="1">
            <a:off x="2533500" y="2484000"/>
            <a:ext cx="0" cy="990000"/>
          </a:xfrm>
          <a:prstGeom prst="line">
            <a:avLst/>
          </a:prstGeom>
          <a:ln w="11430">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30" name="Connector 30"/>
          <p:cNvCxnSpPr/>
          <p:nvPr/>
        </p:nvCxnSpPr>
        <p:spPr>
          <a:xfrm flipH="1">
            <a:off x="2353500" y="2484000"/>
            <a:ext cx="180000" cy="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
        <p:nvSpPr>
          <p:cNvPr id="31" name="TextBox 31"/>
          <p:cNvSpPr txBox="1"/>
          <p:nvPr/>
        </p:nvSpPr>
        <p:spPr>
          <a:xfrm>
            <a:off x="2407500" y="3312000"/>
            <a:ext cx="360000" cy="144000"/>
          </a:xfrm>
          <a:prstGeom prst="rect">
            <a:avLst/>
          </a:prstGeom>
          <a:noFill/>
        </p:spPr>
        <p:txBody>
          <a:bodyPr wrap="square">
            <a:spAutoFit/>
          </a:bodyPr>
          <a:lstStyle/>
          <a:p>
            <a:r>
              <a:rPr sz="650" b="1">
                <a:solidFill>
                  <a:srgbClr val="333333"/>
                </a:solidFill>
                <a:latin typeface="맑은 고딕"/>
                <a:ea typeface="맑은 고딕"/>
              </a:rPr>
              <a:t>NO</a:t>
            </a:r>
          </a:p>
        </p:txBody>
      </p:sp>
      <p:sp>
        <p:nvSpPr>
          <p:cNvPr id="32" name="Decision 32"/>
          <p:cNvSpPr/>
          <p:nvPr/>
        </p:nvSpPr>
        <p:spPr>
          <a:xfrm>
            <a:off x="3820500" y="1872000"/>
            <a:ext cx="1440000" cy="396000"/>
          </a:xfrm>
          <a:prstGeom prst="flowChartDecision">
            <a:avLst/>
          </a:prstGeom>
          <a:solidFill>
            <a:srgbClr val="EDEDED"/>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lIns="28800" rIns="28800" tIns="10800" bIns="10800" wrap="square"/>
          <a:lstStyle/>
          <a:p>
            <a:pPr algn="ctr"/>
            <a:r>
              <a:rPr sz="750">
                <a:solidFill>
                  <a:srgbClr val="1A1A1A"/>
                </a:solidFill>
                <a:latin typeface="맑은 고딕"/>
                <a:ea typeface="맑은 고딕"/>
              </a:rPr>
              <a:t>전원 제출?</a:t>
            </a:r>
          </a:p>
        </p:txBody>
      </p:sp>
      <p:sp>
        <p:nvSpPr>
          <p:cNvPr id="33" name="Process 33"/>
          <p:cNvSpPr/>
          <p:nvPr/>
        </p:nvSpPr>
        <p:spPr>
          <a:xfrm>
            <a:off x="3892500" y="2448000"/>
            <a:ext cx="1296000" cy="288000"/>
          </a:xfrm>
          <a:prstGeom prst="flowChartProcess">
            <a:avLst/>
          </a:prstGeom>
          <a:solidFill>
            <a:srgbClr val="FFFFFF"/>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lIns="28800" rIns="28800" tIns="10800" bIns="10800" wrap="square"/>
          <a:lstStyle/>
          <a:p>
            <a:pPr algn="ctr"/>
            <a:r>
              <a:rPr sz="750">
                <a:solidFill>
                  <a:srgbClr val="1A1A1A"/>
                </a:solidFill>
                <a:latin typeface="맑은 고딕"/>
                <a:ea typeface="맑은 고딕"/>
              </a:rPr>
              <a:t>날마다 전원 시간대의 교집합</a:t>
            </a:r>
          </a:p>
        </p:txBody>
      </p:sp>
      <p:sp>
        <p:nvSpPr>
          <p:cNvPr id="34" name="Decision 34"/>
          <p:cNvSpPr/>
          <p:nvPr/>
        </p:nvSpPr>
        <p:spPr>
          <a:xfrm>
            <a:off x="3820500" y="2916000"/>
            <a:ext cx="1440000" cy="396000"/>
          </a:xfrm>
          <a:prstGeom prst="flowChartDecision">
            <a:avLst/>
          </a:prstGeom>
          <a:solidFill>
            <a:srgbClr val="EDEDED"/>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lIns="28800" rIns="28800" tIns="10800" bIns="10800" wrap="square"/>
          <a:lstStyle/>
          <a:p>
            <a:pPr algn="ctr"/>
            <a:r>
              <a:rPr sz="750">
                <a:solidFill>
                  <a:srgbClr val="1A1A1A"/>
                </a:solidFill>
                <a:latin typeface="맑은 고딕"/>
                <a:ea typeface="맑은 고딕"/>
              </a:rPr>
              <a:t>교집합 ≥ 진행 예상 시간?</a:t>
            </a:r>
          </a:p>
        </p:txBody>
      </p:sp>
      <p:sp>
        <p:nvSpPr>
          <p:cNvPr id="35" name="TextBox 35"/>
          <p:cNvSpPr txBox="1"/>
          <p:nvPr/>
        </p:nvSpPr>
        <p:spPr>
          <a:xfrm>
            <a:off x="5296500" y="2898000"/>
            <a:ext cx="769500" cy="468000"/>
          </a:xfrm>
          <a:prstGeom prst="rect">
            <a:avLst/>
          </a:prstGeom>
          <a:noFill/>
        </p:spPr>
        <p:txBody>
          <a:bodyPr wrap="square">
            <a:spAutoFit/>
          </a:bodyPr>
          <a:lstStyle/>
          <a:p>
            <a:r>
              <a:rPr sz="650" b="0">
                <a:solidFill>
                  <a:srgbClr val="595959"/>
                </a:solidFill>
                <a:latin typeface="맑은 고딕"/>
                <a:ea typeface="맑은 고딕"/>
              </a:rPr>
              <a:t>· 진행 예상 시간은 팀장이 정함</a:t>
            </a:r>
          </a:p>
          <a:p>
            <a:r>
              <a:rPr sz="650" b="0">
                <a:solidFill>
                  <a:srgbClr val="595959"/>
                </a:solidFill>
                <a:latin typeface="맑은 고딕"/>
                <a:ea typeface="맑은 고딕"/>
              </a:rPr>
              <a:t>· 모자라면 후보에서 뺀다</a:t>
            </a:r>
          </a:p>
        </p:txBody>
      </p:sp>
      <p:sp>
        <p:nvSpPr>
          <p:cNvPr id="36" name="Process 36"/>
          <p:cNvSpPr/>
          <p:nvPr/>
        </p:nvSpPr>
        <p:spPr>
          <a:xfrm>
            <a:off x="3892500" y="3492000"/>
            <a:ext cx="1296000" cy="288000"/>
          </a:xfrm>
          <a:prstGeom prst="flowChartProcess">
            <a:avLst/>
          </a:prstGeom>
          <a:solidFill>
            <a:srgbClr val="FFFFFF"/>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lIns="28800" rIns="28800" tIns="10800" bIns="10800" wrap="square"/>
          <a:lstStyle/>
          <a:p>
            <a:pPr algn="ctr"/>
            <a:r>
              <a:rPr sz="750">
                <a:solidFill>
                  <a:srgbClr val="1A1A1A"/>
                </a:solidFill>
                <a:latin typeface="맑은 고딕"/>
                <a:ea typeface="맑은 고딕"/>
              </a:rPr>
              <a:t>후보로 저장</a:t>
            </a:r>
          </a:p>
        </p:txBody>
      </p:sp>
      <p:sp>
        <p:nvSpPr>
          <p:cNvPr id="37" name="TextBox 37"/>
          <p:cNvSpPr txBox="1"/>
          <p:nvPr/>
        </p:nvSpPr>
        <p:spPr>
          <a:xfrm>
            <a:off x="5224500" y="3474000"/>
            <a:ext cx="841500" cy="360000"/>
          </a:xfrm>
          <a:prstGeom prst="rect">
            <a:avLst/>
          </a:prstGeom>
          <a:noFill/>
        </p:spPr>
        <p:txBody>
          <a:bodyPr wrap="square">
            <a:spAutoFit/>
          </a:bodyPr>
          <a:lstStyle/>
          <a:p>
            <a:r>
              <a:rPr sz="650" b="0">
                <a:solidFill>
                  <a:srgbClr val="595959"/>
                </a:solidFill>
                <a:latin typeface="맑은 고딕"/>
                <a:ea typeface="맑은 고딕"/>
              </a:rPr>
              <a:t>· 바뀔 수도 있는 날이 끼면 2순위</a:t>
            </a:r>
          </a:p>
          <a:p>
            <a:r>
              <a:rPr sz="650" b="0">
                <a:solidFill>
                  <a:srgbClr val="595959"/>
                </a:solidFill>
                <a:latin typeface="맑은 고딕"/>
                <a:ea typeface="맑은 고딕"/>
              </a:rPr>
              <a:t>· 1순위 먼저, 같으면 날짜순</a:t>
            </a:r>
          </a:p>
        </p:txBody>
      </p:sp>
      <p:sp>
        <p:nvSpPr>
          <p:cNvPr id="38" name="Process 38"/>
          <p:cNvSpPr/>
          <p:nvPr/>
        </p:nvSpPr>
        <p:spPr>
          <a:xfrm>
            <a:off x="3892500" y="3960000"/>
            <a:ext cx="1296000" cy="288000"/>
          </a:xfrm>
          <a:prstGeom prst="flowChartProcess">
            <a:avLst/>
          </a:prstGeom>
          <a:solidFill>
            <a:srgbClr val="FFFFFF"/>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lIns="28800" rIns="28800" tIns="10800" bIns="10800" wrap="square"/>
          <a:lstStyle/>
          <a:p>
            <a:pPr algn="ctr"/>
            <a:r>
              <a:rPr sz="750">
                <a:solidFill>
                  <a:srgbClr val="1A1A1A"/>
                </a:solidFill>
                <a:latin typeface="맑은 고딕"/>
                <a:ea typeface="맑은 고딕"/>
              </a:rPr>
              <a:t>마감까지 대기</a:t>
            </a:r>
          </a:p>
        </p:txBody>
      </p:sp>
      <p:sp>
        <p:nvSpPr>
          <p:cNvPr id="39" name="Process 39"/>
          <p:cNvSpPr/>
          <p:nvPr/>
        </p:nvSpPr>
        <p:spPr>
          <a:xfrm>
            <a:off x="3892500" y="4428000"/>
            <a:ext cx="1296000" cy="288000"/>
          </a:xfrm>
          <a:prstGeom prst="flowChartProcess">
            <a:avLst/>
          </a:prstGeom>
          <a:solidFill>
            <a:srgbClr val="FFFFFF"/>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lIns="28800" rIns="28800" tIns="10800" bIns="10800" wrap="square"/>
          <a:lstStyle/>
          <a:p>
            <a:pPr algn="ctr"/>
            <a:r>
              <a:rPr sz="750">
                <a:solidFill>
                  <a:srgbClr val="1A1A1A"/>
                </a:solidFill>
                <a:latin typeface="맑은 고딕"/>
                <a:ea typeface="맑은 고딕"/>
              </a:rPr>
              <a:t>그 날은 뺀다</a:t>
            </a:r>
          </a:p>
        </p:txBody>
      </p:sp>
      <p:cxnSp>
        <p:nvCxnSpPr>
          <p:cNvPr id="40" name="Connector 40"/>
          <p:cNvCxnSpPr/>
          <p:nvPr/>
        </p:nvCxnSpPr>
        <p:spPr>
          <a:xfrm>
            <a:off x="4540500" y="2268000"/>
            <a:ext cx="0" cy="18000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
        <p:nvSpPr>
          <p:cNvPr id="41" name="TextBox 41"/>
          <p:cNvSpPr txBox="1"/>
          <p:nvPr/>
        </p:nvSpPr>
        <p:spPr>
          <a:xfrm>
            <a:off x="4558500" y="2239200"/>
            <a:ext cx="360000" cy="144000"/>
          </a:xfrm>
          <a:prstGeom prst="rect">
            <a:avLst/>
          </a:prstGeom>
          <a:noFill/>
        </p:spPr>
        <p:txBody>
          <a:bodyPr wrap="square">
            <a:spAutoFit/>
          </a:bodyPr>
          <a:lstStyle/>
          <a:p>
            <a:r>
              <a:rPr sz="650" b="1">
                <a:solidFill>
                  <a:srgbClr val="333333"/>
                </a:solidFill>
                <a:latin typeface="맑은 고딕"/>
                <a:ea typeface="맑은 고딕"/>
              </a:rPr>
              <a:t>YES</a:t>
            </a:r>
          </a:p>
        </p:txBody>
      </p:sp>
      <p:cxnSp>
        <p:nvCxnSpPr>
          <p:cNvPr id="42" name="Connector 42"/>
          <p:cNvCxnSpPr/>
          <p:nvPr/>
        </p:nvCxnSpPr>
        <p:spPr>
          <a:xfrm>
            <a:off x="5260500" y="2070000"/>
            <a:ext cx="108000" cy="0"/>
          </a:xfrm>
          <a:prstGeom prst="line">
            <a:avLst/>
          </a:prstGeom>
          <a:ln w="11430">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43" name="Connector 43"/>
          <p:cNvCxnSpPr/>
          <p:nvPr/>
        </p:nvCxnSpPr>
        <p:spPr>
          <a:xfrm>
            <a:off x="5368500" y="2070000"/>
            <a:ext cx="0" cy="2034000"/>
          </a:xfrm>
          <a:prstGeom prst="line">
            <a:avLst/>
          </a:prstGeom>
          <a:ln w="11430">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44" name="Connector 44"/>
          <p:cNvCxnSpPr/>
          <p:nvPr/>
        </p:nvCxnSpPr>
        <p:spPr>
          <a:xfrm flipH="1">
            <a:off x="5188500" y="4104000"/>
            <a:ext cx="180000" cy="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
        <p:nvSpPr>
          <p:cNvPr id="45" name="TextBox 45"/>
          <p:cNvSpPr txBox="1"/>
          <p:nvPr/>
        </p:nvSpPr>
        <p:spPr>
          <a:xfrm>
            <a:off x="5242500" y="1908000"/>
            <a:ext cx="360000" cy="144000"/>
          </a:xfrm>
          <a:prstGeom prst="rect">
            <a:avLst/>
          </a:prstGeom>
          <a:noFill/>
        </p:spPr>
        <p:txBody>
          <a:bodyPr wrap="square">
            <a:spAutoFit/>
          </a:bodyPr>
          <a:lstStyle/>
          <a:p>
            <a:r>
              <a:rPr sz="650" b="1">
                <a:solidFill>
                  <a:srgbClr val="333333"/>
                </a:solidFill>
                <a:latin typeface="맑은 고딕"/>
                <a:ea typeface="맑은 고딕"/>
              </a:rPr>
              <a:t>NO</a:t>
            </a:r>
          </a:p>
        </p:txBody>
      </p:sp>
      <p:cxnSp>
        <p:nvCxnSpPr>
          <p:cNvPr id="46" name="Connector 46"/>
          <p:cNvCxnSpPr/>
          <p:nvPr/>
        </p:nvCxnSpPr>
        <p:spPr>
          <a:xfrm>
            <a:off x="4540500" y="2736000"/>
            <a:ext cx="0" cy="18000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47" name="Connector 47"/>
          <p:cNvCxnSpPr/>
          <p:nvPr/>
        </p:nvCxnSpPr>
        <p:spPr>
          <a:xfrm>
            <a:off x="4540500" y="3312000"/>
            <a:ext cx="0" cy="18000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
        <p:nvSpPr>
          <p:cNvPr id="48" name="TextBox 48"/>
          <p:cNvSpPr txBox="1"/>
          <p:nvPr/>
        </p:nvSpPr>
        <p:spPr>
          <a:xfrm>
            <a:off x="4558500" y="3283200"/>
            <a:ext cx="360000" cy="144000"/>
          </a:xfrm>
          <a:prstGeom prst="rect">
            <a:avLst/>
          </a:prstGeom>
          <a:noFill/>
        </p:spPr>
        <p:txBody>
          <a:bodyPr wrap="square">
            <a:spAutoFit/>
          </a:bodyPr>
          <a:lstStyle/>
          <a:p>
            <a:r>
              <a:rPr sz="650" b="1">
                <a:solidFill>
                  <a:srgbClr val="333333"/>
                </a:solidFill>
                <a:latin typeface="맑은 고딕"/>
                <a:ea typeface="맑은 고딕"/>
              </a:rPr>
              <a:t>YES</a:t>
            </a:r>
          </a:p>
        </p:txBody>
      </p:sp>
      <p:cxnSp>
        <p:nvCxnSpPr>
          <p:cNvPr id="49" name="Connector 49"/>
          <p:cNvCxnSpPr/>
          <p:nvPr/>
        </p:nvCxnSpPr>
        <p:spPr>
          <a:xfrm>
            <a:off x="5260500" y="3114000"/>
            <a:ext cx="108000" cy="0"/>
          </a:xfrm>
          <a:prstGeom prst="line">
            <a:avLst/>
          </a:prstGeom>
          <a:ln w="11430">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50" name="Connector 50"/>
          <p:cNvCxnSpPr/>
          <p:nvPr/>
        </p:nvCxnSpPr>
        <p:spPr>
          <a:xfrm>
            <a:off x="5368500" y="3114000"/>
            <a:ext cx="0" cy="1458000"/>
          </a:xfrm>
          <a:prstGeom prst="line">
            <a:avLst/>
          </a:prstGeom>
          <a:ln w="11430">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51" name="Connector 51"/>
          <p:cNvCxnSpPr/>
          <p:nvPr/>
        </p:nvCxnSpPr>
        <p:spPr>
          <a:xfrm flipH="1">
            <a:off x="5188500" y="4572000"/>
            <a:ext cx="180000" cy="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
        <p:nvSpPr>
          <p:cNvPr id="52" name="TextBox 52"/>
          <p:cNvSpPr txBox="1"/>
          <p:nvPr/>
        </p:nvSpPr>
        <p:spPr>
          <a:xfrm>
            <a:off x="5242500" y="2952000"/>
            <a:ext cx="360000" cy="144000"/>
          </a:xfrm>
          <a:prstGeom prst="rect">
            <a:avLst/>
          </a:prstGeom>
          <a:noFill/>
        </p:spPr>
        <p:txBody>
          <a:bodyPr wrap="square">
            <a:spAutoFit/>
          </a:bodyPr>
          <a:lstStyle/>
          <a:p>
            <a:r>
              <a:rPr sz="650" b="1">
                <a:solidFill>
                  <a:srgbClr val="333333"/>
                </a:solidFill>
                <a:latin typeface="맑은 고딕"/>
                <a:ea typeface="맑은 고딕"/>
              </a:rPr>
              <a:t>NO</a:t>
            </a:r>
          </a:p>
        </p:txBody>
      </p:sp>
      <p:cxnSp>
        <p:nvCxnSpPr>
          <p:cNvPr id="53" name="Connector 53"/>
          <p:cNvCxnSpPr/>
          <p:nvPr/>
        </p:nvCxnSpPr>
        <p:spPr>
          <a:xfrm>
            <a:off x="4540500" y="3780000"/>
            <a:ext cx="0" cy="18000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
        <p:nvSpPr>
          <p:cNvPr id="54" name="Magnetic Disk 54"/>
          <p:cNvSpPr/>
          <p:nvPr/>
        </p:nvSpPr>
        <p:spPr>
          <a:xfrm>
            <a:off x="6727500" y="1872000"/>
            <a:ext cx="1296000" cy="288000"/>
          </a:xfrm>
          <a:prstGeom prst="flowChartMagneticDisk">
            <a:avLst/>
          </a:prstGeom>
          <a:solidFill>
            <a:srgbClr val="F2F2F2"/>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lIns="28800" rIns="28800" tIns="10800" bIns="10800" wrap="square"/>
          <a:lstStyle/>
          <a:p>
            <a:pPr algn="ctr"/>
            <a:r>
              <a:rPr sz="750">
                <a:solidFill>
                  <a:srgbClr val="1A1A1A"/>
                </a:solidFill>
                <a:latin typeface="맑은 고딕"/>
                <a:ea typeface="맑은 고딕"/>
              </a:rPr>
              <a:t>후보시간 DB</a:t>
            </a:r>
          </a:p>
        </p:txBody>
      </p:sp>
      <p:sp>
        <p:nvSpPr>
          <p:cNvPr id="55" name="Document 55"/>
          <p:cNvSpPr/>
          <p:nvPr/>
        </p:nvSpPr>
        <p:spPr>
          <a:xfrm>
            <a:off x="6727500" y="2340000"/>
            <a:ext cx="1296000" cy="288000"/>
          </a:xfrm>
          <a:prstGeom prst="flowChartDocument">
            <a:avLst/>
          </a:prstGeom>
          <a:solidFill>
            <a:srgbClr val="FFFFFF"/>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lIns="28800" rIns="28800" tIns="10800" bIns="10800" wrap="square"/>
          <a:lstStyle/>
          <a:p>
            <a:pPr algn="ctr"/>
            <a:r>
              <a:rPr sz="750">
                <a:solidFill>
                  <a:srgbClr val="1A1A1A"/>
                </a:solidFill>
                <a:latin typeface="맑은 고딕"/>
                <a:ea typeface="맑은 고딕"/>
              </a:rPr>
              <a:t>투표 (C-05)</a:t>
            </a:r>
          </a:p>
        </p:txBody>
      </p:sp>
      <p:sp>
        <p:nvSpPr>
          <p:cNvPr id="56" name="Decision 56"/>
          <p:cNvSpPr/>
          <p:nvPr/>
        </p:nvSpPr>
        <p:spPr>
          <a:xfrm>
            <a:off x="6655500" y="2808000"/>
            <a:ext cx="1440000" cy="396000"/>
          </a:xfrm>
          <a:prstGeom prst="flowChartDecision">
            <a:avLst/>
          </a:prstGeom>
          <a:solidFill>
            <a:srgbClr val="EDEDED"/>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lIns="28800" rIns="28800" tIns="10800" bIns="10800" wrap="square"/>
          <a:lstStyle/>
          <a:p>
            <a:pPr algn="ctr"/>
            <a:r>
              <a:rPr sz="750">
                <a:solidFill>
                  <a:srgbClr val="1A1A1A"/>
                </a:solidFill>
                <a:latin typeface="맑은 고딕"/>
                <a:ea typeface="맑은 고딕"/>
              </a:rPr>
              <a:t>전원 투표?</a:t>
            </a:r>
          </a:p>
        </p:txBody>
      </p:sp>
      <p:sp>
        <p:nvSpPr>
          <p:cNvPr id="57" name="Process 57"/>
          <p:cNvSpPr/>
          <p:nvPr/>
        </p:nvSpPr>
        <p:spPr>
          <a:xfrm>
            <a:off x="6727500" y="3384000"/>
            <a:ext cx="1296000" cy="288000"/>
          </a:xfrm>
          <a:prstGeom prst="flowChartProcess">
            <a:avLst/>
          </a:prstGeom>
          <a:solidFill>
            <a:srgbClr val="FFFFFF"/>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lIns="28800" rIns="28800" tIns="10800" bIns="10800" wrap="square"/>
          <a:lstStyle/>
          <a:p>
            <a:pPr algn="ctr"/>
            <a:r>
              <a:rPr sz="750">
                <a:solidFill>
                  <a:srgbClr val="1A1A1A"/>
                </a:solidFill>
                <a:latin typeface="맑은 고딕"/>
                <a:ea typeface="맑은 고딕"/>
              </a:rPr>
              <a:t>최다 득표 확정</a:t>
            </a:r>
          </a:p>
        </p:txBody>
      </p:sp>
      <p:sp>
        <p:nvSpPr>
          <p:cNvPr id="58" name="TextBox 58"/>
          <p:cNvSpPr txBox="1"/>
          <p:nvPr/>
        </p:nvSpPr>
        <p:spPr>
          <a:xfrm>
            <a:off x="8059500" y="3366000"/>
            <a:ext cx="841500" cy="360000"/>
          </a:xfrm>
          <a:prstGeom prst="rect">
            <a:avLst/>
          </a:prstGeom>
          <a:noFill/>
        </p:spPr>
        <p:txBody>
          <a:bodyPr wrap="square">
            <a:spAutoFit/>
          </a:bodyPr>
          <a:lstStyle/>
          <a:p>
            <a:r>
              <a:rPr sz="650" b="0">
                <a:solidFill>
                  <a:srgbClr val="595959"/>
                </a:solidFill>
                <a:latin typeface="맑은 고딕"/>
                <a:ea typeface="맑은 고딕"/>
              </a:rPr>
              <a:t>· 동점이면 날짜가 빠른 쪽</a:t>
            </a:r>
          </a:p>
          <a:p>
            <a:r>
              <a:rPr sz="650" b="0">
                <a:solidFill>
                  <a:srgbClr val="595959"/>
                </a:solidFill>
                <a:latin typeface="맑은 고딕"/>
                <a:ea typeface="맑은 고딕"/>
              </a:rPr>
              <a:t>· 후보 0개면 다시 요청</a:t>
            </a:r>
          </a:p>
        </p:txBody>
      </p:sp>
      <p:sp>
        <p:nvSpPr>
          <p:cNvPr id="59" name="Magnetic Disk 59"/>
          <p:cNvSpPr/>
          <p:nvPr/>
        </p:nvSpPr>
        <p:spPr>
          <a:xfrm>
            <a:off x="6727500" y="3852000"/>
            <a:ext cx="1296000" cy="288000"/>
          </a:xfrm>
          <a:prstGeom prst="flowChartMagneticDisk">
            <a:avLst/>
          </a:prstGeom>
          <a:solidFill>
            <a:srgbClr val="F2F2F2"/>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lIns="28800" rIns="28800" tIns="10800" bIns="10800" wrap="square"/>
          <a:lstStyle/>
          <a:p>
            <a:pPr algn="ctr"/>
            <a:r>
              <a:rPr sz="750">
                <a:solidFill>
                  <a:srgbClr val="1A1A1A"/>
                </a:solidFill>
                <a:latin typeface="맑은 고딕"/>
                <a:ea typeface="맑은 고딕"/>
              </a:rPr>
              <a:t>확정일정 DB</a:t>
            </a:r>
          </a:p>
        </p:txBody>
      </p:sp>
      <p:sp>
        <p:nvSpPr>
          <p:cNvPr id="60" name="Process 60"/>
          <p:cNvSpPr/>
          <p:nvPr/>
        </p:nvSpPr>
        <p:spPr>
          <a:xfrm>
            <a:off x="6727500" y="4320000"/>
            <a:ext cx="1296000" cy="288000"/>
          </a:xfrm>
          <a:prstGeom prst="flowChartProcess">
            <a:avLst/>
          </a:prstGeom>
          <a:solidFill>
            <a:srgbClr val="FFFFFF"/>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lIns="28800" rIns="28800" tIns="10800" bIns="10800" wrap="square"/>
          <a:lstStyle/>
          <a:p>
            <a:pPr algn="ctr"/>
            <a:r>
              <a:rPr sz="750">
                <a:solidFill>
                  <a:srgbClr val="1A1A1A"/>
                </a:solidFill>
                <a:latin typeface="맑은 고딕"/>
                <a:ea typeface="맑은 고딕"/>
              </a:rPr>
              <a:t>마감 뒤 확정 (미정)</a:t>
            </a:r>
          </a:p>
        </p:txBody>
      </p:sp>
      <p:cxnSp>
        <p:nvCxnSpPr>
          <p:cNvPr id="61" name="Connector 61"/>
          <p:cNvCxnSpPr/>
          <p:nvPr/>
        </p:nvCxnSpPr>
        <p:spPr>
          <a:xfrm>
            <a:off x="7375500" y="2160000"/>
            <a:ext cx="0" cy="18000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62" name="Connector 62"/>
          <p:cNvCxnSpPr/>
          <p:nvPr/>
        </p:nvCxnSpPr>
        <p:spPr>
          <a:xfrm>
            <a:off x="7375500" y="2628000"/>
            <a:ext cx="0" cy="18000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63" name="Connector 63"/>
          <p:cNvCxnSpPr/>
          <p:nvPr/>
        </p:nvCxnSpPr>
        <p:spPr>
          <a:xfrm>
            <a:off x="7375500" y="3204000"/>
            <a:ext cx="0" cy="18000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
        <p:nvSpPr>
          <p:cNvPr id="64" name="TextBox 64"/>
          <p:cNvSpPr txBox="1"/>
          <p:nvPr/>
        </p:nvSpPr>
        <p:spPr>
          <a:xfrm>
            <a:off x="7393500" y="3175200"/>
            <a:ext cx="360000" cy="144000"/>
          </a:xfrm>
          <a:prstGeom prst="rect">
            <a:avLst/>
          </a:prstGeom>
          <a:noFill/>
        </p:spPr>
        <p:txBody>
          <a:bodyPr wrap="square">
            <a:spAutoFit/>
          </a:bodyPr>
          <a:lstStyle/>
          <a:p>
            <a:r>
              <a:rPr sz="650" b="1">
                <a:solidFill>
                  <a:srgbClr val="333333"/>
                </a:solidFill>
                <a:latin typeface="맑은 고딕"/>
                <a:ea typeface="맑은 고딕"/>
              </a:rPr>
              <a:t>YES</a:t>
            </a:r>
          </a:p>
        </p:txBody>
      </p:sp>
      <p:cxnSp>
        <p:nvCxnSpPr>
          <p:cNvPr id="65" name="Connector 65"/>
          <p:cNvCxnSpPr/>
          <p:nvPr/>
        </p:nvCxnSpPr>
        <p:spPr>
          <a:xfrm>
            <a:off x="8095500" y="3006000"/>
            <a:ext cx="108000" cy="0"/>
          </a:xfrm>
          <a:prstGeom prst="line">
            <a:avLst/>
          </a:prstGeom>
          <a:ln w="11430">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66" name="Connector 66"/>
          <p:cNvCxnSpPr/>
          <p:nvPr/>
        </p:nvCxnSpPr>
        <p:spPr>
          <a:xfrm>
            <a:off x="8203500" y="3006000"/>
            <a:ext cx="0" cy="1458000"/>
          </a:xfrm>
          <a:prstGeom prst="line">
            <a:avLst/>
          </a:prstGeom>
          <a:ln w="11430">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67" name="Connector 67"/>
          <p:cNvCxnSpPr/>
          <p:nvPr/>
        </p:nvCxnSpPr>
        <p:spPr>
          <a:xfrm flipH="1">
            <a:off x="8023500" y="4464000"/>
            <a:ext cx="180000" cy="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
        <p:nvSpPr>
          <p:cNvPr id="68" name="TextBox 68"/>
          <p:cNvSpPr txBox="1"/>
          <p:nvPr/>
        </p:nvSpPr>
        <p:spPr>
          <a:xfrm>
            <a:off x="8077500" y="2844000"/>
            <a:ext cx="360000" cy="144000"/>
          </a:xfrm>
          <a:prstGeom prst="rect">
            <a:avLst/>
          </a:prstGeom>
          <a:noFill/>
        </p:spPr>
        <p:txBody>
          <a:bodyPr wrap="square">
            <a:spAutoFit/>
          </a:bodyPr>
          <a:lstStyle/>
          <a:p>
            <a:r>
              <a:rPr sz="650" b="1">
                <a:solidFill>
                  <a:srgbClr val="333333"/>
                </a:solidFill>
                <a:latin typeface="맑은 고딕"/>
                <a:ea typeface="맑은 고딕"/>
              </a:rPr>
              <a:t>NO</a:t>
            </a:r>
          </a:p>
        </p:txBody>
      </p:sp>
      <p:cxnSp>
        <p:nvCxnSpPr>
          <p:cNvPr id="69" name="Connector 69"/>
          <p:cNvCxnSpPr/>
          <p:nvPr/>
        </p:nvCxnSpPr>
        <p:spPr>
          <a:xfrm>
            <a:off x="7375500" y="3672000"/>
            <a:ext cx="0" cy="18000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
        <p:nvSpPr>
          <p:cNvPr id="70" name="Process 70"/>
          <p:cNvSpPr/>
          <p:nvPr/>
        </p:nvSpPr>
        <p:spPr>
          <a:xfrm>
            <a:off x="9562500" y="1872000"/>
            <a:ext cx="1296000" cy="288000"/>
          </a:xfrm>
          <a:prstGeom prst="flowChartProcess">
            <a:avLst/>
          </a:prstGeom>
          <a:solidFill>
            <a:srgbClr val="FFFFFF"/>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lIns="28800" rIns="28800" tIns="10800" bIns="10800" wrap="square"/>
          <a:lstStyle/>
          <a:p>
            <a:pPr algn="ctr"/>
            <a:r>
              <a:rPr sz="750">
                <a:solidFill>
                  <a:srgbClr val="1A1A1A"/>
                </a:solidFill>
                <a:latin typeface="맑은 고딕"/>
                <a:ea typeface="맑은 고딕"/>
              </a:rPr>
              <a:t>디스코드 자동 공지</a:t>
            </a:r>
          </a:p>
        </p:txBody>
      </p:sp>
      <p:sp>
        <p:nvSpPr>
          <p:cNvPr id="71" name="Decision 71"/>
          <p:cNvSpPr/>
          <p:nvPr/>
        </p:nvSpPr>
        <p:spPr>
          <a:xfrm>
            <a:off x="9490500" y="2340000"/>
            <a:ext cx="1440000" cy="396000"/>
          </a:xfrm>
          <a:prstGeom prst="flowChartDecision">
            <a:avLst/>
          </a:prstGeom>
          <a:solidFill>
            <a:srgbClr val="EDEDED"/>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lIns="28800" rIns="28800" tIns="10800" bIns="10800" wrap="square"/>
          <a:lstStyle/>
          <a:p>
            <a:pPr algn="ctr"/>
            <a:r>
              <a:rPr sz="750">
                <a:solidFill>
                  <a:srgbClr val="1A1A1A"/>
                </a:solidFill>
                <a:latin typeface="맑은 고딕"/>
                <a:ea typeface="맑은 고딕"/>
              </a:rPr>
              <a:t>변경 시작?</a:t>
            </a:r>
          </a:p>
        </p:txBody>
      </p:sp>
      <p:sp>
        <p:nvSpPr>
          <p:cNvPr id="72" name="Process 72"/>
          <p:cNvSpPr/>
          <p:nvPr/>
        </p:nvSpPr>
        <p:spPr>
          <a:xfrm>
            <a:off x="9562500" y="2916000"/>
            <a:ext cx="1296000" cy="288000"/>
          </a:xfrm>
          <a:prstGeom prst="flowChartProcess">
            <a:avLst/>
          </a:prstGeom>
          <a:solidFill>
            <a:srgbClr val="FFFFFF"/>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lIns="28800" rIns="28800" tIns="10800" bIns="10800" wrap="square"/>
          <a:lstStyle/>
          <a:p>
            <a:pPr algn="ctr"/>
            <a:r>
              <a:rPr sz="750">
                <a:solidFill>
                  <a:srgbClr val="1A1A1A"/>
                </a:solidFill>
                <a:latin typeface="맑은 고딕"/>
                <a:ea typeface="맑은 고딕"/>
              </a:rPr>
              <a:t>확정을 변경으로 취소</a:t>
            </a:r>
          </a:p>
        </p:txBody>
      </p:sp>
      <p:sp>
        <p:nvSpPr>
          <p:cNvPr id="73" name="TextBox 73"/>
          <p:cNvSpPr txBox="1"/>
          <p:nvPr/>
        </p:nvSpPr>
        <p:spPr>
          <a:xfrm>
            <a:off x="10894500" y="2898000"/>
            <a:ext cx="841500" cy="360000"/>
          </a:xfrm>
          <a:prstGeom prst="rect">
            <a:avLst/>
          </a:prstGeom>
          <a:noFill/>
        </p:spPr>
        <p:txBody>
          <a:bodyPr wrap="square">
            <a:spAutoFit/>
          </a:bodyPr>
          <a:lstStyle/>
          <a:p>
            <a:r>
              <a:rPr sz="650" b="0">
                <a:solidFill>
                  <a:srgbClr val="595959"/>
                </a:solidFill>
                <a:latin typeface="맑은 고딕"/>
                <a:ea typeface="맑은 고딕"/>
              </a:rPr>
              <a:t>· 사유를 남긴다</a:t>
            </a:r>
          </a:p>
          <a:p>
            <a:r>
              <a:rPr sz="650" b="0">
                <a:solidFill>
                  <a:srgbClr val="595959"/>
                </a:solidFill>
                <a:latin typeface="맑은 고딕"/>
                <a:ea typeface="맑은 고딕"/>
              </a:rPr>
              <a:t>· 전원에게 알림</a:t>
            </a:r>
          </a:p>
        </p:txBody>
      </p:sp>
      <p:sp>
        <p:nvSpPr>
          <p:cNvPr id="74" name="Process 74"/>
          <p:cNvSpPr/>
          <p:nvPr/>
        </p:nvSpPr>
        <p:spPr>
          <a:xfrm>
            <a:off x="9562500" y="3384000"/>
            <a:ext cx="1296000" cy="288000"/>
          </a:xfrm>
          <a:prstGeom prst="flowChartProcess">
            <a:avLst/>
          </a:prstGeom>
          <a:solidFill>
            <a:srgbClr val="FFFFFF"/>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lIns="28800" rIns="28800" tIns="10800" bIns="10800" wrap="square"/>
          <a:lstStyle/>
          <a:p>
            <a:pPr algn="ctr"/>
            <a:r>
              <a:rPr sz="750">
                <a:solidFill>
                  <a:srgbClr val="1A1A1A"/>
                </a:solidFill>
                <a:latin typeface="맑은 고딕"/>
                <a:ea typeface="맑은 고딕"/>
              </a:rPr>
              <a:t>회차 올리고 다시 투표</a:t>
            </a:r>
          </a:p>
        </p:txBody>
      </p:sp>
      <p:sp>
        <p:nvSpPr>
          <p:cNvPr id="75" name="Terminator 75"/>
          <p:cNvSpPr/>
          <p:nvPr/>
        </p:nvSpPr>
        <p:spPr>
          <a:xfrm>
            <a:off x="9562500" y="3852000"/>
            <a:ext cx="1296000" cy="288000"/>
          </a:xfrm>
          <a:prstGeom prst="flowChartTerminator">
            <a:avLst/>
          </a:prstGeom>
          <a:solidFill>
            <a:srgbClr val="D9D9D9"/>
          </a:solidFill>
          <a:ln w="1143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lIns="28800" rIns="28800" tIns="10800" bIns="10800" wrap="square"/>
          <a:lstStyle/>
          <a:p>
            <a:pPr algn="ctr"/>
            <a:r>
              <a:rPr sz="750">
                <a:solidFill>
                  <a:srgbClr val="1A1A1A"/>
                </a:solidFill>
                <a:latin typeface="맑은 고딕"/>
                <a:ea typeface="맑은 고딕"/>
              </a:rPr>
              <a:t>End</a:t>
            </a:r>
          </a:p>
        </p:txBody>
      </p:sp>
      <p:cxnSp>
        <p:nvCxnSpPr>
          <p:cNvPr id="76" name="Connector 76"/>
          <p:cNvCxnSpPr/>
          <p:nvPr/>
        </p:nvCxnSpPr>
        <p:spPr>
          <a:xfrm>
            <a:off x="10210500" y="2160000"/>
            <a:ext cx="0" cy="18000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77" name="Connector 77"/>
          <p:cNvCxnSpPr/>
          <p:nvPr/>
        </p:nvCxnSpPr>
        <p:spPr>
          <a:xfrm>
            <a:off x="10210500" y="2736000"/>
            <a:ext cx="0" cy="18000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
        <p:nvSpPr>
          <p:cNvPr id="78" name="TextBox 78"/>
          <p:cNvSpPr txBox="1"/>
          <p:nvPr/>
        </p:nvSpPr>
        <p:spPr>
          <a:xfrm>
            <a:off x="10228500" y="2707200"/>
            <a:ext cx="360000" cy="144000"/>
          </a:xfrm>
          <a:prstGeom prst="rect">
            <a:avLst/>
          </a:prstGeom>
          <a:noFill/>
        </p:spPr>
        <p:txBody>
          <a:bodyPr wrap="square">
            <a:spAutoFit/>
          </a:bodyPr>
          <a:lstStyle/>
          <a:p>
            <a:r>
              <a:rPr sz="650" b="1">
                <a:solidFill>
                  <a:srgbClr val="333333"/>
                </a:solidFill>
                <a:latin typeface="맑은 고딕"/>
                <a:ea typeface="맑은 고딕"/>
              </a:rPr>
              <a:t>YES</a:t>
            </a:r>
          </a:p>
        </p:txBody>
      </p:sp>
      <p:cxnSp>
        <p:nvCxnSpPr>
          <p:cNvPr id="79" name="Connector 79"/>
          <p:cNvCxnSpPr/>
          <p:nvPr/>
        </p:nvCxnSpPr>
        <p:spPr>
          <a:xfrm>
            <a:off x="10930500" y="2538000"/>
            <a:ext cx="108000" cy="0"/>
          </a:xfrm>
          <a:prstGeom prst="line">
            <a:avLst/>
          </a:prstGeom>
          <a:ln w="11430">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80" name="Connector 80"/>
          <p:cNvCxnSpPr/>
          <p:nvPr/>
        </p:nvCxnSpPr>
        <p:spPr>
          <a:xfrm>
            <a:off x="11038500" y="2538000"/>
            <a:ext cx="0" cy="1458000"/>
          </a:xfrm>
          <a:prstGeom prst="line">
            <a:avLst/>
          </a:prstGeom>
          <a:ln w="11430">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81" name="Connector 81"/>
          <p:cNvCxnSpPr/>
          <p:nvPr/>
        </p:nvCxnSpPr>
        <p:spPr>
          <a:xfrm flipH="1">
            <a:off x="10858500" y="3996000"/>
            <a:ext cx="180000" cy="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
        <p:nvSpPr>
          <p:cNvPr id="82" name="TextBox 82"/>
          <p:cNvSpPr txBox="1"/>
          <p:nvPr/>
        </p:nvSpPr>
        <p:spPr>
          <a:xfrm>
            <a:off x="10912500" y="2376000"/>
            <a:ext cx="360000" cy="144000"/>
          </a:xfrm>
          <a:prstGeom prst="rect">
            <a:avLst/>
          </a:prstGeom>
          <a:noFill/>
        </p:spPr>
        <p:txBody>
          <a:bodyPr wrap="square">
            <a:spAutoFit/>
          </a:bodyPr>
          <a:lstStyle/>
          <a:p>
            <a:r>
              <a:rPr sz="650" b="1">
                <a:solidFill>
                  <a:srgbClr val="333333"/>
                </a:solidFill>
                <a:latin typeface="맑은 고딕"/>
                <a:ea typeface="맑은 고딕"/>
              </a:rPr>
              <a:t>NO</a:t>
            </a:r>
          </a:p>
        </p:txBody>
      </p:sp>
      <p:cxnSp>
        <p:nvCxnSpPr>
          <p:cNvPr id="83" name="Connector 83"/>
          <p:cNvCxnSpPr/>
          <p:nvPr/>
        </p:nvCxnSpPr>
        <p:spPr>
          <a:xfrm>
            <a:off x="10210500" y="3204000"/>
            <a:ext cx="0" cy="18000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84" name="Connector 84"/>
          <p:cNvCxnSpPr/>
          <p:nvPr/>
        </p:nvCxnSpPr>
        <p:spPr>
          <a:xfrm>
            <a:off x="2353500" y="3996000"/>
            <a:ext cx="841500" cy="0"/>
          </a:xfrm>
          <a:prstGeom prst="line">
            <a:avLst/>
          </a:prstGeom>
          <a:ln w="11430">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85" name="Connector 85"/>
          <p:cNvCxnSpPr/>
          <p:nvPr/>
        </p:nvCxnSpPr>
        <p:spPr>
          <a:xfrm flipV="1">
            <a:off x="3195000" y="2070000"/>
            <a:ext cx="0" cy="1926000"/>
          </a:xfrm>
          <a:prstGeom prst="line">
            <a:avLst/>
          </a:prstGeom>
          <a:ln w="11430">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86" name="Connector 86"/>
          <p:cNvCxnSpPr/>
          <p:nvPr/>
        </p:nvCxnSpPr>
        <p:spPr>
          <a:xfrm>
            <a:off x="3195000" y="2070000"/>
            <a:ext cx="625500" cy="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87" name="Connector 87"/>
          <p:cNvCxnSpPr/>
          <p:nvPr/>
        </p:nvCxnSpPr>
        <p:spPr>
          <a:xfrm>
            <a:off x="5188500" y="4104000"/>
            <a:ext cx="841500" cy="0"/>
          </a:xfrm>
          <a:prstGeom prst="line">
            <a:avLst/>
          </a:prstGeom>
          <a:ln w="11430">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88" name="Connector 88"/>
          <p:cNvCxnSpPr/>
          <p:nvPr/>
        </p:nvCxnSpPr>
        <p:spPr>
          <a:xfrm flipV="1">
            <a:off x="6030000" y="2016000"/>
            <a:ext cx="0" cy="2088000"/>
          </a:xfrm>
          <a:prstGeom prst="line">
            <a:avLst/>
          </a:prstGeom>
          <a:ln w="11430">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89" name="Connector 89"/>
          <p:cNvCxnSpPr/>
          <p:nvPr/>
        </p:nvCxnSpPr>
        <p:spPr>
          <a:xfrm>
            <a:off x="6030000" y="2016000"/>
            <a:ext cx="697500" cy="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90" name="Connector 90"/>
          <p:cNvCxnSpPr/>
          <p:nvPr/>
        </p:nvCxnSpPr>
        <p:spPr>
          <a:xfrm>
            <a:off x="8023500" y="3996000"/>
            <a:ext cx="841500" cy="0"/>
          </a:xfrm>
          <a:prstGeom prst="line">
            <a:avLst/>
          </a:prstGeom>
          <a:ln w="11430">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91" name="Connector 91"/>
          <p:cNvCxnSpPr/>
          <p:nvPr/>
        </p:nvCxnSpPr>
        <p:spPr>
          <a:xfrm flipV="1">
            <a:off x="8865000" y="2016000"/>
            <a:ext cx="0" cy="1980000"/>
          </a:xfrm>
          <a:prstGeom prst="line">
            <a:avLst/>
          </a:prstGeom>
          <a:ln w="11430">
            <a:solidFill>
              <a:srgbClr val="404040"/>
            </a:solidFill>
          </a:ln>
        </p:spPr>
        <p:style>
          <a:lnRef idx="2">
            <a:schemeClr val="accent1"/>
          </a:lnRef>
          <a:fillRef idx="0">
            <a:schemeClr val="accent1"/>
          </a:fillRef>
          <a:effectRef idx="1">
            <a:schemeClr val="accent1"/>
          </a:effectRef>
          <a:fontRef idx="minor">
            <a:schemeClr val="tx1"/>
          </a:fontRef>
        </p:style>
      </p:cxnSp>
      <p:cxnSp>
        <p:nvCxnSpPr>
          <p:cNvPr id="92" name="Connector 92"/>
          <p:cNvCxnSpPr/>
          <p:nvPr/>
        </p:nvCxnSpPr>
        <p:spPr>
          <a:xfrm>
            <a:off x="8865000" y="2016000"/>
            <a:ext cx="697500" cy="0"/>
          </a:xfrm>
          <a:prstGeom prst="line">
            <a:avLst/>
          </a:prstGeom>
          <a:ln w="11430">
            <a:solidFill>
              <a:srgbClr val="404040"/>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itle 1"/>
          <p:cNvSpPr>
            <a:spLocks noGrp="1"/>
          </p:cNvSpPr>
          <p:nvPr>
            <p:ph type="title"/>
          </p:nvPr>
        </p:nvSpPr>
        <p:spPr/>
        <p:txBody>
          <a:bodyPr/>
          <a:lstStyle/>
          <a:p>
            <a:r>
              <a:rPr>
                <a:latin typeface="맑은 고딕"/>
                <a:ea typeface="맑은 고딕"/>
              </a:rPr>
              <a:t>C. 일정</a:t>
            </a:r>
          </a:p>
        </p:txBody>
      </p:sp>
      <p:sp>
        <p:nvSpPr>
          <p:cNvPr id="4" name="Text Placeholder 2"/>
          <p:cNvSpPr>
            <a:spLocks noGrp="1"/>
          </p:cNvSpPr>
          <p:nvPr>
            <p:ph type="body" idx="10" sz="quarter"/>
          </p:nvPr>
        </p:nvSpPr>
        <p:spPr/>
        <p:txBody>
          <a:bodyPr/>
          <a:lstStyle/>
          <a:p>
            <a:r>
              <a:rPr>
                <a:latin typeface="맑은 고딕"/>
                <a:ea typeface="맑은 고딕"/>
              </a:rPr>
              <a:t>팀장의 요청, 가능 시간 입력 두 단계, 후보 투표, 확정과 변경.</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ext Placeholder 1"/>
          <p:cNvSpPr>
            <a:spLocks noGrp="1"/>
          </p:cNvSpPr>
          <p:nvPr>
            <p:ph type="body" idx="10" sz="quarter"/>
          </p:nvPr>
        </p:nvSpPr>
        <p:spPr/>
        <p:txBody>
          <a:bodyPr/>
          <a:lstStyle/>
          <a:p>
            <a:r>
              <a:rPr>
                <a:latin typeface="맑은 고딕"/>
                <a:ea typeface="맑은 고딕"/>
              </a:rPr>
              <a:t>C-03 가능 시간 입력 1단계 날 고르기</a:t>
            </a:r>
          </a:p>
        </p:txBody>
      </p:sp>
      <p:sp>
        <p:nvSpPr>
          <p:cNvPr id="4" name="Text Placeholder 2"/>
          <p:cNvSpPr>
            <a:spLocks noGrp="1"/>
          </p:cNvSpPr>
          <p:nvPr>
            <p:ph type="body" idx="11" sz="quarter"/>
          </p:nvPr>
        </p:nvSpPr>
        <p:spPr/>
        <p:txBody>
          <a:bodyPr/>
          <a:lstStyle/>
          <a:p>
            <a:r>
              <a:rPr>
                <a:latin typeface="맑은 고딕"/>
                <a:ea typeface="맑은 고딕"/>
              </a:rPr>
              <a:t>C. 일정 · 앱 · PC · 웹</a:t>
            </a:r>
          </a:p>
        </p:txBody>
      </p:sp>
      <p:sp>
        <p:nvSpPr>
          <p:cNvPr id="5" name="TextBox 7">
            <a:extLst>
              <a:ext uri="{FF2B5EF4-FFF2-40B4-BE49-F238E27FC236}">
                <a16:creationId xmlns:a16="http://schemas.microsoft.com/office/drawing/2014/main" id="{DDF58C48-5157-4FFA-B714-C02B198B9885}"/>
              </a:ext>
            </a:extLst>
          </p:cNvPr>
          <p:cNvSpPr txBox="1"/>
          <p:nvPr/>
        </p:nvSpPr>
        <p:spPr>
          <a:xfrm>
            <a:off x="11780252" y="106980"/>
            <a:ext cx="248786" cy="230832"/>
          </a:xfrm>
          <a:prstGeom prst="rect">
            <a:avLst/>
          </a:prstGeom>
          <a:noFill/>
        </p:spPr>
        <p:txBody>
          <a:bodyPr wrap="none" rtlCol="0">
            <a:spAutoFit/>
          </a:bodyPr>
          <a:lstStyle/>
          <a:p>
            <a:r>
              <a:rPr>
                <a:latin typeface="맑은 고딕"/>
                <a:ea typeface="맑은 고딕"/>
              </a:rPr>
              <a:t>25</a:t>
            </a:r>
          </a:p>
        </p:txBody>
      </p:sp>
      <p:graphicFrame>
        <p:nvGraphicFramePr>
          <p:cNvPr id="6" name="표 6">
            <a:extLst>
              <a:ext uri="{FF2B5EF4-FFF2-40B4-BE49-F238E27FC236}">
                <a16:creationId xmlns:a16="http://schemas.microsoft.com/office/drawing/2014/main" id="{EE672C9C-2796-4CD4-B138-FB14ECB9EFA6}"/>
              </a:ext>
            </a:extLst>
          </p:cNvPr>
          <p:cNvGraphicFramePr>
            <a:graphicFrameLocks noGrp="1"/>
          </p:cNvGraphicFramePr>
          <p:nvPr>
            <p:extLst>
              <p:ext uri="{D42A27DB-BD31-4B8C-83A1-F6EECF244321}">
                <p14:modId xmlns:p14="http://schemas.microsoft.com/office/powerpoint/2010/main" val="3163780911"/>
              </p:ext>
            </p:extLst>
          </p:nvPr>
        </p:nvGraphicFramePr>
        <p:xfrm>
          <a:off x="8688288" y="476672"/>
          <a:ext cx="3384376" cy="2736301"/>
        </p:xfrm>
        <a:graphic>
          <a:graphicData uri="http://schemas.openxmlformats.org/drawingml/2006/table">
            <a:tbl>
              <a:tblPr firstRow="1" bandRow="1">
                <a:tableStyleId>{5C22544A-7EE6-4342-B048-85BDC9FD1C3A}</a:tableStyleId>
              </a:tblPr>
              <a:tblGrid>
                <a:gridCol w="403256">
                  <a:extLst>
                    <a:ext uri="{9D8B030D-6E8A-4147-A177-3AD203B41FA5}">
                      <a16:colId xmlns:a16="http://schemas.microsoft.com/office/drawing/2014/main" val="74772085"/>
                    </a:ext>
                  </a:extLst>
                </a:gridCol>
                <a:gridCol w="2981120">
                  <a:extLst>
                    <a:ext uri="{9D8B030D-6E8A-4147-A177-3AD203B41FA5}">
                      <a16:colId xmlns:a16="http://schemas.microsoft.com/office/drawing/2014/main" val="2572474025"/>
                    </a:ext>
                  </a:extLst>
                </a:gridCol>
              </a:tblGrid>
              <a:tr h="258850">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1" dirty="0">
                          <a:solidFill>
                            <a:srgbClr val="4E5263"/>
                          </a:solidFill>
                          <a:latin typeface="+mn-ea"/>
                          <a:ea typeface="+mn-ea"/>
                          <a:sym typeface="맑은 고딕"/>
                        </a:rPr>
                        <a:t>Summery.</a:t>
                      </a:r>
                      <a:endParaRPr lang="en" altLang="ko-KR" sz="900" b="1" dirty="0">
                        <a:solidFill>
                          <a:srgbClr val="4E5263"/>
                        </a:solidFill>
                        <a:latin typeface="+mn-ea"/>
                        <a:ea typeface="+mn-ea"/>
                        <a:sym typeface="맑은 고딕"/>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bg1"/>
                    </a:solidFill>
                  </a:tcPr>
                </a:tc>
                <a:tc hMerge="1">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en" altLang="ko-KR" sz="900" b="1" dirty="0">
                        <a:solidFill>
                          <a:srgbClr val="4E5263"/>
                        </a:solidFill>
                        <a:latin typeface="SF Pro Text" pitchFamily="2" charset="0"/>
                        <a:ea typeface="SF Pro Text" pitchFamily="2" charset="0"/>
                        <a:sym typeface="맑은 고딕"/>
                      </a:endParaRPr>
                    </a:p>
                  </a:txBody>
                  <a:tcPr anchor="ctr">
                    <a:lnL w="3175" cap="flat" cmpd="sng" algn="ctr">
                      <a:solidFill>
                        <a:schemeClr val="tx1">
                          <a:lumMod val="50000"/>
                          <a:lumOff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283880267"/>
                  </a:ext>
                </a:extLst>
              </a:tr>
              <a:tr h="786307">
                <a:tc gridSpan="2">
                  <a:txBody>
                    <a:bodyPr/>
                    <a:lstStyle/>
                    <a:p>
                      <a:pPr marL="108000" marR="0" lvl="0" indent="-108000" algn="just" defTabSz="914400" rtl="0" eaLnBrk="1" fontAlgn="auto" latinLnBrk="1" hangingPunct="1">
                        <a:lnSpc>
                          <a:spcPct val="120000"/>
                        </a:lnSpc>
                        <a:spcBef>
                          <a:spcPts val="0"/>
                        </a:spcBef>
                        <a:spcAft>
                          <a:spcPts val="0"/>
                        </a:spcAft>
                        <a:buClrTx/>
                        <a:buSzTx/>
                        <a:buFont typeface="Arial" panose="020B0604020202020204" pitchFamily="34" charset="0"/>
                        <a:buChar char="•"/>
                        <a:tabLst/>
                        <a:defRPr/>
                      </a:pPr>
                      <a:r>
                        <a:rPr lang="en-US" altLang="ko-KR" sz="800" b="0" dirty="0">
                          <a:solidFill>
                            <a:schemeClr val="tx1"/>
                          </a:solidFill>
                          <a:latin typeface="맑은 고딕"/>
                          <a:ea typeface="맑은 고딕"/>
                          <a:sym typeface="맑은 고딕"/>
                        </a:rPr>
                        <a:t>안 되는 날과 바뀔 수도 있는 날만 먼저 고른다. 나머지 날은 되는 날로 본다.</a:t>
                      </a:r>
                    </a:p>
                    <a:p>
                      <a:pPr marL="108000" marR="0" lvl="0" indent="-108000" algn="just" defTabSz="914400" rtl="0" eaLnBrk="1" fontAlgn="auto" latinLnBrk="1" hangingPunct="1">
                        <a:lnSpc>
                          <a:spcPct val="120000"/>
                        </a:lnSpc>
                        <a:spcBef>
                          <a:spcPts val="0"/>
                        </a:spcBef>
                        <a:spcAft>
                          <a:spcPts val="0"/>
                        </a:spcAft>
                        <a:buClrTx/>
                        <a:buSzTx/>
                        <a:buFont typeface="Arial" panose="020B0604020202020204" pitchFamily="34" charset="0"/>
                        <a:buChar char="•"/>
                        <a:tabLst/>
                        <a:defRPr/>
                      </a:pPr>
                      <a:r>
                        <a:rPr lang="en-US" altLang="ko-KR" sz="800" b="0" dirty="0">
                          <a:solidFill>
                            <a:schemeClr val="tx1"/>
                          </a:solidFill>
                          <a:latin typeface="맑은 고딕"/>
                          <a:ea typeface="맑은 고딕"/>
                          <a:sym typeface="맑은 고딕"/>
                        </a:rPr>
                        <a:t>관련 요구사항 FR-08</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hMerge="1">
                  <a:txBody>
                    <a:bodyPr/>
                    <a:lstStyle/>
                    <a:p>
                      <a:pPr latinLnBrk="1"/>
                      <a:endParaRPr lang="ko-KR" altLang="en-US"/>
                    </a:p>
                  </a:txBody>
                  <a:tcPr/>
                </a:tc>
                <a:extLst>
                  <a:ext uri="{0D108BD9-81ED-4DB2-BD59-A6C34878D82A}">
                    <a16:rowId xmlns:a16="http://schemas.microsoft.com/office/drawing/2014/main" val="3072083066"/>
                  </a:ext>
                </a:extLst>
              </a:tr>
              <a:tr h="306000">
                <a:tc>
                  <a:txBody>
                    <a:bodyPr/>
                    <a:lstStyle/>
                    <a:p>
                      <a:pPr algn="ctr" latinLnBrk="1">
                        <a:lnSpc>
                          <a:spcPct val="120000"/>
                        </a:lnSpc>
                      </a:pPr>
                      <a:r>
                        <a:rPr lang="en-US" altLang="ko-KR" sz="850" b="0" dirty="0">
                          <a:solidFill>
                            <a:schemeClr val="tx1"/>
                          </a:solidFill>
                          <a:latin typeface="맑은 고딕"/>
                          <a:ea typeface="맑은 고딕"/>
                        </a:rPr>
                        <a:t>1</a:t>
                      </a:r>
                    </a:p>
                  </a:txBody>
                  <a:tcPr anchor="ctr">
                    <a:lnL w="3175" cap="flat" cmpd="sng" algn="ctr">
                      <a:no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a:txBody>
                    <a:bodyPr/>
                    <a:lstStyle/>
                    <a:p>
                      <a:pPr algn="just" latinLnBrk="1">
                        <a:lnSpc>
                          <a:spcPct val="120000"/>
                        </a:lnSpc>
                      </a:pPr>
                      <a:r>
                        <a:rPr sz="800">
                          <a:latin typeface="맑은 고딕"/>
                          <a:ea typeface="맑은 고딕"/>
                        </a:rPr>
                        <a:t>단계 표시 1/2. 다음 단계에서 시간을 정한다는 것을 보여 준다.</a:t>
                      </a:r>
                    </a:p>
                  </a:txBody>
                  <a:tcPr anchor="ctr">
                    <a:lnL w="3175" cap="flat" cmpd="sng" algn="ctr">
                      <a:solidFill>
                        <a:schemeClr val="tx1">
                          <a:lumMod val="50000"/>
                          <a:lumOff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896699591"/>
                  </a:ext>
                </a:extLst>
              </a:tr>
              <a:tr h="306000">
                <a:tc>
                  <a:txBody>
                    <a:bodyPr/>
                    <a:lstStyle/>
                    <a:p>
                      <a:pPr algn="ctr" latinLnBrk="1">
                        <a:lnSpc>
                          <a:spcPct val="120000"/>
                        </a:lnSpc>
                      </a:pPr>
                      <a:r>
                        <a:rPr lang="en-US" altLang="ko-KR" sz="850" b="0" dirty="0">
                          <a:latin typeface="맑은 고딕"/>
                          <a:ea typeface="맑은 고딕"/>
                        </a:rPr>
                        <a:t>2</a:t>
                      </a:r>
                    </a:p>
                  </a:txBody>
                  <a:tcPr anchor="ctr">
                    <a:lnL w="3175" cap="flat" cmpd="sng" algn="ctr">
                      <a:no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just" defTabSz="914400" rtl="0" eaLnBrk="1" fontAlgn="auto" latinLnBrk="1" hangingPunct="1">
                        <a:lnSpc>
                          <a:spcPct val="120000"/>
                        </a:lnSpc>
                        <a:spcBef>
                          <a:spcPts val="0"/>
                        </a:spcBef>
                        <a:spcAft>
                          <a:spcPts val="0"/>
                        </a:spcAft>
                        <a:buClrTx/>
                        <a:buSzTx/>
                        <a:buFontTx/>
                        <a:buNone/>
                        <a:tabLst/>
                        <a:defRPr/>
                      </a:pPr>
                      <a:r>
                        <a:rPr sz="800">
                          <a:latin typeface="맑은 고딕"/>
                          <a:ea typeface="맑은 고딕"/>
                        </a:rPr>
                        <a:t>월간과 주간 보기 전환. 두 보기에서 표시한 날은 같다.</a:t>
                      </a:r>
                    </a:p>
                  </a:txBody>
                  <a:tcPr anchor="ctr">
                    <a:lnL w="3175" cap="flat" cmpd="sng" algn="ctr">
                      <a:solidFill>
                        <a:schemeClr val="tx1">
                          <a:lumMod val="50000"/>
                          <a:lumOff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972133637"/>
                  </a:ext>
                </a:extLst>
              </a:tr>
              <a:tr h="306000">
                <a:tc>
                  <a:txBody>
                    <a:bodyPr/>
                    <a:lstStyle/>
                    <a:p>
                      <a:pPr algn="ctr" latinLnBrk="1">
                        <a:lnSpc>
                          <a:spcPct val="120000"/>
                        </a:lnSpc>
                      </a:pPr>
                      <a:r>
                        <a:rPr lang="en-US" altLang="ko-KR" sz="850" b="0" dirty="0">
                          <a:latin typeface="맑은 고딕"/>
                          <a:ea typeface="맑은 고딕"/>
                        </a:rPr>
                        <a:t>3</a:t>
                      </a:r>
                    </a:p>
                  </a:txBody>
                  <a:tcPr anchor="ctr">
                    <a:lnL w="3175" cap="flat" cmpd="sng" algn="ctr">
                      <a:no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a:txBody>
                    <a:bodyPr/>
                    <a:lstStyle/>
                    <a:p>
                      <a:pPr algn="just" latinLnBrk="1">
                        <a:lnSpc>
                          <a:spcPct val="120000"/>
                        </a:lnSpc>
                      </a:pPr>
                      <a:r>
                        <a:rPr sz="800">
                          <a:latin typeface="맑은 고딕"/>
                          <a:ea typeface="맑은 고딕"/>
                        </a:rPr>
                        <a:t>날 칸. 한 번 누르면 안 됨, 두 번 누르면 바뀔 수도 있음, 세 번 누르면 되는 날로 돌아온다.</a:t>
                      </a:r>
                    </a:p>
                  </a:txBody>
                  <a:tcPr anchor="ctr">
                    <a:lnL w="3175" cap="flat" cmpd="sng" algn="ctr">
                      <a:solidFill>
                        <a:schemeClr val="tx1">
                          <a:lumMod val="50000"/>
                          <a:lumOff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075783758"/>
                  </a:ext>
                </a:extLst>
              </a:tr>
              <a:tr h="306000">
                <a:tc>
                  <a:txBody>
                    <a:bodyPr/>
                    <a:lstStyle/>
                    <a:p>
                      <a:pPr algn="ctr" latinLnBrk="1">
                        <a:lnSpc>
                          <a:spcPct val="120000"/>
                        </a:lnSpc>
                      </a:pPr>
                      <a:r>
                        <a:rPr lang="en-US" altLang="ko-KR" sz="850" b="0" dirty="0">
                          <a:latin typeface="맑은 고딕"/>
                          <a:ea typeface="맑은 고딕"/>
                        </a:rPr>
                        <a:t>4</a:t>
                      </a:r>
                    </a:p>
                  </a:txBody>
                  <a:tcPr anchor="ctr">
                    <a:lnL w="3175" cap="flat" cmpd="sng" algn="ctr">
                      <a:no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just" defTabSz="914400" rtl="0" eaLnBrk="1" fontAlgn="auto" latinLnBrk="1" hangingPunct="1">
                        <a:lnSpc>
                          <a:spcPct val="120000"/>
                        </a:lnSpc>
                        <a:spcBef>
                          <a:spcPts val="0"/>
                        </a:spcBef>
                        <a:spcAft>
                          <a:spcPts val="0"/>
                        </a:spcAft>
                        <a:buClrTx/>
                        <a:buSzTx/>
                        <a:buFontTx/>
                        <a:buNone/>
                        <a:tabLst/>
                        <a:defRPr/>
                      </a:pPr>
                      <a:r>
                        <a:rPr sz="800">
                          <a:latin typeface="맑은 고딕"/>
                          <a:ea typeface="맑은 고딕"/>
                        </a:rPr>
                        <a:t>표시 설명. 안 됨은 빗금, 바뀔 수도 있음은 점선 테두리, 되는 날은 빈 칸. 색에만 기대지 않는다.</a:t>
                      </a:r>
                    </a:p>
                  </a:txBody>
                  <a:tcPr anchor="ctr">
                    <a:lnL w="3175" cap="flat" cmpd="sng" algn="ctr">
                      <a:solidFill>
                        <a:schemeClr val="tx1">
                          <a:lumMod val="50000"/>
                          <a:lumOff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68123190"/>
                  </a:ext>
                </a:extLst>
              </a:tr>
              <a:tr h="306000">
                <a:tc>
                  <a:txBody>
                    <a:bodyPr/>
                    <a:lstStyle/>
                    <a:p>
                      <a:pPr algn="ctr" latinLnBrk="1">
                        <a:lnSpc>
                          <a:spcPct val="120000"/>
                        </a:lnSpc>
                      </a:pPr>
                      <a:r>
                        <a:rPr lang="en-US" altLang="ko-KR" sz="850" b="0" dirty="0">
                          <a:latin typeface="맑은 고딕"/>
                          <a:ea typeface="맑은 고딕"/>
                        </a:rPr>
                        <a:t>5</a:t>
                      </a:r>
                    </a:p>
                  </a:txBody>
                  <a:tcPr anchor="ctr">
                    <a:lnL w="3175" cap="flat" cmpd="sng" algn="ctr">
                      <a:no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a:txBody>
                    <a:bodyPr/>
                    <a:lstStyle/>
                    <a:p>
                      <a:pPr algn="just" latinLnBrk="1">
                        <a:lnSpc>
                          <a:spcPct val="120000"/>
                        </a:lnSpc>
                      </a:pPr>
                      <a:r>
                        <a:rPr sz="800">
                          <a:latin typeface="맑은 고딕"/>
                          <a:ea typeface="맑은 고딕"/>
                        </a:rPr>
                        <a:t>다음 버튼. 되는 날이 하루도 없으면 확인 팝업을 띄운다.</a:t>
                      </a:r>
                    </a:p>
                  </a:txBody>
                  <a:tcPr anchor="ctr">
                    <a:lnL w="3175" cap="flat" cmpd="sng" algn="ctr">
                      <a:solidFill>
                        <a:schemeClr val="tx1">
                          <a:lumMod val="50000"/>
                          <a:lumOff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494350657"/>
                  </a:ext>
                </a:extLst>
              </a:tr>
              <a:tr h="306000">
                <a:tc>
                  <a:txBody>
                    <a:bodyPr/>
                    <a:lstStyle/>
                    <a:p>
                      <a:pPr algn="ctr" latinLnBrk="1">
                        <a:lnSpc>
                          <a:spcPct val="120000"/>
                        </a:lnSpc>
                      </a:pPr>
                      <a:r>
                        <a:rPr lang="en-US" altLang="ko-KR" sz="850" b="0" dirty="0">
                          <a:latin typeface="맑은 고딕"/>
                          <a:ea typeface="맑은 고딕"/>
                        </a:rPr>
                        <a:t>6</a:t>
                      </a:r>
                    </a:p>
                  </a:txBody>
                  <a:tcPr anchor="ctr">
                    <a:lnL w="3175" cap="flat" cmpd="sng" algn="ctr">
                      <a:no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a:txBody>
                    <a:bodyPr/>
                    <a:lstStyle/>
                    <a:p>
                      <a:pPr algn="just" latinLnBrk="1">
                        <a:lnSpc>
                          <a:spcPct val="120000"/>
                        </a:lnSpc>
                      </a:pPr>
                      <a:r>
                        <a:rPr sz="800">
                          <a:latin typeface="맑은 고딕"/>
                          <a:ea typeface="맑은 고딕"/>
                        </a:rPr>
                        <a:t>대상 주 밖의 날은 흐리게 두고 누를 수 없다.</a:t>
                      </a:r>
                    </a:p>
                  </a:txBody>
                  <a:tcPr anchor="ctr">
                    <a:lnL w="3175" cap="flat" cmpd="sng" algn="ctr">
                      <a:solidFill>
                        <a:schemeClr val="tx1">
                          <a:lumMod val="50000"/>
                          <a:lumOff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839284551"/>
                  </a:ext>
                </a:extLst>
              </a:tr>
            </a:tbl>
          </a:graphicData>
        </a:graphic>
      </p:graphicFrame>
      <p:pic>
        <p:nvPicPr>
          <p:cNvPr id="7" name="Picture 8" descr="C-03_mob.png"/>
          <p:cNvPicPr>
            <a:picLocks noChangeAspect="1"/>
          </p:cNvPicPr>
          <p:nvPr/>
        </p:nvPicPr>
        <p:blipFill>
          <a:blip r:embed="rId2"/>
          <a:stretch>
            <a:fillRect/>
          </a:stretch>
        </p:blipFill>
        <p:spPr>
          <a:xfrm>
            <a:off x="215999" y="828000"/>
            <a:ext cx="2082754" cy="4272317"/>
          </a:xfrm>
          <a:prstGeom prst="rect">
            <a:avLst/>
          </a:prstGeom>
          <a:ln w="6350">
            <a:solidFill>
              <a:srgbClr val="D0D0D0"/>
            </a:solidFill>
          </a:ln>
        </p:spPr>
      </p:pic>
      <p:sp>
        <p:nvSpPr>
          <p:cNvPr id="8" name="TextBox 9"/>
          <p:cNvSpPr txBox="1"/>
          <p:nvPr/>
        </p:nvSpPr>
        <p:spPr>
          <a:xfrm>
            <a:off x="215999" y="612000"/>
            <a:ext cx="2082754" cy="180000"/>
          </a:xfrm>
          <a:prstGeom prst="rect">
            <a:avLst/>
          </a:prstGeom>
          <a:noFill/>
        </p:spPr>
        <p:txBody>
          <a:bodyPr wrap="square">
            <a:spAutoFit/>
          </a:bodyPr>
          <a:lstStyle/>
          <a:p>
            <a:r>
              <a:rPr sz="850" b="1">
                <a:solidFill>
                  <a:srgbClr val="404040"/>
                </a:solidFill>
                <a:latin typeface="맑은 고딕"/>
                <a:ea typeface="맑은 고딕"/>
              </a:rPr>
              <a:t>스마트폰 앱</a:t>
            </a:r>
          </a:p>
        </p:txBody>
      </p:sp>
      <p:pic>
        <p:nvPicPr>
          <p:cNvPr id="9" name="Picture 10" descr="C-03_web.png"/>
          <p:cNvPicPr>
            <a:picLocks noChangeAspect="1"/>
          </p:cNvPicPr>
          <p:nvPr/>
        </p:nvPicPr>
        <p:blipFill>
          <a:blip r:embed="rId3"/>
          <a:stretch>
            <a:fillRect/>
          </a:stretch>
        </p:blipFill>
        <p:spPr>
          <a:xfrm>
            <a:off x="2514754" y="828000"/>
            <a:ext cx="5981245" cy="3631470"/>
          </a:xfrm>
          <a:prstGeom prst="rect">
            <a:avLst/>
          </a:prstGeom>
          <a:ln w="6350">
            <a:solidFill>
              <a:srgbClr val="D0D0D0"/>
            </a:solidFill>
          </a:ln>
        </p:spPr>
      </p:pic>
      <p:sp>
        <p:nvSpPr>
          <p:cNvPr id="10" name="TextBox 11"/>
          <p:cNvSpPr txBox="1"/>
          <p:nvPr/>
        </p:nvSpPr>
        <p:spPr>
          <a:xfrm>
            <a:off x="2514754" y="612000"/>
            <a:ext cx="5981245" cy="180000"/>
          </a:xfrm>
          <a:prstGeom prst="rect">
            <a:avLst/>
          </a:prstGeom>
          <a:noFill/>
        </p:spPr>
        <p:txBody>
          <a:bodyPr wrap="square">
            <a:spAutoFit/>
          </a:bodyPr>
          <a:lstStyle/>
          <a:p>
            <a:r>
              <a:rPr sz="850" b="1">
                <a:solidFill>
                  <a:srgbClr val="404040"/>
                </a:solidFill>
                <a:latin typeface="맑은 고딕"/>
                <a:ea typeface="맑은 고딕"/>
              </a:rPr>
              <a:t>웹 · PC 앱</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ext Placeholder 1"/>
          <p:cNvSpPr>
            <a:spLocks noGrp="1"/>
          </p:cNvSpPr>
          <p:nvPr>
            <p:ph type="body" idx="10" sz="quarter"/>
          </p:nvPr>
        </p:nvSpPr>
        <p:spPr/>
        <p:txBody>
          <a:bodyPr/>
          <a:lstStyle/>
          <a:p>
            <a:r>
              <a:rPr>
                <a:latin typeface="맑은 고딕"/>
                <a:ea typeface="맑은 고딕"/>
              </a:rPr>
              <a:t>C-05 후보 시간 투표 (1/2)</a:t>
            </a:r>
          </a:p>
        </p:txBody>
      </p:sp>
      <p:sp>
        <p:nvSpPr>
          <p:cNvPr id="4" name="Text Placeholder 2"/>
          <p:cNvSpPr>
            <a:spLocks noGrp="1"/>
          </p:cNvSpPr>
          <p:nvPr>
            <p:ph type="body" idx="11" sz="quarter"/>
          </p:nvPr>
        </p:nvSpPr>
        <p:spPr/>
        <p:txBody>
          <a:bodyPr/>
          <a:lstStyle/>
          <a:p>
            <a:r>
              <a:rPr>
                <a:latin typeface="맑은 고딕"/>
                <a:ea typeface="맑은 고딕"/>
              </a:rPr>
              <a:t>C. 일정 · 앱 · PC · 웹</a:t>
            </a:r>
          </a:p>
        </p:txBody>
      </p:sp>
      <p:sp>
        <p:nvSpPr>
          <p:cNvPr id="5" name="TextBox 7">
            <a:extLst>
              <a:ext uri="{FF2B5EF4-FFF2-40B4-BE49-F238E27FC236}">
                <a16:creationId xmlns:a16="http://schemas.microsoft.com/office/drawing/2014/main" id="{DDF58C48-5157-4FFA-B714-C02B198B9885}"/>
              </a:ext>
            </a:extLst>
          </p:cNvPr>
          <p:cNvSpPr txBox="1"/>
          <p:nvPr/>
        </p:nvSpPr>
        <p:spPr>
          <a:xfrm>
            <a:off x="11780252" y="106980"/>
            <a:ext cx="248786" cy="230832"/>
          </a:xfrm>
          <a:prstGeom prst="rect">
            <a:avLst/>
          </a:prstGeom>
          <a:noFill/>
        </p:spPr>
        <p:txBody>
          <a:bodyPr wrap="none" rtlCol="0">
            <a:spAutoFit/>
          </a:bodyPr>
          <a:lstStyle/>
          <a:p>
            <a:r>
              <a:rPr>
                <a:latin typeface="맑은 고딕"/>
                <a:ea typeface="맑은 고딕"/>
              </a:rPr>
              <a:t>27</a:t>
            </a:r>
          </a:p>
        </p:txBody>
      </p:sp>
      <p:graphicFrame>
        <p:nvGraphicFramePr>
          <p:cNvPr id="6" name="표 6">
            <a:extLst>
              <a:ext uri="{FF2B5EF4-FFF2-40B4-BE49-F238E27FC236}">
                <a16:creationId xmlns:a16="http://schemas.microsoft.com/office/drawing/2014/main" id="{EE672C9C-2796-4CD4-B138-FB14ECB9EFA6}"/>
              </a:ext>
            </a:extLst>
          </p:cNvPr>
          <p:cNvGraphicFramePr>
            <a:graphicFrameLocks noGrp="1"/>
          </p:cNvGraphicFramePr>
          <p:nvPr>
            <p:extLst>
              <p:ext uri="{D42A27DB-BD31-4B8C-83A1-F6EECF244321}">
                <p14:modId xmlns:p14="http://schemas.microsoft.com/office/powerpoint/2010/main" val="3163780911"/>
              </p:ext>
            </p:extLst>
          </p:nvPr>
        </p:nvGraphicFramePr>
        <p:xfrm>
          <a:off x="8688288" y="476672"/>
          <a:ext cx="3384376" cy="2736301"/>
        </p:xfrm>
        <a:graphic>
          <a:graphicData uri="http://schemas.openxmlformats.org/drawingml/2006/table">
            <a:tbl>
              <a:tblPr firstRow="1" bandRow="1">
                <a:tableStyleId>{5C22544A-7EE6-4342-B048-85BDC9FD1C3A}</a:tableStyleId>
              </a:tblPr>
              <a:tblGrid>
                <a:gridCol w="403256">
                  <a:extLst>
                    <a:ext uri="{9D8B030D-6E8A-4147-A177-3AD203B41FA5}">
                      <a16:colId xmlns:a16="http://schemas.microsoft.com/office/drawing/2014/main" val="74772085"/>
                    </a:ext>
                  </a:extLst>
                </a:gridCol>
                <a:gridCol w="2981120">
                  <a:extLst>
                    <a:ext uri="{9D8B030D-6E8A-4147-A177-3AD203B41FA5}">
                      <a16:colId xmlns:a16="http://schemas.microsoft.com/office/drawing/2014/main" val="2572474025"/>
                    </a:ext>
                  </a:extLst>
                </a:gridCol>
              </a:tblGrid>
              <a:tr h="258850">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1" dirty="0">
                          <a:solidFill>
                            <a:srgbClr val="4E5263"/>
                          </a:solidFill>
                          <a:latin typeface="+mn-ea"/>
                          <a:ea typeface="+mn-ea"/>
                          <a:sym typeface="맑은 고딕"/>
                        </a:rPr>
                        <a:t>Summery.</a:t>
                      </a:r>
                      <a:endParaRPr lang="en" altLang="ko-KR" sz="900" b="1" dirty="0">
                        <a:solidFill>
                          <a:srgbClr val="4E5263"/>
                        </a:solidFill>
                        <a:latin typeface="+mn-ea"/>
                        <a:ea typeface="+mn-ea"/>
                        <a:sym typeface="맑은 고딕"/>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bg1"/>
                    </a:solidFill>
                  </a:tcPr>
                </a:tc>
                <a:tc hMerge="1">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en" altLang="ko-KR" sz="900" b="1" dirty="0">
                        <a:solidFill>
                          <a:srgbClr val="4E5263"/>
                        </a:solidFill>
                        <a:latin typeface="SF Pro Text" pitchFamily="2" charset="0"/>
                        <a:ea typeface="SF Pro Text" pitchFamily="2" charset="0"/>
                        <a:sym typeface="맑은 고딕"/>
                      </a:endParaRPr>
                    </a:p>
                  </a:txBody>
                  <a:tcPr anchor="ctr">
                    <a:lnL w="3175" cap="flat" cmpd="sng" algn="ctr">
                      <a:solidFill>
                        <a:schemeClr val="tx1">
                          <a:lumMod val="50000"/>
                          <a:lumOff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283880267"/>
                  </a:ext>
                </a:extLst>
              </a:tr>
              <a:tr h="786307">
                <a:tc gridSpan="2">
                  <a:txBody>
                    <a:bodyPr/>
                    <a:lstStyle/>
                    <a:p>
                      <a:pPr marL="108000" marR="0" lvl="0" indent="-108000" algn="just" defTabSz="914400" rtl="0" eaLnBrk="1" fontAlgn="auto" latinLnBrk="1" hangingPunct="1">
                        <a:lnSpc>
                          <a:spcPct val="120000"/>
                        </a:lnSpc>
                        <a:spcBef>
                          <a:spcPts val="0"/>
                        </a:spcBef>
                        <a:spcAft>
                          <a:spcPts val="0"/>
                        </a:spcAft>
                        <a:buClrTx/>
                        <a:buSzTx/>
                        <a:buFont typeface="Arial" panose="020B0604020202020204" pitchFamily="34" charset="0"/>
                        <a:buChar char="•"/>
                        <a:tabLst/>
                        <a:defRPr/>
                      </a:pPr>
                      <a:r>
                        <a:rPr lang="en-US" altLang="ko-KR" sz="800" b="0" dirty="0">
                          <a:solidFill>
                            <a:schemeClr val="tx1"/>
                          </a:solidFill>
                          <a:latin typeface="맑은 고딕"/>
                          <a:ea typeface="맑은 고딕"/>
                          <a:sym typeface="맑은 고딕"/>
                        </a:rPr>
                        <a:t>모두의 가능 시간이 겹치고 진행 예상 시간이 들어가는 후보에 투표한다.</a:t>
                      </a:r>
                    </a:p>
                    <a:p>
                      <a:pPr marL="108000" marR="0" lvl="0" indent="-108000" algn="just" defTabSz="914400" rtl="0" eaLnBrk="1" fontAlgn="auto" latinLnBrk="1" hangingPunct="1">
                        <a:lnSpc>
                          <a:spcPct val="120000"/>
                        </a:lnSpc>
                        <a:spcBef>
                          <a:spcPts val="0"/>
                        </a:spcBef>
                        <a:spcAft>
                          <a:spcPts val="0"/>
                        </a:spcAft>
                        <a:buClrTx/>
                        <a:buSzTx/>
                        <a:buFont typeface="Arial" panose="020B0604020202020204" pitchFamily="34" charset="0"/>
                        <a:buChar char="•"/>
                        <a:tabLst/>
                        <a:defRPr/>
                      </a:pPr>
                      <a:r>
                        <a:rPr lang="en-US" altLang="ko-KR" sz="800" b="0" dirty="0">
                          <a:solidFill>
                            <a:schemeClr val="tx1"/>
                          </a:solidFill>
                          <a:latin typeface="맑은 고딕"/>
                          <a:ea typeface="맑은 고딕"/>
                          <a:sym typeface="맑은 고딕"/>
                        </a:rPr>
                        <a:t>관련 요구사항 FR-09, FR-10</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hMerge="1">
                  <a:txBody>
                    <a:bodyPr/>
                    <a:lstStyle/>
                    <a:p>
                      <a:pPr latinLnBrk="1"/>
                      <a:endParaRPr lang="ko-KR" altLang="en-US"/>
                    </a:p>
                  </a:txBody>
                  <a:tcPr/>
                </a:tc>
                <a:extLst>
                  <a:ext uri="{0D108BD9-81ED-4DB2-BD59-A6C34878D82A}">
                    <a16:rowId xmlns:a16="http://schemas.microsoft.com/office/drawing/2014/main" val="3072083066"/>
                  </a:ext>
                </a:extLst>
              </a:tr>
              <a:tr h="306000">
                <a:tc>
                  <a:txBody>
                    <a:bodyPr/>
                    <a:lstStyle/>
                    <a:p>
                      <a:pPr algn="ctr" latinLnBrk="1">
                        <a:lnSpc>
                          <a:spcPct val="120000"/>
                        </a:lnSpc>
                      </a:pPr>
                      <a:r>
                        <a:rPr lang="en-US" altLang="ko-KR" sz="850" b="0" dirty="0">
                          <a:solidFill>
                            <a:schemeClr val="tx1"/>
                          </a:solidFill>
                          <a:latin typeface="맑은 고딕"/>
                          <a:ea typeface="맑은 고딕"/>
                        </a:rPr>
                        <a:t>1</a:t>
                      </a:r>
                    </a:p>
                  </a:txBody>
                  <a:tcPr anchor="ctr">
                    <a:lnL w="3175" cap="flat" cmpd="sng" algn="ctr">
                      <a:no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a:txBody>
                    <a:bodyPr/>
                    <a:lstStyle/>
                    <a:p>
                      <a:pPr algn="just" latinLnBrk="1">
                        <a:lnSpc>
                          <a:spcPct val="120000"/>
                        </a:lnSpc>
                      </a:pPr>
                      <a:r>
                        <a:rPr sz="800">
                          <a:latin typeface="맑은 고딕"/>
                          <a:ea typeface="맑은 고딕"/>
                        </a:rPr>
                        <a:t>후보 한 줄. 날짜, 시작과 끝, 겹치는 구간 전체. 1순위 후보가 먼저, 같은 순위는 날짜순이다.</a:t>
                      </a:r>
                    </a:p>
                  </a:txBody>
                  <a:tcPr anchor="ctr">
                    <a:lnL w="3175" cap="flat" cmpd="sng" algn="ctr">
                      <a:solidFill>
                        <a:schemeClr val="tx1">
                          <a:lumMod val="50000"/>
                          <a:lumOff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896699591"/>
                  </a:ext>
                </a:extLst>
              </a:tr>
              <a:tr h="306000">
                <a:tc>
                  <a:txBody>
                    <a:bodyPr/>
                    <a:lstStyle/>
                    <a:p>
                      <a:pPr algn="ctr" latinLnBrk="1">
                        <a:lnSpc>
                          <a:spcPct val="120000"/>
                        </a:lnSpc>
                      </a:pPr>
                      <a:r>
                        <a:rPr lang="en-US" altLang="ko-KR" sz="850" b="0" dirty="0">
                          <a:latin typeface="맑은 고딕"/>
                          <a:ea typeface="맑은 고딕"/>
                        </a:rPr>
                        <a:t>2</a:t>
                      </a:r>
                    </a:p>
                  </a:txBody>
                  <a:tcPr anchor="ctr">
                    <a:lnL w="3175" cap="flat" cmpd="sng" algn="ctr">
                      <a:no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just" defTabSz="914400" rtl="0" eaLnBrk="1" fontAlgn="auto" latinLnBrk="1" hangingPunct="1">
                        <a:lnSpc>
                          <a:spcPct val="120000"/>
                        </a:lnSpc>
                        <a:spcBef>
                          <a:spcPts val="0"/>
                        </a:spcBef>
                        <a:spcAft>
                          <a:spcPts val="0"/>
                        </a:spcAft>
                        <a:buClrTx/>
                        <a:buSzTx/>
                        <a:buFontTx/>
                        <a:buNone/>
                        <a:tabLst/>
                        <a:defRPr/>
                      </a:pPr>
                      <a:r>
                        <a:rPr sz="800">
                          <a:latin typeface="맑은 고딕"/>
                          <a:ea typeface="맑은 고딕"/>
                        </a:rPr>
                        <a:t>2순위 표시. 누군가 바뀔 수도 있다고 한 날이 들어간 후보다. 누구의 날인지 함께 쓴다.</a:t>
                      </a:r>
                    </a:p>
                  </a:txBody>
                  <a:tcPr anchor="ctr">
                    <a:lnL w="3175" cap="flat" cmpd="sng" algn="ctr">
                      <a:solidFill>
                        <a:schemeClr val="tx1">
                          <a:lumMod val="50000"/>
                          <a:lumOff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972133637"/>
                  </a:ext>
                </a:extLst>
              </a:tr>
              <a:tr h="306000">
                <a:tc>
                  <a:txBody>
                    <a:bodyPr/>
                    <a:lstStyle/>
                    <a:p>
                      <a:pPr algn="ctr" latinLnBrk="1">
                        <a:lnSpc>
                          <a:spcPct val="120000"/>
                        </a:lnSpc>
                      </a:pPr>
                      <a:r>
                        <a:rPr lang="en-US" altLang="ko-KR" sz="850" b="0" dirty="0">
                          <a:latin typeface="맑은 고딕"/>
                          <a:ea typeface="맑은 고딕"/>
                        </a:rPr>
                        <a:t>3</a:t>
                      </a:r>
                    </a:p>
                  </a:txBody>
                  <a:tcPr anchor="ctr">
                    <a:lnL w="3175" cap="flat" cmpd="sng" algn="ctr">
                      <a:no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a:txBody>
                    <a:bodyPr/>
                    <a:lstStyle/>
                    <a:p>
                      <a:pPr algn="just" latinLnBrk="1">
                        <a:lnSpc>
                          <a:spcPct val="120000"/>
                        </a:lnSpc>
                      </a:pPr>
                      <a:r>
                        <a:rPr sz="800">
                          <a:latin typeface="맑은 고딕"/>
                          <a:ea typeface="맑은 고딕"/>
                        </a:rPr>
                        <a:t>투표 체크. 여러 개를 고를 수 있다. 하나만 고르게 할지는 회의 뒤 기재.</a:t>
                      </a:r>
                    </a:p>
                  </a:txBody>
                  <a:tcPr anchor="ctr">
                    <a:lnL w="3175" cap="flat" cmpd="sng" algn="ctr">
                      <a:solidFill>
                        <a:schemeClr val="tx1">
                          <a:lumMod val="50000"/>
                          <a:lumOff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075783758"/>
                  </a:ext>
                </a:extLst>
              </a:tr>
              <a:tr h="306000">
                <a:tc>
                  <a:txBody>
                    <a:bodyPr/>
                    <a:lstStyle/>
                    <a:p>
                      <a:pPr algn="ctr" latinLnBrk="1">
                        <a:lnSpc>
                          <a:spcPct val="120000"/>
                        </a:lnSpc>
                      </a:pPr>
                      <a:r>
                        <a:rPr lang="en-US" altLang="ko-KR" sz="850" b="0" dirty="0">
                          <a:latin typeface="맑은 고딕"/>
                          <a:ea typeface="맑은 고딕"/>
                        </a:rPr>
                        <a:t>4</a:t>
                      </a:r>
                    </a:p>
                  </a:txBody>
                  <a:tcPr anchor="ctr">
                    <a:lnL w="3175" cap="flat" cmpd="sng" algn="ctr">
                      <a:no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just" defTabSz="914400" rtl="0" eaLnBrk="1" fontAlgn="auto" latinLnBrk="1" hangingPunct="1">
                        <a:lnSpc>
                          <a:spcPct val="120000"/>
                        </a:lnSpc>
                        <a:spcBef>
                          <a:spcPts val="0"/>
                        </a:spcBef>
                        <a:spcAft>
                          <a:spcPts val="0"/>
                        </a:spcAft>
                        <a:buClrTx/>
                        <a:buSzTx/>
                        <a:buFontTx/>
                        <a:buNone/>
                        <a:tabLst/>
                        <a:defRPr/>
                      </a:pPr>
                      <a:r>
                        <a:rPr sz="800">
                          <a:latin typeface="맑은 고딕"/>
                          <a:ea typeface="맑은 고딕"/>
                        </a:rPr>
                        <a:t>현재 득표와 투표한 사람 수.</a:t>
                      </a:r>
                    </a:p>
                  </a:txBody>
                  <a:tcPr anchor="ctr">
                    <a:lnL w="3175" cap="flat" cmpd="sng" algn="ctr">
                      <a:solidFill>
                        <a:schemeClr val="tx1">
                          <a:lumMod val="50000"/>
                          <a:lumOff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68123190"/>
                  </a:ext>
                </a:extLst>
              </a:tr>
              <a:tr h="306000">
                <a:tc>
                  <a:txBody>
                    <a:bodyPr/>
                    <a:lstStyle/>
                    <a:p>
                      <a:pPr algn="ctr" latinLnBrk="1">
                        <a:lnSpc>
                          <a:spcPct val="120000"/>
                        </a:lnSpc>
                      </a:pPr>
                      <a:r>
                        <a:rPr lang="en-US" altLang="ko-KR" sz="850" b="0" dirty="0">
                          <a:latin typeface="맑은 고딕"/>
                          <a:ea typeface="맑은 고딕"/>
                        </a:rPr>
                        <a:t>5</a:t>
                      </a:r>
                    </a:p>
                  </a:txBody>
                  <a:tcPr anchor="ctr">
                    <a:lnL w="3175" cap="flat" cmpd="sng" algn="ctr">
                      <a:no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a:txBody>
                    <a:bodyPr/>
                    <a:lstStyle/>
                    <a:p>
                      <a:pPr algn="just" latinLnBrk="1">
                        <a:lnSpc>
                          <a:spcPct val="120000"/>
                        </a:lnSpc>
                      </a:pPr>
                      <a:r>
                        <a:rPr sz="800">
                          <a:latin typeface="맑은 고딕"/>
                          <a:ea typeface="맑은 고딕"/>
                        </a:rPr>
                        <a:t>투표하기 버튼. 전원이 투표하면 최다 득표 후보로 자동 확정된다. 동점이면 날짜가 빠른 쪽.</a:t>
                      </a:r>
                    </a:p>
                  </a:txBody>
                  <a:tcPr anchor="ctr">
                    <a:lnL w="3175" cap="flat" cmpd="sng" algn="ctr">
                      <a:solidFill>
                        <a:schemeClr val="tx1">
                          <a:lumMod val="50000"/>
                          <a:lumOff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494350657"/>
                  </a:ext>
                </a:extLst>
              </a:tr>
              <a:tr h="306000">
                <a:tc>
                  <a:txBody>
                    <a:bodyPr/>
                    <a:lstStyle/>
                    <a:p>
                      <a:pPr algn="ctr" latinLnBrk="1">
                        <a:lnSpc>
                          <a:spcPct val="120000"/>
                        </a:lnSpc>
                      </a:pPr>
                      <a:r>
                        <a:rPr lang="en-US" altLang="ko-KR" sz="850" b="0" dirty="0">
                          <a:latin typeface="맑은 고딕"/>
                          <a:ea typeface="맑은 고딕"/>
                        </a:rPr>
                        <a:t>6</a:t>
                      </a:r>
                    </a:p>
                  </a:txBody>
                  <a:tcPr anchor="ctr">
                    <a:lnL w="3175" cap="flat" cmpd="sng" algn="ctr">
                      <a:no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a:txBody>
                    <a:bodyPr/>
                    <a:lstStyle/>
                    <a:p>
                      <a:pPr algn="just" latinLnBrk="1">
                        <a:lnSpc>
                          <a:spcPct val="120000"/>
                        </a:lnSpc>
                      </a:pPr>
                      <a:r>
                        <a:rPr sz="800">
                          <a:latin typeface="맑은 고딕"/>
                          <a:ea typeface="맑은 고딕"/>
                        </a:rPr>
                        <a:t>후보가 하나도 없을 때는 가능 시간을 다시 받자는 안내와 팀장용 다시 요청 버튼을 보여 준다.</a:t>
                      </a:r>
                    </a:p>
                  </a:txBody>
                  <a:tcPr anchor="ctr">
                    <a:lnL w="3175" cap="flat" cmpd="sng" algn="ctr">
                      <a:solidFill>
                        <a:schemeClr val="tx1">
                          <a:lumMod val="50000"/>
                          <a:lumOff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839284551"/>
                  </a:ext>
                </a:extLst>
              </a:tr>
            </a:tbl>
          </a:graphicData>
        </a:graphic>
      </p:graphicFrame>
      <p:pic>
        <p:nvPicPr>
          <p:cNvPr id="7" name="Picture 8" descr="C-05_mob.png"/>
          <p:cNvPicPr>
            <a:picLocks noChangeAspect="1"/>
          </p:cNvPicPr>
          <p:nvPr/>
        </p:nvPicPr>
        <p:blipFill>
          <a:blip r:embed="rId2"/>
          <a:stretch>
            <a:fillRect/>
          </a:stretch>
        </p:blipFill>
        <p:spPr>
          <a:xfrm>
            <a:off x="215999" y="828000"/>
            <a:ext cx="2082754" cy="4272317"/>
          </a:xfrm>
          <a:prstGeom prst="rect">
            <a:avLst/>
          </a:prstGeom>
          <a:ln w="6350">
            <a:solidFill>
              <a:srgbClr val="D0D0D0"/>
            </a:solidFill>
          </a:ln>
        </p:spPr>
      </p:pic>
      <p:sp>
        <p:nvSpPr>
          <p:cNvPr id="8" name="TextBox 9"/>
          <p:cNvSpPr txBox="1"/>
          <p:nvPr/>
        </p:nvSpPr>
        <p:spPr>
          <a:xfrm>
            <a:off x="215999" y="612000"/>
            <a:ext cx="2082754" cy="180000"/>
          </a:xfrm>
          <a:prstGeom prst="rect">
            <a:avLst/>
          </a:prstGeom>
          <a:noFill/>
        </p:spPr>
        <p:txBody>
          <a:bodyPr wrap="square">
            <a:spAutoFit/>
          </a:bodyPr>
          <a:lstStyle/>
          <a:p>
            <a:r>
              <a:rPr sz="850" b="1">
                <a:solidFill>
                  <a:srgbClr val="404040"/>
                </a:solidFill>
                <a:latin typeface="맑은 고딕"/>
                <a:ea typeface="맑은 고딕"/>
              </a:rPr>
              <a:t>스마트폰 앱</a:t>
            </a:r>
          </a:p>
        </p:txBody>
      </p:sp>
      <p:pic>
        <p:nvPicPr>
          <p:cNvPr id="9" name="Picture 10" descr="C-05_web.png"/>
          <p:cNvPicPr>
            <a:picLocks noChangeAspect="1"/>
          </p:cNvPicPr>
          <p:nvPr/>
        </p:nvPicPr>
        <p:blipFill>
          <a:blip r:embed="rId3"/>
          <a:stretch>
            <a:fillRect/>
          </a:stretch>
        </p:blipFill>
        <p:spPr>
          <a:xfrm>
            <a:off x="2514754" y="828000"/>
            <a:ext cx="5981245" cy="3631470"/>
          </a:xfrm>
          <a:prstGeom prst="rect">
            <a:avLst/>
          </a:prstGeom>
          <a:ln w="6350">
            <a:solidFill>
              <a:srgbClr val="D0D0D0"/>
            </a:solidFill>
          </a:ln>
        </p:spPr>
      </p:pic>
      <p:sp>
        <p:nvSpPr>
          <p:cNvPr id="10" name="TextBox 11"/>
          <p:cNvSpPr txBox="1"/>
          <p:nvPr/>
        </p:nvSpPr>
        <p:spPr>
          <a:xfrm>
            <a:off x="2514754" y="612000"/>
            <a:ext cx="5981245" cy="180000"/>
          </a:xfrm>
          <a:prstGeom prst="rect">
            <a:avLst/>
          </a:prstGeom>
          <a:noFill/>
        </p:spPr>
        <p:txBody>
          <a:bodyPr wrap="square">
            <a:spAutoFit/>
          </a:bodyPr>
          <a:lstStyle/>
          <a:p>
            <a:r>
              <a:rPr sz="850" b="1">
                <a:solidFill>
                  <a:srgbClr val="404040"/>
                </a:solidFill>
                <a:latin typeface="맑은 고딕"/>
                <a:ea typeface="맑은 고딕"/>
              </a:rPr>
              <a:t>웹 · PC 앱</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ext Placeholder 1"/>
          <p:cNvSpPr>
            <a:spLocks noGrp="1"/>
          </p:cNvSpPr>
          <p:nvPr>
            <p:ph type="body" idx="10" sz="quarter"/>
          </p:nvPr>
        </p:nvSpPr>
        <p:spPr/>
        <p:txBody>
          <a:bodyPr/>
          <a:lstStyle/>
          <a:p>
            <a:r>
              <a:rPr>
                <a:latin typeface="맑은 고딕"/>
                <a:ea typeface="맑은 고딕"/>
              </a:rPr>
              <a:t>D-02 공지 작성</a:t>
            </a:r>
          </a:p>
        </p:txBody>
      </p:sp>
      <p:sp>
        <p:nvSpPr>
          <p:cNvPr id="4" name="Text Placeholder 2"/>
          <p:cNvSpPr>
            <a:spLocks noGrp="1"/>
          </p:cNvSpPr>
          <p:nvPr>
            <p:ph type="body" idx="11" sz="quarter"/>
          </p:nvPr>
        </p:nvSpPr>
        <p:spPr/>
        <p:txBody>
          <a:bodyPr/>
          <a:lstStyle/>
          <a:p>
            <a:r>
              <a:rPr>
                <a:latin typeface="맑은 고딕"/>
                <a:ea typeface="맑은 고딕"/>
              </a:rPr>
              <a:t>D. 공지 · 앱 · PC · 웹</a:t>
            </a:r>
          </a:p>
        </p:txBody>
      </p:sp>
      <p:sp>
        <p:nvSpPr>
          <p:cNvPr id="5" name="TextBox 7">
            <a:extLst>
              <a:ext uri="{FF2B5EF4-FFF2-40B4-BE49-F238E27FC236}">
                <a16:creationId xmlns:a16="http://schemas.microsoft.com/office/drawing/2014/main" id="{DDF58C48-5157-4FFA-B714-C02B198B9885}"/>
              </a:ext>
            </a:extLst>
          </p:cNvPr>
          <p:cNvSpPr txBox="1"/>
          <p:nvPr/>
        </p:nvSpPr>
        <p:spPr>
          <a:xfrm>
            <a:off x="11780252" y="106980"/>
            <a:ext cx="248786" cy="230832"/>
          </a:xfrm>
          <a:prstGeom prst="rect">
            <a:avLst/>
          </a:prstGeom>
          <a:noFill/>
        </p:spPr>
        <p:txBody>
          <a:bodyPr wrap="none" rtlCol="0">
            <a:spAutoFit/>
          </a:bodyPr>
          <a:lstStyle/>
          <a:p>
            <a:r>
              <a:rPr>
                <a:latin typeface="맑은 고딕"/>
                <a:ea typeface="맑은 고딕"/>
              </a:rPr>
              <a:t>33</a:t>
            </a:r>
          </a:p>
        </p:txBody>
      </p:sp>
      <p:graphicFrame>
        <p:nvGraphicFramePr>
          <p:cNvPr id="6" name="표 6">
            <a:extLst>
              <a:ext uri="{FF2B5EF4-FFF2-40B4-BE49-F238E27FC236}">
                <a16:creationId xmlns:a16="http://schemas.microsoft.com/office/drawing/2014/main" id="{EE672C9C-2796-4CD4-B138-FB14ECB9EFA6}"/>
              </a:ext>
            </a:extLst>
          </p:cNvPr>
          <p:cNvGraphicFramePr>
            <a:graphicFrameLocks noGrp="1"/>
          </p:cNvGraphicFramePr>
          <p:nvPr>
            <p:extLst>
              <p:ext uri="{D42A27DB-BD31-4B8C-83A1-F6EECF244321}">
                <p14:modId xmlns:p14="http://schemas.microsoft.com/office/powerpoint/2010/main" val="3163780911"/>
              </p:ext>
            </p:extLst>
          </p:nvPr>
        </p:nvGraphicFramePr>
        <p:xfrm>
          <a:off x="8688288" y="476672"/>
          <a:ext cx="3384376" cy="2736301"/>
        </p:xfrm>
        <a:graphic>
          <a:graphicData uri="http://schemas.openxmlformats.org/drawingml/2006/table">
            <a:tbl>
              <a:tblPr firstRow="1" bandRow="1">
                <a:tableStyleId>{5C22544A-7EE6-4342-B048-85BDC9FD1C3A}</a:tableStyleId>
              </a:tblPr>
              <a:tblGrid>
                <a:gridCol w="403256">
                  <a:extLst>
                    <a:ext uri="{9D8B030D-6E8A-4147-A177-3AD203B41FA5}">
                      <a16:colId xmlns:a16="http://schemas.microsoft.com/office/drawing/2014/main" val="74772085"/>
                    </a:ext>
                  </a:extLst>
                </a:gridCol>
                <a:gridCol w="2981120">
                  <a:extLst>
                    <a:ext uri="{9D8B030D-6E8A-4147-A177-3AD203B41FA5}">
                      <a16:colId xmlns:a16="http://schemas.microsoft.com/office/drawing/2014/main" val="2572474025"/>
                    </a:ext>
                  </a:extLst>
                </a:gridCol>
              </a:tblGrid>
              <a:tr h="258850">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1" dirty="0">
                          <a:solidFill>
                            <a:srgbClr val="4E5263"/>
                          </a:solidFill>
                          <a:latin typeface="+mn-ea"/>
                          <a:ea typeface="+mn-ea"/>
                          <a:sym typeface="맑은 고딕"/>
                        </a:rPr>
                        <a:t>Summery.</a:t>
                      </a:r>
                      <a:endParaRPr lang="en" altLang="ko-KR" sz="900" b="1" dirty="0">
                        <a:solidFill>
                          <a:srgbClr val="4E5263"/>
                        </a:solidFill>
                        <a:latin typeface="+mn-ea"/>
                        <a:ea typeface="+mn-ea"/>
                        <a:sym typeface="맑은 고딕"/>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bg1"/>
                    </a:solidFill>
                  </a:tcPr>
                </a:tc>
                <a:tc hMerge="1">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en" altLang="ko-KR" sz="900" b="1" dirty="0">
                        <a:solidFill>
                          <a:srgbClr val="4E5263"/>
                        </a:solidFill>
                        <a:latin typeface="SF Pro Text" pitchFamily="2" charset="0"/>
                        <a:ea typeface="SF Pro Text" pitchFamily="2" charset="0"/>
                        <a:sym typeface="맑은 고딕"/>
                      </a:endParaRPr>
                    </a:p>
                  </a:txBody>
                  <a:tcPr anchor="ctr">
                    <a:lnL w="3175" cap="flat" cmpd="sng" algn="ctr">
                      <a:solidFill>
                        <a:schemeClr val="tx1">
                          <a:lumMod val="50000"/>
                          <a:lumOff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283880267"/>
                  </a:ext>
                </a:extLst>
              </a:tr>
              <a:tr h="786307">
                <a:tc gridSpan="2">
                  <a:txBody>
                    <a:bodyPr/>
                    <a:lstStyle/>
                    <a:p>
                      <a:pPr marL="108000" marR="0" lvl="0" indent="-108000" algn="just" defTabSz="914400" rtl="0" eaLnBrk="1" fontAlgn="auto" latinLnBrk="1" hangingPunct="1">
                        <a:lnSpc>
                          <a:spcPct val="120000"/>
                        </a:lnSpc>
                        <a:spcBef>
                          <a:spcPts val="0"/>
                        </a:spcBef>
                        <a:spcAft>
                          <a:spcPts val="0"/>
                        </a:spcAft>
                        <a:buClrTx/>
                        <a:buSzTx/>
                        <a:buFont typeface="Arial" panose="020B0604020202020204" pitchFamily="34" charset="0"/>
                        <a:buChar char="•"/>
                        <a:tabLst/>
                        <a:defRPr/>
                      </a:pPr>
                      <a:r>
                        <a:rPr lang="en-US" altLang="ko-KR" sz="800" b="0" dirty="0">
                          <a:solidFill>
                            <a:schemeClr val="tx1"/>
                          </a:solidFill>
                          <a:latin typeface="맑은 고딕"/>
                          <a:ea typeface="맑은 고딕"/>
                          <a:sym typeface="맑은 고딕"/>
                        </a:rPr>
                        <a:t>템플릿을 고르고 빈칸만 채우면 공지가 된다. 임시 저장하기와 발송하기가 따로 있다.</a:t>
                      </a:r>
                    </a:p>
                    <a:p>
                      <a:pPr marL="108000" marR="0" lvl="0" indent="-108000" algn="just" defTabSz="914400" rtl="0" eaLnBrk="1" fontAlgn="auto" latinLnBrk="1" hangingPunct="1">
                        <a:lnSpc>
                          <a:spcPct val="120000"/>
                        </a:lnSpc>
                        <a:spcBef>
                          <a:spcPts val="0"/>
                        </a:spcBef>
                        <a:spcAft>
                          <a:spcPts val="0"/>
                        </a:spcAft>
                        <a:buClrTx/>
                        <a:buSzTx/>
                        <a:buFont typeface="Arial" panose="020B0604020202020204" pitchFamily="34" charset="0"/>
                        <a:buChar char="•"/>
                        <a:tabLst/>
                        <a:defRPr/>
                      </a:pPr>
                      <a:r>
                        <a:rPr lang="en-US" altLang="ko-KR" sz="800" b="0" dirty="0">
                          <a:solidFill>
                            <a:schemeClr val="tx1"/>
                          </a:solidFill>
                          <a:latin typeface="맑은 고딕"/>
                          <a:ea typeface="맑은 고딕"/>
                          <a:sym typeface="맑은 고딕"/>
                        </a:rPr>
                        <a:t>관련 요구사항 FR-01, FR-02, FR-03, FR-25, FR-26</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hMerge="1">
                  <a:txBody>
                    <a:bodyPr/>
                    <a:lstStyle/>
                    <a:p>
                      <a:pPr latinLnBrk="1"/>
                      <a:endParaRPr lang="ko-KR" altLang="en-US"/>
                    </a:p>
                  </a:txBody>
                  <a:tcPr/>
                </a:tc>
                <a:extLst>
                  <a:ext uri="{0D108BD9-81ED-4DB2-BD59-A6C34878D82A}">
                    <a16:rowId xmlns:a16="http://schemas.microsoft.com/office/drawing/2014/main" val="3072083066"/>
                  </a:ext>
                </a:extLst>
              </a:tr>
              <a:tr h="306000">
                <a:tc>
                  <a:txBody>
                    <a:bodyPr/>
                    <a:lstStyle/>
                    <a:p>
                      <a:pPr algn="ctr" latinLnBrk="1">
                        <a:lnSpc>
                          <a:spcPct val="120000"/>
                        </a:lnSpc>
                      </a:pPr>
                      <a:r>
                        <a:rPr lang="en-US" altLang="ko-KR" sz="850" b="0" dirty="0">
                          <a:solidFill>
                            <a:schemeClr val="tx1"/>
                          </a:solidFill>
                          <a:latin typeface="맑은 고딕"/>
                          <a:ea typeface="맑은 고딕"/>
                        </a:rPr>
                        <a:t>1</a:t>
                      </a:r>
                    </a:p>
                  </a:txBody>
                  <a:tcPr anchor="ctr">
                    <a:lnL w="3175" cap="flat" cmpd="sng" algn="ctr">
                      <a:no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a:txBody>
                    <a:bodyPr/>
                    <a:lstStyle/>
                    <a:p>
                      <a:pPr algn="just" latinLnBrk="1">
                        <a:lnSpc>
                          <a:spcPct val="120000"/>
                        </a:lnSpc>
                      </a:pPr>
                      <a:r>
                        <a:rPr sz="800">
                          <a:latin typeface="맑은 고딕"/>
                          <a:ea typeface="맑은 고딕"/>
                        </a:rPr>
                        <a:t>템플릿 고르기. 템플릿을 바꾸면 아래 빈칸이 바뀐다. 자유 공지를 고르면 본문을 직접 쓴다.</a:t>
                      </a:r>
                    </a:p>
                  </a:txBody>
                  <a:tcPr anchor="ctr">
                    <a:lnL w="3175" cap="flat" cmpd="sng" algn="ctr">
                      <a:solidFill>
                        <a:schemeClr val="tx1">
                          <a:lumMod val="50000"/>
                          <a:lumOff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896699591"/>
                  </a:ext>
                </a:extLst>
              </a:tr>
              <a:tr h="306000">
                <a:tc>
                  <a:txBody>
                    <a:bodyPr/>
                    <a:lstStyle/>
                    <a:p>
                      <a:pPr algn="ctr" latinLnBrk="1">
                        <a:lnSpc>
                          <a:spcPct val="120000"/>
                        </a:lnSpc>
                      </a:pPr>
                      <a:r>
                        <a:rPr lang="en-US" altLang="ko-KR" sz="850" b="0" dirty="0">
                          <a:latin typeface="맑은 고딕"/>
                          <a:ea typeface="맑은 고딕"/>
                        </a:rPr>
                        <a:t>2</a:t>
                      </a:r>
                    </a:p>
                  </a:txBody>
                  <a:tcPr anchor="ctr">
                    <a:lnL w="3175" cap="flat" cmpd="sng" algn="ctr">
                      <a:no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just" defTabSz="914400" rtl="0" eaLnBrk="1" fontAlgn="auto" latinLnBrk="1" hangingPunct="1">
                        <a:lnSpc>
                          <a:spcPct val="120000"/>
                        </a:lnSpc>
                        <a:spcBef>
                          <a:spcPts val="0"/>
                        </a:spcBef>
                        <a:spcAft>
                          <a:spcPts val="0"/>
                        </a:spcAft>
                        <a:buClrTx/>
                        <a:buSzTx/>
                        <a:buFontTx/>
                        <a:buNone/>
                        <a:tabLst/>
                        <a:defRPr/>
                      </a:pPr>
                      <a:r>
                        <a:rPr sz="800">
                          <a:latin typeface="맑은 고딕"/>
                          <a:ea typeface="맑은 고딕"/>
                        </a:rPr>
                        <a:t>빈칸 입력. 템플릿의 {빈칸} 마다 칸이 하나. 확정 일정이 있으면 날짜와 시간은 미리 채운다.</a:t>
                      </a:r>
                    </a:p>
                  </a:txBody>
                  <a:tcPr anchor="ctr">
                    <a:lnL w="3175" cap="flat" cmpd="sng" algn="ctr">
                      <a:solidFill>
                        <a:schemeClr val="tx1">
                          <a:lumMod val="50000"/>
                          <a:lumOff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972133637"/>
                  </a:ext>
                </a:extLst>
              </a:tr>
              <a:tr h="396000">
                <a:tc>
                  <a:txBody>
                    <a:bodyPr/>
                    <a:lstStyle/>
                    <a:p>
                      <a:pPr algn="ctr" latinLnBrk="1">
                        <a:lnSpc>
                          <a:spcPct val="120000"/>
                        </a:lnSpc>
                      </a:pPr>
                      <a:r>
                        <a:rPr lang="en-US" altLang="ko-KR" sz="850" b="0" dirty="0">
                          <a:latin typeface="맑은 고딕"/>
                          <a:ea typeface="맑은 고딕"/>
                        </a:rPr>
                        <a:t>3</a:t>
                      </a:r>
                    </a:p>
                  </a:txBody>
                  <a:tcPr anchor="ctr">
                    <a:lnL w="3175" cap="flat" cmpd="sng" algn="ctr">
                      <a:no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a:txBody>
                    <a:bodyPr/>
                    <a:lstStyle/>
                    <a:p>
                      <a:pPr algn="just" latinLnBrk="1">
                        <a:lnSpc>
                          <a:spcPct val="120000"/>
                        </a:lnSpc>
                      </a:pPr>
                      <a:r>
                        <a:rPr sz="800">
                          <a:latin typeface="맑은 고딕"/>
                          <a:ea typeface="맑은 고딕"/>
                        </a:rPr>
                        <a:t>대상 고르기. 팀장은 부팀장·팀원, 서비스 관리자는 특정인, 팀장, 팀장·부팀장, 전체. 대상에 따라 보낼 공지방이 정해진다.</a:t>
                      </a:r>
                    </a:p>
                  </a:txBody>
                  <a:tcPr anchor="ctr">
                    <a:lnL w="3175" cap="flat" cmpd="sng" algn="ctr">
                      <a:solidFill>
                        <a:schemeClr val="tx1">
                          <a:lumMod val="50000"/>
                          <a:lumOff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075783758"/>
                  </a:ext>
                </a:extLst>
              </a:tr>
              <a:tr h="306000">
                <a:tc>
                  <a:txBody>
                    <a:bodyPr/>
                    <a:lstStyle/>
                    <a:p>
                      <a:pPr algn="ctr" latinLnBrk="1">
                        <a:lnSpc>
                          <a:spcPct val="120000"/>
                        </a:lnSpc>
                      </a:pPr>
                      <a:r>
                        <a:rPr lang="en-US" altLang="ko-KR" sz="850" b="0" dirty="0">
                          <a:latin typeface="맑은 고딕"/>
                          <a:ea typeface="맑은 고딕"/>
                        </a:rPr>
                        <a:t>4</a:t>
                      </a:r>
                    </a:p>
                  </a:txBody>
                  <a:tcPr anchor="ctr">
                    <a:lnL w="3175" cap="flat" cmpd="sng" algn="ctr">
                      <a:no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just" defTabSz="914400" rtl="0" eaLnBrk="1" fontAlgn="auto" latinLnBrk="1" hangingPunct="1">
                        <a:lnSpc>
                          <a:spcPct val="120000"/>
                        </a:lnSpc>
                        <a:spcBef>
                          <a:spcPts val="0"/>
                        </a:spcBef>
                        <a:spcAft>
                          <a:spcPts val="0"/>
                        </a:spcAft>
                        <a:buClrTx/>
                        <a:buSzTx/>
                        <a:buFontTx/>
                        <a:buNone/>
                        <a:tabLst/>
                        <a:defRPr/>
                      </a:pPr>
                      <a:r>
                        <a:rPr sz="800">
                          <a:latin typeface="맑은 고딕"/>
                          <a:ea typeface="맑은 고딕"/>
                        </a:rPr>
                        <a:t>미리보기. 디스코드에 올라갈 모양 그대로 보여 준다.</a:t>
                      </a:r>
                    </a:p>
                  </a:txBody>
                  <a:tcPr anchor="ctr">
                    <a:lnL w="3175" cap="flat" cmpd="sng" algn="ctr">
                      <a:solidFill>
                        <a:schemeClr val="tx1">
                          <a:lumMod val="50000"/>
                          <a:lumOff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68123190"/>
                  </a:ext>
                </a:extLst>
              </a:tr>
              <a:tr h="306000">
                <a:tc>
                  <a:txBody>
                    <a:bodyPr/>
                    <a:lstStyle/>
                    <a:p>
                      <a:pPr algn="ctr" latinLnBrk="1">
                        <a:lnSpc>
                          <a:spcPct val="120000"/>
                        </a:lnSpc>
                      </a:pPr>
                      <a:r>
                        <a:rPr lang="en-US" altLang="ko-KR" sz="850" b="0" dirty="0">
                          <a:latin typeface="맑은 고딕"/>
                          <a:ea typeface="맑은 고딕"/>
                        </a:rPr>
                        <a:t>5</a:t>
                      </a:r>
                    </a:p>
                  </a:txBody>
                  <a:tcPr anchor="ctr">
                    <a:lnL w="3175" cap="flat" cmpd="sng" algn="ctr">
                      <a:no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a:txBody>
                    <a:bodyPr/>
                    <a:lstStyle/>
                    <a:p>
                      <a:pPr algn="just" latinLnBrk="1">
                        <a:lnSpc>
                          <a:spcPct val="120000"/>
                        </a:lnSpc>
                      </a:pPr>
                      <a:r>
                        <a:rPr sz="800">
                          <a:latin typeface="맑은 고딕"/>
                          <a:ea typeface="맑은 고딕"/>
                        </a:rPr>
                        <a:t>임시 저장하기. 공지방에는 보내지 않고 목록에 임시저장으로 남긴다.</a:t>
                      </a:r>
                    </a:p>
                  </a:txBody>
                  <a:tcPr anchor="ctr">
                    <a:lnL w="3175" cap="flat" cmpd="sng" algn="ctr">
                      <a:solidFill>
                        <a:schemeClr val="tx1">
                          <a:lumMod val="50000"/>
                          <a:lumOff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494350657"/>
                  </a:ext>
                </a:extLst>
              </a:tr>
              <a:tr h="306000">
                <a:tc>
                  <a:txBody>
                    <a:bodyPr/>
                    <a:lstStyle/>
                    <a:p>
                      <a:pPr algn="ctr" latinLnBrk="1">
                        <a:lnSpc>
                          <a:spcPct val="120000"/>
                        </a:lnSpc>
                      </a:pPr>
                      <a:r>
                        <a:rPr lang="en-US" altLang="ko-KR" sz="850" b="0" dirty="0">
                          <a:latin typeface="맑은 고딕"/>
                          <a:ea typeface="맑은 고딕"/>
                        </a:rPr>
                        <a:t>6</a:t>
                      </a:r>
                    </a:p>
                  </a:txBody>
                  <a:tcPr anchor="ctr">
                    <a:lnL w="3175" cap="flat" cmpd="sng" algn="ctr">
                      <a:no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a:txBody>
                    <a:bodyPr/>
                    <a:lstStyle/>
                    <a:p>
                      <a:pPr algn="just" latinLnBrk="1">
                        <a:lnSpc>
                          <a:spcPct val="120000"/>
                        </a:lnSpc>
                      </a:pPr>
                      <a:r>
                        <a:rPr sz="800">
                          <a:latin typeface="맑은 고딕"/>
                          <a:ea typeface="맑은 고딕"/>
                        </a:rPr>
                        <a:t>발송하기. 확인 팝업 뒤 공지방으로 보낸다. 10초 안에 도착해야 한다. 실패하면 목록에 실패로 남는다.</a:t>
                      </a:r>
                    </a:p>
                  </a:txBody>
                  <a:tcPr anchor="ctr">
                    <a:lnL w="3175" cap="flat" cmpd="sng" algn="ctr">
                      <a:solidFill>
                        <a:schemeClr val="tx1">
                          <a:lumMod val="50000"/>
                          <a:lumOff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839284551"/>
                  </a:ext>
                </a:extLst>
              </a:tr>
            </a:tbl>
          </a:graphicData>
        </a:graphic>
      </p:graphicFrame>
      <p:pic>
        <p:nvPicPr>
          <p:cNvPr id="7" name="Picture 8" descr="D-02_mob.png"/>
          <p:cNvPicPr>
            <a:picLocks noChangeAspect="1"/>
          </p:cNvPicPr>
          <p:nvPr/>
        </p:nvPicPr>
        <p:blipFill>
          <a:blip r:embed="rId2"/>
          <a:stretch>
            <a:fillRect/>
          </a:stretch>
        </p:blipFill>
        <p:spPr>
          <a:xfrm>
            <a:off x="215999" y="828000"/>
            <a:ext cx="2082754" cy="5468566"/>
          </a:xfrm>
          <a:prstGeom prst="rect">
            <a:avLst/>
          </a:prstGeom>
          <a:ln w="6350">
            <a:solidFill>
              <a:srgbClr val="D0D0D0"/>
            </a:solidFill>
          </a:ln>
        </p:spPr>
      </p:pic>
      <p:sp>
        <p:nvSpPr>
          <p:cNvPr id="8" name="TextBox 9"/>
          <p:cNvSpPr txBox="1"/>
          <p:nvPr/>
        </p:nvSpPr>
        <p:spPr>
          <a:xfrm>
            <a:off x="215999" y="612000"/>
            <a:ext cx="2082754" cy="180000"/>
          </a:xfrm>
          <a:prstGeom prst="rect">
            <a:avLst/>
          </a:prstGeom>
          <a:noFill/>
        </p:spPr>
        <p:txBody>
          <a:bodyPr wrap="square">
            <a:spAutoFit/>
          </a:bodyPr>
          <a:lstStyle/>
          <a:p>
            <a:r>
              <a:rPr sz="850" b="1">
                <a:solidFill>
                  <a:srgbClr val="404040"/>
                </a:solidFill>
                <a:latin typeface="맑은 고딕"/>
                <a:ea typeface="맑은 고딕"/>
              </a:rPr>
              <a:t>스마트폰 앱</a:t>
            </a:r>
          </a:p>
        </p:txBody>
      </p:sp>
      <p:pic>
        <p:nvPicPr>
          <p:cNvPr id="9" name="Picture 10" descr="D-02_web.png"/>
          <p:cNvPicPr>
            <a:picLocks noChangeAspect="1"/>
          </p:cNvPicPr>
          <p:nvPr/>
        </p:nvPicPr>
        <p:blipFill>
          <a:blip r:embed="rId3"/>
          <a:stretch>
            <a:fillRect/>
          </a:stretch>
        </p:blipFill>
        <p:spPr>
          <a:xfrm>
            <a:off x="2514754" y="828000"/>
            <a:ext cx="5981245" cy="5169504"/>
          </a:xfrm>
          <a:prstGeom prst="rect">
            <a:avLst/>
          </a:prstGeom>
          <a:ln w="6350">
            <a:solidFill>
              <a:srgbClr val="D0D0D0"/>
            </a:solidFill>
          </a:ln>
        </p:spPr>
      </p:pic>
      <p:sp>
        <p:nvSpPr>
          <p:cNvPr id="10" name="TextBox 11"/>
          <p:cNvSpPr txBox="1"/>
          <p:nvPr/>
        </p:nvSpPr>
        <p:spPr>
          <a:xfrm>
            <a:off x="2514754" y="612000"/>
            <a:ext cx="5981245" cy="180000"/>
          </a:xfrm>
          <a:prstGeom prst="rect">
            <a:avLst/>
          </a:prstGeom>
          <a:noFill/>
        </p:spPr>
        <p:txBody>
          <a:bodyPr wrap="square">
            <a:spAutoFit/>
          </a:bodyPr>
          <a:lstStyle/>
          <a:p>
            <a:r>
              <a:rPr sz="850" b="1">
                <a:solidFill>
                  <a:srgbClr val="404040"/>
                </a:solidFill>
                <a:latin typeface="맑은 고딕"/>
                <a:ea typeface="맑은 고딕"/>
              </a:rPr>
              <a:t>웹 · PC 앱</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ext Placeholder 1"/>
          <p:cNvSpPr>
            <a:spLocks noGrp="1"/>
          </p:cNvSpPr>
          <p:nvPr>
            <p:ph type="body" idx="10" sz="quarter"/>
          </p:nvPr>
        </p:nvSpPr>
        <p:spPr/>
        <p:txBody>
          <a:bodyPr/>
          <a:lstStyle/>
          <a:p>
            <a:r>
              <a:rPr>
                <a:latin typeface="맑은 고딕"/>
                <a:ea typeface="맑은 고딕"/>
              </a:rPr>
              <a:t>R-01 디스코드 공지방</a:t>
            </a:r>
          </a:p>
        </p:txBody>
      </p:sp>
      <p:sp>
        <p:nvSpPr>
          <p:cNvPr id="4" name="Text Placeholder 2"/>
          <p:cNvSpPr>
            <a:spLocks noGrp="1"/>
          </p:cNvSpPr>
          <p:nvPr>
            <p:ph type="body" idx="11" sz="quarter"/>
          </p:nvPr>
        </p:nvSpPr>
        <p:spPr/>
        <p:txBody>
          <a:bodyPr/>
          <a:lstStyle/>
          <a:p>
            <a:r>
              <a:rPr>
                <a:latin typeface="맑은 고딕"/>
                <a:ea typeface="맑은 고딕"/>
              </a:rPr>
              <a:t>R. 참고 화면 · 디스코드</a:t>
            </a:r>
          </a:p>
        </p:txBody>
      </p:sp>
      <p:sp>
        <p:nvSpPr>
          <p:cNvPr id="5" name="TextBox 7">
            <a:extLst>
              <a:ext uri="{FF2B5EF4-FFF2-40B4-BE49-F238E27FC236}">
                <a16:creationId xmlns:a16="http://schemas.microsoft.com/office/drawing/2014/main" id="{DDF58C48-5157-4FFA-B714-C02B198B9885}"/>
              </a:ext>
            </a:extLst>
          </p:cNvPr>
          <p:cNvSpPr txBox="1"/>
          <p:nvPr/>
        </p:nvSpPr>
        <p:spPr>
          <a:xfrm>
            <a:off x="11780252" y="106980"/>
            <a:ext cx="248786" cy="230832"/>
          </a:xfrm>
          <a:prstGeom prst="rect">
            <a:avLst/>
          </a:prstGeom>
          <a:noFill/>
        </p:spPr>
        <p:txBody>
          <a:bodyPr wrap="none" rtlCol="0">
            <a:spAutoFit/>
          </a:bodyPr>
          <a:lstStyle/>
          <a:p>
            <a:r>
              <a:rPr>
                <a:latin typeface="맑은 고딕"/>
                <a:ea typeface="맑은 고딕"/>
              </a:rPr>
              <a:t>48</a:t>
            </a:r>
          </a:p>
        </p:txBody>
      </p:sp>
      <p:graphicFrame>
        <p:nvGraphicFramePr>
          <p:cNvPr id="6" name="표 6">
            <a:extLst>
              <a:ext uri="{FF2B5EF4-FFF2-40B4-BE49-F238E27FC236}">
                <a16:creationId xmlns:a16="http://schemas.microsoft.com/office/drawing/2014/main" id="{EE672C9C-2796-4CD4-B138-FB14ECB9EFA6}"/>
              </a:ext>
            </a:extLst>
          </p:cNvPr>
          <p:cNvGraphicFramePr>
            <a:graphicFrameLocks noGrp="1"/>
          </p:cNvGraphicFramePr>
          <p:nvPr>
            <p:extLst>
              <p:ext uri="{D42A27DB-BD31-4B8C-83A1-F6EECF244321}">
                <p14:modId xmlns:p14="http://schemas.microsoft.com/office/powerpoint/2010/main" val="3163780911"/>
              </p:ext>
            </p:extLst>
          </p:nvPr>
        </p:nvGraphicFramePr>
        <p:xfrm>
          <a:off x="8688288" y="476672"/>
          <a:ext cx="3384376" cy="2736301"/>
        </p:xfrm>
        <a:graphic>
          <a:graphicData uri="http://schemas.openxmlformats.org/drawingml/2006/table">
            <a:tbl>
              <a:tblPr firstRow="1" bandRow="1">
                <a:tableStyleId>{5C22544A-7EE6-4342-B048-85BDC9FD1C3A}</a:tableStyleId>
              </a:tblPr>
              <a:tblGrid>
                <a:gridCol w="403256">
                  <a:extLst>
                    <a:ext uri="{9D8B030D-6E8A-4147-A177-3AD203B41FA5}">
                      <a16:colId xmlns:a16="http://schemas.microsoft.com/office/drawing/2014/main" val="74772085"/>
                    </a:ext>
                  </a:extLst>
                </a:gridCol>
                <a:gridCol w="2981120">
                  <a:extLst>
                    <a:ext uri="{9D8B030D-6E8A-4147-A177-3AD203B41FA5}">
                      <a16:colId xmlns:a16="http://schemas.microsoft.com/office/drawing/2014/main" val="2572474025"/>
                    </a:ext>
                  </a:extLst>
                </a:gridCol>
              </a:tblGrid>
              <a:tr h="258850">
                <a:tc gridSpan="2">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b="1" dirty="0">
                          <a:solidFill>
                            <a:srgbClr val="4E5263"/>
                          </a:solidFill>
                          <a:latin typeface="+mn-ea"/>
                          <a:ea typeface="+mn-ea"/>
                          <a:sym typeface="맑은 고딕"/>
                        </a:rPr>
                        <a:t>Summery.</a:t>
                      </a:r>
                      <a:endParaRPr lang="en" altLang="ko-KR" sz="900" b="1" dirty="0">
                        <a:solidFill>
                          <a:srgbClr val="4E5263"/>
                        </a:solidFill>
                        <a:latin typeface="+mn-ea"/>
                        <a:ea typeface="+mn-ea"/>
                        <a:sym typeface="맑은 고딕"/>
                      </a:endParaRP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bg1"/>
                    </a:solidFill>
                  </a:tcPr>
                </a:tc>
                <a:tc hMerge="1">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en" altLang="ko-KR" sz="900" b="1" dirty="0">
                        <a:solidFill>
                          <a:srgbClr val="4E5263"/>
                        </a:solidFill>
                        <a:latin typeface="SF Pro Text" pitchFamily="2" charset="0"/>
                        <a:ea typeface="SF Pro Text" pitchFamily="2" charset="0"/>
                        <a:sym typeface="맑은 고딕"/>
                      </a:endParaRPr>
                    </a:p>
                  </a:txBody>
                  <a:tcPr anchor="ctr">
                    <a:lnL w="3175" cap="flat" cmpd="sng" algn="ctr">
                      <a:solidFill>
                        <a:schemeClr val="tx1">
                          <a:lumMod val="50000"/>
                          <a:lumOff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283880267"/>
                  </a:ext>
                </a:extLst>
              </a:tr>
              <a:tr h="786307">
                <a:tc gridSpan="2">
                  <a:txBody>
                    <a:bodyPr/>
                    <a:lstStyle/>
                    <a:p>
                      <a:pPr marL="108000" marR="0" lvl="0" indent="-108000" algn="just" defTabSz="914400" rtl="0" eaLnBrk="1" fontAlgn="auto" latinLnBrk="1" hangingPunct="1">
                        <a:lnSpc>
                          <a:spcPct val="120000"/>
                        </a:lnSpc>
                        <a:spcBef>
                          <a:spcPts val="0"/>
                        </a:spcBef>
                        <a:spcAft>
                          <a:spcPts val="0"/>
                        </a:spcAft>
                        <a:buClrTx/>
                        <a:buSzTx/>
                        <a:buFont typeface="Arial" panose="020B0604020202020204" pitchFamily="34" charset="0"/>
                        <a:buChar char="•"/>
                        <a:tabLst/>
                        <a:defRPr/>
                      </a:pPr>
                      <a:r>
                        <a:rPr lang="en-US" altLang="ko-KR" sz="800" b="0" dirty="0">
                          <a:solidFill>
                            <a:schemeClr val="tx1"/>
                          </a:solidFill>
                          <a:latin typeface="맑은 고딕"/>
                          <a:ea typeface="맑은 고딕"/>
                          <a:sym typeface="맑은 고딕"/>
                        </a:rPr>
                        <a:t>앱이 보낸 공지가 디스코드에서 어떻게 보이는지. 앱 밖의 결과라 데모에는 옆 패널로만 있다.</a:t>
                      </a:r>
                    </a:p>
                    <a:p>
                      <a:pPr marL="108000" marR="0" lvl="0" indent="-108000" algn="just" defTabSz="914400" rtl="0" eaLnBrk="1" fontAlgn="auto" latinLnBrk="1" hangingPunct="1">
                        <a:lnSpc>
                          <a:spcPct val="120000"/>
                        </a:lnSpc>
                        <a:spcBef>
                          <a:spcPts val="0"/>
                        </a:spcBef>
                        <a:spcAft>
                          <a:spcPts val="0"/>
                        </a:spcAft>
                        <a:buClrTx/>
                        <a:buSzTx/>
                        <a:buFont typeface="Arial" panose="020B0604020202020204" pitchFamily="34" charset="0"/>
                        <a:buChar char="•"/>
                        <a:tabLst/>
                        <a:defRPr/>
                      </a:pPr>
                      <a:r>
                        <a:rPr lang="en-US" altLang="ko-KR" sz="800" b="0" dirty="0">
                          <a:solidFill>
                            <a:schemeClr val="tx1"/>
                          </a:solidFill>
                          <a:latin typeface="맑은 고딕"/>
                          <a:ea typeface="맑은 고딕"/>
                          <a:sym typeface="맑은 고딕"/>
                        </a:rPr>
                        <a:t>관련 요구사항 FR-03, FR-13, FR-26</a:t>
                      </a:r>
                    </a:p>
                  </a:txBody>
                  <a:tcPr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hMerge="1">
                  <a:txBody>
                    <a:bodyPr/>
                    <a:lstStyle/>
                    <a:p>
                      <a:pPr latinLnBrk="1"/>
                      <a:endParaRPr lang="ko-KR" altLang="en-US"/>
                    </a:p>
                  </a:txBody>
                  <a:tcPr/>
                </a:tc>
                <a:extLst>
                  <a:ext uri="{0D108BD9-81ED-4DB2-BD59-A6C34878D82A}">
                    <a16:rowId xmlns:a16="http://schemas.microsoft.com/office/drawing/2014/main" val="3072083066"/>
                  </a:ext>
                </a:extLst>
              </a:tr>
              <a:tr h="306000">
                <a:tc>
                  <a:txBody>
                    <a:bodyPr/>
                    <a:lstStyle/>
                    <a:p>
                      <a:pPr algn="ctr" latinLnBrk="1">
                        <a:lnSpc>
                          <a:spcPct val="120000"/>
                        </a:lnSpc>
                      </a:pPr>
                      <a:r>
                        <a:rPr lang="en-US" altLang="ko-KR" sz="850" b="0" dirty="0">
                          <a:solidFill>
                            <a:schemeClr val="tx1"/>
                          </a:solidFill>
                          <a:latin typeface="맑은 고딕"/>
                          <a:ea typeface="맑은 고딕"/>
                        </a:rPr>
                        <a:t>1</a:t>
                      </a:r>
                    </a:p>
                  </a:txBody>
                  <a:tcPr anchor="ctr">
                    <a:lnL w="3175" cap="flat" cmpd="sng" algn="ctr">
                      <a:no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a:txBody>
                    <a:bodyPr/>
                    <a:lstStyle/>
                    <a:p>
                      <a:pPr algn="just" latinLnBrk="1">
                        <a:lnSpc>
                          <a:spcPct val="120000"/>
                        </a:lnSpc>
                      </a:pPr>
                      <a:r>
                        <a:rPr sz="800">
                          <a:latin typeface="맑은 고딕"/>
                          <a:ea typeface="맑은 고딕"/>
                        </a:rPr>
                        <a:t>채널 이름. 팀 공지방.</a:t>
                      </a:r>
                    </a:p>
                  </a:txBody>
                  <a:tcPr anchor="ctr">
                    <a:lnL w="3175" cap="flat" cmpd="sng" algn="ctr">
                      <a:solidFill>
                        <a:schemeClr val="tx1">
                          <a:lumMod val="50000"/>
                          <a:lumOff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896699591"/>
                  </a:ext>
                </a:extLst>
              </a:tr>
              <a:tr h="306000">
                <a:tc>
                  <a:txBody>
                    <a:bodyPr/>
                    <a:lstStyle/>
                    <a:p>
                      <a:pPr algn="ctr" latinLnBrk="1">
                        <a:lnSpc>
                          <a:spcPct val="120000"/>
                        </a:lnSpc>
                      </a:pPr>
                      <a:r>
                        <a:rPr lang="en-US" altLang="ko-KR" sz="850" b="0" dirty="0">
                          <a:latin typeface="맑은 고딕"/>
                          <a:ea typeface="맑은 고딕"/>
                        </a:rPr>
                        <a:t>2</a:t>
                      </a:r>
                    </a:p>
                  </a:txBody>
                  <a:tcPr anchor="ctr">
                    <a:lnL w="3175" cap="flat" cmpd="sng" algn="ctr">
                      <a:no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just" defTabSz="914400" rtl="0" eaLnBrk="1" fontAlgn="auto" latinLnBrk="1" hangingPunct="1">
                        <a:lnSpc>
                          <a:spcPct val="120000"/>
                        </a:lnSpc>
                        <a:spcBef>
                          <a:spcPts val="0"/>
                        </a:spcBef>
                        <a:spcAft>
                          <a:spcPts val="0"/>
                        </a:spcAft>
                        <a:buClrTx/>
                        <a:buSzTx/>
                        <a:buFontTx/>
                        <a:buNone/>
                        <a:tabLst/>
                        <a:defRPr/>
                      </a:pPr>
                      <a:r>
                        <a:rPr sz="800">
                          <a:latin typeface="맑은 고딕"/>
                          <a:ea typeface="맑은 고딕"/>
                        </a:rPr>
                        <a:t>확정 일정 자동 공지. 날짜, 시간, 투표 결과를 임베드로 보낸다.</a:t>
                      </a:r>
                    </a:p>
                  </a:txBody>
                  <a:tcPr anchor="ctr">
                    <a:lnL w="3175" cap="flat" cmpd="sng" algn="ctr">
                      <a:solidFill>
                        <a:schemeClr val="tx1">
                          <a:lumMod val="50000"/>
                          <a:lumOff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972133637"/>
                  </a:ext>
                </a:extLst>
              </a:tr>
              <a:tr h="306000">
                <a:tc>
                  <a:txBody>
                    <a:bodyPr/>
                    <a:lstStyle/>
                    <a:p>
                      <a:pPr algn="ctr" latinLnBrk="1">
                        <a:lnSpc>
                          <a:spcPct val="120000"/>
                        </a:lnSpc>
                      </a:pPr>
                      <a:r>
                        <a:rPr lang="en-US" altLang="ko-KR" sz="850" b="0" dirty="0">
                          <a:latin typeface="맑은 고딕"/>
                          <a:ea typeface="맑은 고딕"/>
                        </a:rPr>
                        <a:t>3</a:t>
                      </a:r>
                    </a:p>
                  </a:txBody>
                  <a:tcPr anchor="ctr">
                    <a:lnL w="3175" cap="flat" cmpd="sng" algn="ctr">
                      <a:no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a:txBody>
                    <a:bodyPr/>
                    <a:lstStyle/>
                    <a:p>
                      <a:pPr algn="just" latinLnBrk="1">
                        <a:lnSpc>
                          <a:spcPct val="120000"/>
                        </a:lnSpc>
                      </a:pPr>
                      <a:r>
                        <a:rPr sz="800">
                          <a:latin typeface="맑은 고딕"/>
                          <a:ea typeface="맑은 고딕"/>
                        </a:rPr>
                        <a:t>템플릿 공지. 템플릿 이름이 제목이 되고 빈칸을 채운 본문이 들어간다.</a:t>
                      </a:r>
                    </a:p>
                  </a:txBody>
                  <a:tcPr anchor="ctr">
                    <a:lnL w="3175" cap="flat" cmpd="sng" algn="ctr">
                      <a:solidFill>
                        <a:schemeClr val="tx1">
                          <a:lumMod val="50000"/>
                          <a:lumOff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075783758"/>
                  </a:ext>
                </a:extLst>
              </a:tr>
              <a:tr h="306000">
                <a:tc>
                  <a:txBody>
                    <a:bodyPr/>
                    <a:lstStyle/>
                    <a:p>
                      <a:pPr algn="ctr" latinLnBrk="1">
                        <a:lnSpc>
                          <a:spcPct val="120000"/>
                        </a:lnSpc>
                      </a:pPr>
                      <a:r>
                        <a:rPr lang="en-US" altLang="ko-KR" sz="850" b="0" dirty="0">
                          <a:latin typeface="맑은 고딕"/>
                          <a:ea typeface="맑은 고딕"/>
                        </a:rPr>
                        <a:t>4</a:t>
                      </a:r>
                    </a:p>
                  </a:txBody>
                  <a:tcPr anchor="ctr">
                    <a:lnL w="3175" cap="flat" cmpd="sng" algn="ctr">
                      <a:no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just" defTabSz="914400" rtl="0" eaLnBrk="1" fontAlgn="auto" latinLnBrk="1" hangingPunct="1">
                        <a:lnSpc>
                          <a:spcPct val="120000"/>
                        </a:lnSpc>
                        <a:spcBef>
                          <a:spcPts val="0"/>
                        </a:spcBef>
                        <a:spcAft>
                          <a:spcPts val="0"/>
                        </a:spcAft>
                        <a:buClrTx/>
                        <a:buSzTx/>
                        <a:buFontTx/>
                        <a:buNone/>
                        <a:tabLst/>
                        <a:defRPr/>
                      </a:pPr>
                      <a:r>
                        <a:rPr sz="800">
                          <a:latin typeface="맑은 고딕"/>
                          <a:ea typeface="맑은 고딕"/>
                        </a:rPr>
                        <a:t>일정 변경 공지. 이전 확정을 취소했다는 것과 다시 투표하라는 안내.</a:t>
                      </a:r>
                    </a:p>
                  </a:txBody>
                  <a:tcPr anchor="ctr">
                    <a:lnL w="3175" cap="flat" cmpd="sng" algn="ctr">
                      <a:solidFill>
                        <a:schemeClr val="tx1">
                          <a:lumMod val="50000"/>
                          <a:lumOff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68123190"/>
                  </a:ext>
                </a:extLst>
              </a:tr>
              <a:tr h="306000">
                <a:tc>
                  <a:txBody>
                    <a:bodyPr/>
                    <a:lstStyle/>
                    <a:p>
                      <a:pPr algn="ctr" latinLnBrk="1">
                        <a:lnSpc>
                          <a:spcPct val="120000"/>
                        </a:lnSpc>
                      </a:pPr>
                      <a:r>
                        <a:rPr lang="en-US" altLang="ko-KR" sz="850" b="0" dirty="0">
                          <a:latin typeface="맑은 고딕"/>
                          <a:ea typeface="맑은 고딕"/>
                        </a:rPr>
                        <a:t>5</a:t>
                      </a:r>
                    </a:p>
                  </a:txBody>
                  <a:tcPr anchor="ctr">
                    <a:lnL w="3175" cap="flat" cmpd="sng" algn="ctr">
                      <a:noFill/>
                      <a:prstDash val="solid"/>
                      <a:round/>
                      <a:headEnd type="none" w="med" len="med"/>
                      <a:tailEnd type="none" w="med" len="med"/>
                    </a:lnL>
                    <a:lnR w="3175" cap="flat" cmpd="sng" algn="ctr">
                      <a:solidFill>
                        <a:schemeClr val="tx1">
                          <a:lumMod val="50000"/>
                          <a:lumOff val="50000"/>
                        </a:schemeClr>
                      </a:solid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tc>
                  <a:txBody>
                    <a:bodyPr/>
                    <a:lstStyle/>
                    <a:p>
                      <a:pPr algn="just" latinLnBrk="1">
                        <a:lnSpc>
                          <a:spcPct val="120000"/>
                        </a:lnSpc>
                      </a:pPr>
                      <a:r>
                        <a:rPr sz="800">
                          <a:latin typeface="맑은 고딕"/>
                          <a:ea typeface="맑은 고딕"/>
                        </a:rPr>
                        <a:t>보낸 곳 표시. 앱 이름으로 올라간다. 웹훅 방식이면 봇 표시가 붙는다.</a:t>
                      </a:r>
                    </a:p>
                  </a:txBody>
                  <a:tcPr anchor="ctr">
                    <a:lnL w="3175" cap="flat" cmpd="sng" algn="ctr">
                      <a:solidFill>
                        <a:schemeClr val="tx1">
                          <a:lumMod val="50000"/>
                          <a:lumOff val="50000"/>
                        </a:schemeClr>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494350657"/>
                  </a:ext>
                </a:extLst>
              </a:tr>
            </a:tbl>
          </a:graphicData>
        </a:graphic>
      </p:graphicFrame>
      <p:pic>
        <p:nvPicPr>
          <p:cNvPr id="7" name="Picture 8" descr="R-01_x.png"/>
          <p:cNvPicPr>
            <a:picLocks noChangeAspect="1"/>
          </p:cNvPicPr>
          <p:nvPr/>
        </p:nvPicPr>
        <p:blipFill>
          <a:blip r:embed="rId2"/>
          <a:stretch>
            <a:fillRect/>
          </a:stretch>
        </p:blipFill>
        <p:spPr>
          <a:xfrm>
            <a:off x="216000" y="612000"/>
            <a:ext cx="8280000" cy="5516443"/>
          </a:xfrm>
          <a:prstGeom prst="rect">
            <a:avLst/>
          </a:prstGeom>
          <a:ln w="6350">
            <a:solidFill>
              <a:srgbClr val="D0D0D0"/>
            </a:solidFill>
          </a:ln>
        </p:spPr>
      </p:pic>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Black Tie</Template>
  <TotalTime>3223</TotalTime>
  <Words>296</Words>
  <Application>Microsoft Office PowerPoint</Application>
  <PresentationFormat>와이드스크린</PresentationFormat>
  <Paragraphs>168</Paragraphs>
  <Slides>7</Slides>
  <Notes>0</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7</vt:i4>
      </vt:variant>
    </vt:vector>
  </HeadingPairs>
  <TitlesOfParts>
    <vt:vector size="12" baseType="lpstr">
      <vt:lpstr>SF Pro Text Medium</vt:lpstr>
      <vt:lpstr>SF Pro Text Regular</vt:lpstr>
      <vt:lpstr>맑은 고딕</vt:lpstr>
      <vt:lpstr>Arial</vt:lpstr>
      <vt:lpstr>Office 테마</vt:lpstr>
      <vt:lpstr>화면설계서 양식</vt:lpstr>
      <vt:lpstr>History</vt:lpstr>
      <vt:lpstr>서비스 개요</vt:lpstr>
      <vt:lpstr>User flow</vt:lpstr>
      <vt:lpstr>Logic process</vt:lpstr>
      <vt:lpstr>PowerPoint 프레젠테이션</vt:lpstr>
      <vt:lpstr>PowerPoint 프레젠테이션</vt:lpstr>
    </vt:vector>
  </TitlesOfParts>
  <LinksUpToDate>false</LinksUpToDate>
  <SharedDoc>false</SharedDoc>
  <HyperlinkBase>http://www.yamestyle.com</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화면설계서 양식_v1.0</dc:title>
  <dc:creator/>
  <cp:keywords>야메군</cp:keywords>
  <dc:description>본 문서는 공개 배포용으로 작성된 양식으로 저작권 없이 마음껏 사용하실 수 있습니다.</dc:description>
  <cp:lastModifiedBy/>
  <cp:revision>101</cp:revision>
  <cp:lastPrinted>2019-05-29T05:54:36Z</cp:lastPrinted>
  <dcterms:created xsi:type="dcterms:W3CDTF">2019-03-11T07:43:12Z</dcterms:created>
  <dcterms:modified xsi:type="dcterms:W3CDTF">2019-12-28T09:23:21Z</dcterms:modified>
</cp:coreProperties>
</file>