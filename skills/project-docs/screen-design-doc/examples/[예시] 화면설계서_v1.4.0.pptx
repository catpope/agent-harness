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
  </p:notesMasterIdLst>
  <p:handoutMasterIdLst>
    <p:handoutMasterId r:id="rId10"/>
  </p:handoutMasterIdLst>
  <p:sldIdLst>
    <p:sldId id="256" r:id="rId2"/>
    <p:sldId id="265" r:id="rId3"/>
    <p:sldId id="276" r:id="rId4"/>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 id="322" r:id="rId62"/>
    <p:sldId id="323" r:id="rId63"/>
    <p:sldId id="324" r:id="rId64"/>
    <p:sldId id="325" r:id="rId65"/>
    <p:sldId id="326" r:id="rId66"/>
  </p:sldIdLst>
  <p:sldSz cx="12192000" cy="6858000"/>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ocument Title." id="{B68C2B71-D818-4E74-B3D0-24D0F8C917E3}">
          <p14:sldIdLst>
            <p14:sldId id="256"/>
          </p14:sldIdLst>
        </p14:section>
        <p14:section name="document History." id="{FF903505-45CE-4FDE-900C-B7F30543DFE6}">
          <p14:sldIdLst>
            <p14:sldId id="265"/>
            <p14:sldId id="276"/>
            <p14:sldId id="275"/>
            <p14:sldId id="277"/>
            <p14:sldId id="273"/>
            <p14:sldId id="2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njoyworks" initials="e" lastIdx="1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F2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92A87C-AAB4-4837-A6B3-D4D781BEB7A7}" v="33" dt="2019-12-28T09:22:40.226"/>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2384" autoAdjust="0"/>
  </p:normalViewPr>
  <p:slideViewPr>
    <p:cSldViewPr>
      <p:cViewPr varScale="1">
        <p:scale>
          <a:sx n="119" d="100"/>
          <a:sy n="119" d="100"/>
        </p:scale>
        <p:origin x="432" y="10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92" d="100"/>
          <a:sy n="92" d="100"/>
        </p:scale>
        <p:origin x="-3732" y="-9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commentAuthors" Target="commentAuthors.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OI JUNHO" userId="2ed797a4709b55ca" providerId="LiveId" clId="{5B745F2D-BA38-4651-B32E-4E733F00C45C}"/>
    <pc:docChg chg="undo custSel addSld delSld modSld modSection">
      <pc:chgData name="CHOI JUNHO" userId="2ed797a4709b55ca" providerId="LiveId" clId="{5B745F2D-BA38-4651-B32E-4E733F00C45C}" dt="2019-10-28T05:35:24.932" v="113" actId="47"/>
      <pc:docMkLst>
        <pc:docMk/>
      </pc:docMkLst>
      <pc:sldChg chg="modSp">
        <pc:chgData name="CHOI JUNHO" userId="2ed797a4709b55ca" providerId="LiveId" clId="{5B745F2D-BA38-4651-B32E-4E733F00C45C}" dt="2019-10-28T05:31:54.468" v="26"/>
        <pc:sldMkLst>
          <pc:docMk/>
          <pc:sldMk cId="2612761801" sldId="256"/>
        </pc:sldMkLst>
        <pc:spChg chg="mod">
          <ac:chgData name="CHOI JUNHO" userId="2ed797a4709b55ca" providerId="LiveId" clId="{5B745F2D-BA38-4651-B32E-4E733F00C45C}" dt="2019-10-28T05:31:54.468" v="26"/>
          <ac:spMkLst>
            <pc:docMk/>
            <pc:sldMk cId="2612761801" sldId="256"/>
            <ac:spMk id="2" creationId="{00000000-0000-0000-0000-000000000000}"/>
          </ac:spMkLst>
        </pc:spChg>
      </pc:sldChg>
      <pc:sldChg chg="modSp">
        <pc:chgData name="CHOI JUNHO" userId="2ed797a4709b55ca" providerId="LiveId" clId="{5B745F2D-BA38-4651-B32E-4E733F00C45C}" dt="2019-10-28T05:32:00.304" v="28" actId="20577"/>
        <pc:sldMkLst>
          <pc:docMk/>
          <pc:sldMk cId="1580783546" sldId="265"/>
        </pc:sldMkLst>
        <pc:graphicFrameChg chg="modGraphic">
          <ac:chgData name="CHOI JUNHO" userId="2ed797a4709b55ca" providerId="LiveId" clId="{5B745F2D-BA38-4651-B32E-4E733F00C45C}" dt="2019-10-28T05:32:00.304" v="28" actId="20577"/>
          <ac:graphicFrameMkLst>
            <pc:docMk/>
            <pc:sldMk cId="1580783546" sldId="265"/>
            <ac:graphicFrameMk id="3" creationId="{00000000-0000-0000-0000-000000000000}"/>
          </ac:graphicFrameMkLst>
        </pc:graphicFrameChg>
      </pc:sldChg>
      <pc:sldChg chg="add del">
        <pc:chgData name="CHOI JUNHO" userId="2ed797a4709b55ca" providerId="LiveId" clId="{5B745F2D-BA38-4651-B32E-4E733F00C45C}" dt="2019-10-28T05:35:24.932" v="113" actId="47"/>
        <pc:sldMkLst>
          <pc:docMk/>
          <pc:sldMk cId="3701024981" sldId="269"/>
        </pc:sldMkLst>
      </pc:sldChg>
      <pc:sldChg chg="del">
        <pc:chgData name="CHOI JUNHO" userId="2ed797a4709b55ca" providerId="LiveId" clId="{5B745F2D-BA38-4651-B32E-4E733F00C45C}" dt="2019-10-28T05:35:24.932" v="113" actId="47"/>
        <pc:sldMkLst>
          <pc:docMk/>
          <pc:sldMk cId="1665297153" sldId="270"/>
        </pc:sldMkLst>
      </pc:sldChg>
      <pc:sldChg chg="del">
        <pc:chgData name="CHOI JUNHO" userId="2ed797a4709b55ca" providerId="LiveId" clId="{5B745F2D-BA38-4651-B32E-4E733F00C45C}" dt="2019-10-28T05:35:24.932" v="113" actId="47"/>
        <pc:sldMkLst>
          <pc:docMk/>
          <pc:sldMk cId="3762929551" sldId="271"/>
        </pc:sldMkLst>
      </pc:sldChg>
      <pc:sldChg chg="del">
        <pc:chgData name="CHOI JUNHO" userId="2ed797a4709b55ca" providerId="LiveId" clId="{5B745F2D-BA38-4651-B32E-4E733F00C45C}" dt="2019-10-28T05:35:24.932" v="113" actId="47"/>
        <pc:sldMkLst>
          <pc:docMk/>
          <pc:sldMk cId="1819313943" sldId="272"/>
        </pc:sldMkLst>
      </pc:sldChg>
      <pc:sldChg chg="addSp delSp modSp add">
        <pc:chgData name="CHOI JUNHO" userId="2ed797a4709b55ca" providerId="LiveId" clId="{5B745F2D-BA38-4651-B32E-4E733F00C45C}" dt="2019-10-28T05:32:14.218" v="30"/>
        <pc:sldMkLst>
          <pc:docMk/>
          <pc:sldMk cId="2611690818" sldId="273"/>
        </pc:sldMkLst>
        <pc:spChg chg="del">
          <ac:chgData name="CHOI JUNHO" userId="2ed797a4709b55ca" providerId="LiveId" clId="{5B745F2D-BA38-4651-B32E-4E733F00C45C}" dt="2019-10-28T05:32:14.218" v="30"/>
          <ac:spMkLst>
            <pc:docMk/>
            <pc:sldMk cId="2611690818" sldId="273"/>
            <ac:spMk id="2" creationId="{1F44A32E-7DE1-4597-97C7-D51D77B4B919}"/>
          </ac:spMkLst>
        </pc:spChg>
        <pc:spChg chg="add mod">
          <ac:chgData name="CHOI JUNHO" userId="2ed797a4709b55ca" providerId="LiveId" clId="{5B745F2D-BA38-4651-B32E-4E733F00C45C}" dt="2019-10-28T05:32:14.218" v="30"/>
          <ac:spMkLst>
            <pc:docMk/>
            <pc:sldMk cId="2611690818" sldId="273"/>
            <ac:spMk id="3" creationId="{683ED0D4-343F-4AC4-936C-4771ADDE3DEC}"/>
          </ac:spMkLst>
        </pc:spChg>
        <pc:spChg chg="add mod">
          <ac:chgData name="CHOI JUNHO" userId="2ed797a4709b55ca" providerId="LiveId" clId="{5B745F2D-BA38-4651-B32E-4E733F00C45C}" dt="2019-10-28T05:32:14.218" v="30"/>
          <ac:spMkLst>
            <pc:docMk/>
            <pc:sldMk cId="2611690818" sldId="273"/>
            <ac:spMk id="4" creationId="{566248F4-75FF-4781-B7FF-A6FE901E2D68}"/>
          </ac:spMkLst>
        </pc:spChg>
      </pc:sldChg>
      <pc:sldChg chg="addSp delSp modSp add">
        <pc:chgData name="CHOI JUNHO" userId="2ed797a4709b55ca" providerId="LiveId" clId="{5B745F2D-BA38-4651-B32E-4E733F00C45C}" dt="2019-10-28T05:33:58.322" v="69" actId="20577"/>
        <pc:sldMkLst>
          <pc:docMk/>
          <pc:sldMk cId="3759879480" sldId="274"/>
        </pc:sldMkLst>
        <pc:spChg chg="del">
          <ac:chgData name="CHOI JUNHO" userId="2ed797a4709b55ca" providerId="LiveId" clId="{5B745F2D-BA38-4651-B32E-4E733F00C45C}" dt="2019-10-28T05:32:19.407" v="32"/>
          <ac:spMkLst>
            <pc:docMk/>
            <pc:sldMk cId="3759879480" sldId="274"/>
            <ac:spMk id="2" creationId="{C4ED3712-2DC9-40C5-8E00-41249F7E522D}"/>
          </ac:spMkLst>
        </pc:spChg>
        <pc:spChg chg="del">
          <ac:chgData name="CHOI JUNHO" userId="2ed797a4709b55ca" providerId="LiveId" clId="{5B745F2D-BA38-4651-B32E-4E733F00C45C}" dt="2019-10-28T05:32:19.407" v="32"/>
          <ac:spMkLst>
            <pc:docMk/>
            <pc:sldMk cId="3759879480" sldId="274"/>
            <ac:spMk id="3" creationId="{B70C63A2-603E-49D4-A0E9-470EDB93C49A}"/>
          </ac:spMkLst>
        </pc:spChg>
        <pc:spChg chg="add mod">
          <ac:chgData name="CHOI JUNHO" userId="2ed797a4709b55ca" providerId="LiveId" clId="{5B745F2D-BA38-4651-B32E-4E733F00C45C}" dt="2019-10-28T05:32:19.407" v="32"/>
          <ac:spMkLst>
            <pc:docMk/>
            <pc:sldMk cId="3759879480" sldId="274"/>
            <ac:spMk id="4" creationId="{32E285E0-25D1-4806-B9DF-3590BD92D435}"/>
          </ac:spMkLst>
        </pc:spChg>
        <pc:spChg chg="add mod">
          <ac:chgData name="CHOI JUNHO" userId="2ed797a4709b55ca" providerId="LiveId" clId="{5B745F2D-BA38-4651-B32E-4E733F00C45C}" dt="2019-10-28T05:32:19.407" v="32"/>
          <ac:spMkLst>
            <pc:docMk/>
            <pc:sldMk cId="3759879480" sldId="274"/>
            <ac:spMk id="5" creationId="{181CE6EC-43A5-4409-9C12-1C3782E8CB22}"/>
          </ac:spMkLst>
        </pc:spChg>
        <pc:spChg chg="add mod">
          <ac:chgData name="CHOI JUNHO" userId="2ed797a4709b55ca" providerId="LiveId" clId="{5B745F2D-BA38-4651-B32E-4E733F00C45C}" dt="2019-10-28T05:32:19.407" v="32"/>
          <ac:spMkLst>
            <pc:docMk/>
            <pc:sldMk cId="3759879480" sldId="274"/>
            <ac:spMk id="6" creationId="{2CAC9F9F-8442-4289-A3DA-F53C3C82C324}"/>
          </ac:spMkLst>
        </pc:spChg>
        <pc:graphicFrameChg chg="add mod modGraphic">
          <ac:chgData name="CHOI JUNHO" userId="2ed797a4709b55ca" providerId="LiveId" clId="{5B745F2D-BA38-4651-B32E-4E733F00C45C}" dt="2019-10-28T05:33:58.322" v="69" actId="20577"/>
          <ac:graphicFrameMkLst>
            <pc:docMk/>
            <pc:sldMk cId="3759879480" sldId="274"/>
            <ac:graphicFrameMk id="7" creationId="{EE672C9C-2796-4CD4-B138-FB14ECB9EFA6}"/>
          </ac:graphicFrameMkLst>
        </pc:graphicFrameChg>
      </pc:sldChg>
      <pc:sldChg chg="modSp add">
        <pc:chgData name="CHOI JUNHO" userId="2ed797a4709b55ca" providerId="LiveId" clId="{5B745F2D-BA38-4651-B32E-4E733F00C45C}" dt="2019-10-28T05:34:28.532" v="85" actId="20577"/>
        <pc:sldMkLst>
          <pc:docMk/>
          <pc:sldMk cId="2688285372" sldId="275"/>
        </pc:sldMkLst>
        <pc:spChg chg="mod">
          <ac:chgData name="CHOI JUNHO" userId="2ed797a4709b55ca" providerId="LiveId" clId="{5B745F2D-BA38-4651-B32E-4E733F00C45C}" dt="2019-10-28T05:34:28.532" v="85" actId="20577"/>
          <ac:spMkLst>
            <pc:docMk/>
            <pc:sldMk cId="2688285372" sldId="275"/>
            <ac:spMk id="2" creationId="{719F2D03-4DCC-42DA-95ED-B3FF360D7F63}"/>
          </ac:spMkLst>
        </pc:spChg>
      </pc:sldChg>
      <pc:sldChg chg="modSp add">
        <pc:chgData name="CHOI JUNHO" userId="2ed797a4709b55ca" providerId="LiveId" clId="{5B745F2D-BA38-4651-B32E-4E733F00C45C}" dt="2019-10-28T05:34:49.385" v="110"/>
        <pc:sldMkLst>
          <pc:docMk/>
          <pc:sldMk cId="3982823181" sldId="276"/>
        </pc:sldMkLst>
        <pc:spChg chg="mod">
          <ac:chgData name="CHOI JUNHO" userId="2ed797a4709b55ca" providerId="LiveId" clId="{5B745F2D-BA38-4651-B32E-4E733F00C45C}" dt="2019-10-28T05:34:49.385" v="110"/>
          <ac:spMkLst>
            <pc:docMk/>
            <pc:sldMk cId="3982823181" sldId="276"/>
            <ac:spMk id="2" creationId="{84FE7BD8-CFC6-4079-BAE3-BDDFC826F1C7}"/>
          </ac:spMkLst>
        </pc:spChg>
      </pc:sldChg>
    </pc:docChg>
  </pc:docChgLst>
  <pc:docChgLst>
    <pc:chgData name="CHOI JUNHO" userId="2ed797a4709b55ca" providerId="LiveId" clId="{5B9CC2E5-527B-4B3B-BD11-698718A29A94}"/>
    <pc:docChg chg="undo redo custSel addSld delSld modSld sldOrd modMainMaster modSection">
      <pc:chgData name="CHOI JUNHO" userId="2ed797a4709b55ca" providerId="LiveId" clId="{5B9CC2E5-527B-4B3B-BD11-698718A29A94}" dt="2019-10-28T03:27:06.874" v="5463" actId="20577"/>
      <pc:docMkLst>
        <pc:docMk/>
      </pc:docMkLst>
      <pc:sldChg chg="modSp">
        <pc:chgData name="CHOI JUNHO" userId="2ed797a4709b55ca" providerId="LiveId" clId="{5B9CC2E5-527B-4B3B-BD11-698718A29A94}" dt="2019-10-28T02:41:35.944" v="5311" actId="20577"/>
        <pc:sldMkLst>
          <pc:docMk/>
          <pc:sldMk cId="2612761801" sldId="256"/>
        </pc:sldMkLst>
        <pc:spChg chg="mod">
          <ac:chgData name="CHOI JUNHO" userId="2ed797a4709b55ca" providerId="LiveId" clId="{5B9CC2E5-527B-4B3B-BD11-698718A29A94}" dt="2019-10-25T05:28:49.426" v="41" actId="20577"/>
          <ac:spMkLst>
            <pc:docMk/>
            <pc:sldMk cId="2612761801" sldId="256"/>
            <ac:spMk id="2" creationId="{00000000-0000-0000-0000-000000000000}"/>
          </ac:spMkLst>
        </pc:spChg>
        <pc:spChg chg="mod">
          <ac:chgData name="CHOI JUNHO" userId="2ed797a4709b55ca" providerId="LiveId" clId="{5B9CC2E5-527B-4B3B-BD11-698718A29A94}" dt="2019-10-28T02:41:32.910" v="5309" actId="20577"/>
          <ac:spMkLst>
            <pc:docMk/>
            <pc:sldMk cId="2612761801" sldId="256"/>
            <ac:spMk id="3" creationId="{00000000-0000-0000-0000-000000000000}"/>
          </ac:spMkLst>
        </pc:spChg>
        <pc:spChg chg="mod">
          <ac:chgData name="CHOI JUNHO" userId="2ed797a4709b55ca" providerId="LiveId" clId="{5B9CC2E5-527B-4B3B-BD11-698718A29A94}" dt="2019-10-28T02:41:35.944" v="5311" actId="20577"/>
          <ac:spMkLst>
            <pc:docMk/>
            <pc:sldMk cId="2612761801" sldId="256"/>
            <ac:spMk id="4" creationId="{00000000-0000-0000-0000-000000000000}"/>
          </ac:spMkLst>
        </pc:spChg>
      </pc:sldChg>
      <pc:sldChg chg="modSp">
        <pc:chgData name="CHOI JUNHO" userId="2ed797a4709b55ca" providerId="LiveId" clId="{5B9CC2E5-527B-4B3B-BD11-698718A29A94}" dt="2019-10-28T02:09:29.962" v="4609" actId="20577"/>
        <pc:sldMkLst>
          <pc:docMk/>
          <pc:sldMk cId="1580783546" sldId="265"/>
        </pc:sldMkLst>
        <pc:graphicFrameChg chg="mod modGraphic">
          <ac:chgData name="CHOI JUNHO" userId="2ed797a4709b55ca" providerId="LiveId" clId="{5B9CC2E5-527B-4B3B-BD11-698718A29A94}" dt="2019-10-28T02:09:29.962" v="4609" actId="20577"/>
          <ac:graphicFrameMkLst>
            <pc:docMk/>
            <pc:sldMk cId="1580783546" sldId="265"/>
            <ac:graphicFrameMk id="3" creationId="{00000000-0000-0000-0000-000000000000}"/>
          </ac:graphicFrameMkLst>
        </pc:graphicFrameChg>
      </pc:sldChg>
      <pc:sldChg chg="del">
        <pc:chgData name="CHOI JUNHO" userId="2ed797a4709b55ca" providerId="LiveId" clId="{5B9CC2E5-527B-4B3B-BD11-698718A29A94}" dt="2019-10-25T05:34:48.790" v="78" actId="47"/>
        <pc:sldMkLst>
          <pc:docMk/>
          <pc:sldMk cId="2062586716" sldId="266"/>
        </pc:sldMkLst>
      </pc:sldChg>
      <pc:sldChg chg="del">
        <pc:chgData name="CHOI JUNHO" userId="2ed797a4709b55ca" providerId="LiveId" clId="{5B9CC2E5-527B-4B3B-BD11-698718A29A94}" dt="2019-10-25T05:40:58.848" v="207" actId="47"/>
        <pc:sldMkLst>
          <pc:docMk/>
          <pc:sldMk cId="3410021434" sldId="268"/>
        </pc:sldMkLst>
      </pc:sldChg>
      <pc:sldChg chg="addSp delSp modSp">
        <pc:chgData name="CHOI JUNHO" userId="2ed797a4709b55ca" providerId="LiveId" clId="{5B9CC2E5-527B-4B3B-BD11-698718A29A94}" dt="2019-10-28T03:20:10.775" v="5391" actId="20577"/>
        <pc:sldMkLst>
          <pc:docMk/>
          <pc:sldMk cId="3701024981" sldId="269"/>
        </pc:sldMkLst>
        <pc:spChg chg="add mod">
          <ac:chgData name="CHOI JUNHO" userId="2ed797a4709b55ca" providerId="LiveId" clId="{5B9CC2E5-527B-4B3B-BD11-698718A29A94}" dt="2019-10-28T02:41:00.705" v="5307" actId="20577"/>
          <ac:spMkLst>
            <pc:docMk/>
            <pc:sldMk cId="3701024981" sldId="269"/>
            <ac:spMk id="2" creationId="{36AF629D-FB61-4D28-BFE2-97D677950051}"/>
          </ac:spMkLst>
        </pc:spChg>
        <pc:spChg chg="del">
          <ac:chgData name="CHOI JUNHO" userId="2ed797a4709b55ca" providerId="LiveId" clId="{5B9CC2E5-527B-4B3B-BD11-698718A29A94}" dt="2019-10-25T05:35:07.663" v="79"/>
          <ac:spMkLst>
            <pc:docMk/>
            <pc:sldMk cId="3701024981" sldId="269"/>
            <ac:spMk id="3" creationId="{65F7457F-4620-4562-AF63-E7375A57B072}"/>
          </ac:spMkLst>
        </pc:spChg>
        <pc:spChg chg="del">
          <ac:chgData name="CHOI JUNHO" userId="2ed797a4709b55ca" providerId="LiveId" clId="{5B9CC2E5-527B-4B3B-BD11-698718A29A94}" dt="2019-10-25T05:35:07.663" v="79"/>
          <ac:spMkLst>
            <pc:docMk/>
            <pc:sldMk cId="3701024981" sldId="269"/>
            <ac:spMk id="4" creationId="{507C99A5-3590-44FD-BEAC-43B85A23CB0E}"/>
          </ac:spMkLst>
        </pc:spChg>
        <pc:spChg chg="add del">
          <ac:chgData name="CHOI JUNHO" userId="2ed797a4709b55ca" providerId="LiveId" clId="{5B9CC2E5-527B-4B3B-BD11-698718A29A94}" dt="2019-10-25T05:39:43.091" v="160"/>
          <ac:spMkLst>
            <pc:docMk/>
            <pc:sldMk cId="3701024981" sldId="269"/>
            <ac:spMk id="5" creationId="{5145081E-4771-48D7-B843-7C0EDD8FC0E6}"/>
          </ac:spMkLst>
        </pc:spChg>
        <pc:spChg chg="add del">
          <ac:chgData name="CHOI JUNHO" userId="2ed797a4709b55ca" providerId="LiveId" clId="{5B9CC2E5-527B-4B3B-BD11-698718A29A94}" dt="2019-10-25T05:39:43.091" v="160"/>
          <ac:spMkLst>
            <pc:docMk/>
            <pc:sldMk cId="3701024981" sldId="269"/>
            <ac:spMk id="6" creationId="{89FE9FFD-2AB7-417C-987B-49BB3F312345}"/>
          </ac:spMkLst>
        </pc:spChg>
        <pc:spChg chg="add del">
          <ac:chgData name="CHOI JUNHO" userId="2ed797a4709b55ca" providerId="LiveId" clId="{5B9CC2E5-527B-4B3B-BD11-698718A29A94}" dt="2019-10-25T05:39:43.091" v="160"/>
          <ac:spMkLst>
            <pc:docMk/>
            <pc:sldMk cId="3701024981" sldId="269"/>
            <ac:spMk id="8" creationId="{556D1A3A-A361-43DA-BD2A-904CD5D7E973}"/>
          </ac:spMkLst>
        </pc:spChg>
        <pc:spChg chg="add del">
          <ac:chgData name="CHOI JUNHO" userId="2ed797a4709b55ca" providerId="LiveId" clId="{5B9CC2E5-527B-4B3B-BD11-698718A29A94}" dt="2019-10-25T05:39:43.091" v="160"/>
          <ac:spMkLst>
            <pc:docMk/>
            <pc:sldMk cId="3701024981" sldId="269"/>
            <ac:spMk id="9" creationId="{0A8EE39D-C58C-45D8-A6C8-5056CF02B240}"/>
          </ac:spMkLst>
        </pc:spChg>
        <pc:spChg chg="add del">
          <ac:chgData name="CHOI JUNHO" userId="2ed797a4709b55ca" providerId="LiveId" clId="{5B9CC2E5-527B-4B3B-BD11-698718A29A94}" dt="2019-10-25T05:39:43.091" v="160"/>
          <ac:spMkLst>
            <pc:docMk/>
            <pc:sldMk cId="3701024981" sldId="269"/>
            <ac:spMk id="12" creationId="{C6F82A83-96E3-4214-B91A-3F3A4A805C1C}"/>
          </ac:spMkLst>
        </pc:spChg>
        <pc:spChg chg="add del">
          <ac:chgData name="CHOI JUNHO" userId="2ed797a4709b55ca" providerId="LiveId" clId="{5B9CC2E5-527B-4B3B-BD11-698718A29A94}" dt="2019-10-25T05:39:43.091" v="160"/>
          <ac:spMkLst>
            <pc:docMk/>
            <pc:sldMk cId="3701024981" sldId="269"/>
            <ac:spMk id="13" creationId="{73501E48-BF00-4815-BF8D-4081062FF5BB}"/>
          </ac:spMkLst>
        </pc:spChg>
        <pc:spChg chg="add del">
          <ac:chgData name="CHOI JUNHO" userId="2ed797a4709b55ca" providerId="LiveId" clId="{5B9CC2E5-527B-4B3B-BD11-698718A29A94}" dt="2019-10-25T05:39:43.091" v="160"/>
          <ac:spMkLst>
            <pc:docMk/>
            <pc:sldMk cId="3701024981" sldId="269"/>
            <ac:spMk id="15" creationId="{3DD71670-A97D-4014-8C05-C719A2B442F2}"/>
          </ac:spMkLst>
        </pc:spChg>
        <pc:spChg chg="add del">
          <ac:chgData name="CHOI JUNHO" userId="2ed797a4709b55ca" providerId="LiveId" clId="{5B9CC2E5-527B-4B3B-BD11-698718A29A94}" dt="2019-10-25T05:39:43.091" v="160"/>
          <ac:spMkLst>
            <pc:docMk/>
            <pc:sldMk cId="3701024981" sldId="269"/>
            <ac:spMk id="19" creationId="{052DA4C1-5125-41CB-BF5C-159ED1401FF2}"/>
          </ac:spMkLst>
        </pc:spChg>
        <pc:spChg chg="add del">
          <ac:chgData name="CHOI JUNHO" userId="2ed797a4709b55ca" providerId="LiveId" clId="{5B9CC2E5-527B-4B3B-BD11-698718A29A94}" dt="2019-10-25T05:39:43.091" v="160"/>
          <ac:spMkLst>
            <pc:docMk/>
            <pc:sldMk cId="3701024981" sldId="269"/>
            <ac:spMk id="20" creationId="{FEBE2C58-40AC-49DC-BF3E-5C30B79FD8BE}"/>
          </ac:spMkLst>
        </pc:spChg>
        <pc:spChg chg="add del">
          <ac:chgData name="CHOI JUNHO" userId="2ed797a4709b55ca" providerId="LiveId" clId="{5B9CC2E5-527B-4B3B-BD11-698718A29A94}" dt="2019-10-25T05:39:43.091" v="160"/>
          <ac:spMkLst>
            <pc:docMk/>
            <pc:sldMk cId="3701024981" sldId="269"/>
            <ac:spMk id="23" creationId="{768898F2-EDF3-44B0-B878-8E021752DFE2}"/>
          </ac:spMkLst>
        </pc:spChg>
        <pc:spChg chg="add del">
          <ac:chgData name="CHOI JUNHO" userId="2ed797a4709b55ca" providerId="LiveId" clId="{5B9CC2E5-527B-4B3B-BD11-698718A29A94}" dt="2019-10-25T05:39:43.091" v="160"/>
          <ac:spMkLst>
            <pc:docMk/>
            <pc:sldMk cId="3701024981" sldId="269"/>
            <ac:spMk id="24" creationId="{943810F6-496E-4C2F-B4F5-0ADDD08235FF}"/>
          </ac:spMkLst>
        </pc:spChg>
        <pc:spChg chg="add del">
          <ac:chgData name="CHOI JUNHO" userId="2ed797a4709b55ca" providerId="LiveId" clId="{5B9CC2E5-527B-4B3B-BD11-698718A29A94}" dt="2019-10-25T05:39:43.091" v="160"/>
          <ac:spMkLst>
            <pc:docMk/>
            <pc:sldMk cId="3701024981" sldId="269"/>
            <ac:spMk id="30" creationId="{5F50FBDD-3D79-4D4B-ADB7-1FDC8177D977}"/>
          </ac:spMkLst>
        </pc:spChg>
        <pc:spChg chg="add del">
          <ac:chgData name="CHOI JUNHO" userId="2ed797a4709b55ca" providerId="LiveId" clId="{5B9CC2E5-527B-4B3B-BD11-698718A29A94}" dt="2019-10-25T05:39:43.091" v="160"/>
          <ac:spMkLst>
            <pc:docMk/>
            <pc:sldMk cId="3701024981" sldId="269"/>
            <ac:spMk id="31" creationId="{FAB757FE-89CE-4D56-923F-248C75D4BD54}"/>
          </ac:spMkLst>
        </pc:spChg>
        <pc:spChg chg="add del">
          <ac:chgData name="CHOI JUNHO" userId="2ed797a4709b55ca" providerId="LiveId" clId="{5B9CC2E5-527B-4B3B-BD11-698718A29A94}" dt="2019-10-25T05:39:43.091" v="160"/>
          <ac:spMkLst>
            <pc:docMk/>
            <pc:sldMk cId="3701024981" sldId="269"/>
            <ac:spMk id="32" creationId="{9B045D37-0F5A-47F1-8BF1-91FAB99C0447}"/>
          </ac:spMkLst>
        </pc:spChg>
        <pc:spChg chg="add del">
          <ac:chgData name="CHOI JUNHO" userId="2ed797a4709b55ca" providerId="LiveId" clId="{5B9CC2E5-527B-4B3B-BD11-698718A29A94}" dt="2019-10-25T05:39:43.091" v="160"/>
          <ac:spMkLst>
            <pc:docMk/>
            <pc:sldMk cId="3701024981" sldId="269"/>
            <ac:spMk id="34" creationId="{87A1A5FE-67F0-46E8-A065-172D9F56A1FF}"/>
          </ac:spMkLst>
        </pc:spChg>
        <pc:spChg chg="add">
          <ac:chgData name="CHOI JUNHO" userId="2ed797a4709b55ca" providerId="LiveId" clId="{5B9CC2E5-527B-4B3B-BD11-698718A29A94}" dt="2019-10-25T08:56:55.239" v="4213"/>
          <ac:spMkLst>
            <pc:docMk/>
            <pc:sldMk cId="3701024981" sldId="269"/>
            <ac:spMk id="34" creationId="{8E3E7AC2-EFF1-47B2-A033-BACD7C867FD6}"/>
          </ac:spMkLst>
        </pc:spChg>
        <pc:spChg chg="add mod">
          <ac:chgData name="CHOI JUNHO" userId="2ed797a4709b55ca" providerId="LiveId" clId="{5B9CC2E5-527B-4B3B-BD11-698718A29A94}" dt="2019-10-28T03:20:10.775" v="5391" actId="20577"/>
          <ac:spMkLst>
            <pc:docMk/>
            <pc:sldMk cId="3701024981" sldId="269"/>
            <ac:spMk id="35" creationId="{2CD1198F-4366-40B8-AB19-C1ABC4195F48}"/>
          </ac:spMkLst>
        </pc:spChg>
        <pc:spChg chg="add del">
          <ac:chgData name="CHOI JUNHO" userId="2ed797a4709b55ca" providerId="LiveId" clId="{5B9CC2E5-527B-4B3B-BD11-698718A29A94}" dt="2019-10-25T05:39:43.091" v="160"/>
          <ac:spMkLst>
            <pc:docMk/>
            <pc:sldMk cId="3701024981" sldId="269"/>
            <ac:spMk id="35" creationId="{85D5FA16-DCBD-4AD3-90A6-B9FA6382B3BE}"/>
          </ac:spMkLst>
        </pc:spChg>
        <pc:spChg chg="add del">
          <ac:chgData name="CHOI JUNHO" userId="2ed797a4709b55ca" providerId="LiveId" clId="{5B9CC2E5-527B-4B3B-BD11-698718A29A94}" dt="2019-10-25T05:39:43.091" v="160"/>
          <ac:spMkLst>
            <pc:docMk/>
            <pc:sldMk cId="3701024981" sldId="269"/>
            <ac:spMk id="37" creationId="{95816AFA-82A5-4726-807C-DF581B9B5593}"/>
          </ac:spMkLst>
        </pc:spChg>
        <pc:spChg chg="add del">
          <ac:chgData name="CHOI JUNHO" userId="2ed797a4709b55ca" providerId="LiveId" clId="{5B9CC2E5-527B-4B3B-BD11-698718A29A94}" dt="2019-10-25T05:39:43.091" v="160"/>
          <ac:spMkLst>
            <pc:docMk/>
            <pc:sldMk cId="3701024981" sldId="269"/>
            <ac:spMk id="38" creationId="{C6BC8A41-D249-41C7-A777-73679397A0A2}"/>
          </ac:spMkLst>
        </pc:spChg>
        <pc:spChg chg="add del">
          <ac:chgData name="CHOI JUNHO" userId="2ed797a4709b55ca" providerId="LiveId" clId="{5B9CC2E5-527B-4B3B-BD11-698718A29A94}" dt="2019-10-25T05:39:43.091" v="160"/>
          <ac:spMkLst>
            <pc:docMk/>
            <pc:sldMk cId="3701024981" sldId="269"/>
            <ac:spMk id="39" creationId="{35CB7623-E596-48E4-B5E0-C84E8D69990A}"/>
          </ac:spMkLst>
        </pc:spChg>
        <pc:spChg chg="add del">
          <ac:chgData name="CHOI JUNHO" userId="2ed797a4709b55ca" providerId="LiveId" clId="{5B9CC2E5-527B-4B3B-BD11-698718A29A94}" dt="2019-10-25T05:39:43.091" v="160"/>
          <ac:spMkLst>
            <pc:docMk/>
            <pc:sldMk cId="3701024981" sldId="269"/>
            <ac:spMk id="43" creationId="{3E3A7616-4605-4EDF-9B1C-3F03BB6046BA}"/>
          </ac:spMkLst>
        </pc:spChg>
        <pc:spChg chg="add del">
          <ac:chgData name="CHOI JUNHO" userId="2ed797a4709b55ca" providerId="LiveId" clId="{5B9CC2E5-527B-4B3B-BD11-698718A29A94}" dt="2019-10-25T05:39:43.091" v="160"/>
          <ac:spMkLst>
            <pc:docMk/>
            <pc:sldMk cId="3701024981" sldId="269"/>
            <ac:spMk id="44" creationId="{13971DD7-95A2-4285-9E39-94DA8127DA35}"/>
          </ac:spMkLst>
        </pc:spChg>
        <pc:spChg chg="add del">
          <ac:chgData name="CHOI JUNHO" userId="2ed797a4709b55ca" providerId="LiveId" clId="{5B9CC2E5-527B-4B3B-BD11-698718A29A94}" dt="2019-10-25T05:39:43.091" v="160"/>
          <ac:spMkLst>
            <pc:docMk/>
            <pc:sldMk cId="3701024981" sldId="269"/>
            <ac:spMk id="46" creationId="{6FE4B808-122B-4F12-99B4-A65A8401356F}"/>
          </ac:spMkLst>
        </pc:spChg>
        <pc:spChg chg="add del">
          <ac:chgData name="CHOI JUNHO" userId="2ed797a4709b55ca" providerId="LiveId" clId="{5B9CC2E5-527B-4B3B-BD11-698718A29A94}" dt="2019-10-25T05:39:43.091" v="160"/>
          <ac:spMkLst>
            <pc:docMk/>
            <pc:sldMk cId="3701024981" sldId="269"/>
            <ac:spMk id="47" creationId="{3BAD12AD-DBAB-4D68-9D78-8BC03F19DFC8}"/>
          </ac:spMkLst>
        </pc:spChg>
        <pc:spChg chg="add del">
          <ac:chgData name="CHOI JUNHO" userId="2ed797a4709b55ca" providerId="LiveId" clId="{5B9CC2E5-527B-4B3B-BD11-698718A29A94}" dt="2019-10-25T05:39:43.091" v="160"/>
          <ac:spMkLst>
            <pc:docMk/>
            <pc:sldMk cId="3701024981" sldId="269"/>
            <ac:spMk id="48" creationId="{B21B615D-0E55-4E90-9BA6-4BF246EF63B7}"/>
          </ac:spMkLst>
        </pc:spChg>
        <pc:spChg chg="add del">
          <ac:chgData name="CHOI JUNHO" userId="2ed797a4709b55ca" providerId="LiveId" clId="{5B9CC2E5-527B-4B3B-BD11-698718A29A94}" dt="2019-10-25T05:39:43.091" v="160"/>
          <ac:spMkLst>
            <pc:docMk/>
            <pc:sldMk cId="3701024981" sldId="269"/>
            <ac:spMk id="57" creationId="{A3345E5C-7B39-4C3C-B5B8-3190D2D43537}"/>
          </ac:spMkLst>
        </pc:spChg>
        <pc:spChg chg="add del">
          <ac:chgData name="CHOI JUNHO" userId="2ed797a4709b55ca" providerId="LiveId" clId="{5B9CC2E5-527B-4B3B-BD11-698718A29A94}" dt="2019-10-25T05:39:43.091" v="160"/>
          <ac:spMkLst>
            <pc:docMk/>
            <pc:sldMk cId="3701024981" sldId="269"/>
            <ac:spMk id="67" creationId="{A8B6CBC5-3D3D-435B-ACFD-2D039C613262}"/>
          </ac:spMkLst>
        </pc:spChg>
        <pc:spChg chg="add mod">
          <ac:chgData name="CHOI JUNHO" userId="2ed797a4709b55ca" providerId="LiveId" clId="{5B9CC2E5-527B-4B3B-BD11-698718A29A94}" dt="2019-10-25T07:13:42.093" v="1189" actId="1076"/>
          <ac:spMkLst>
            <pc:docMk/>
            <pc:sldMk cId="3701024981" sldId="269"/>
            <ac:spMk id="69" creationId="{3DB04640-59D3-46BB-90CE-0AE9AADC1C6F}"/>
          </ac:spMkLst>
        </pc:spChg>
        <pc:spChg chg="add mod">
          <ac:chgData name="CHOI JUNHO" userId="2ed797a4709b55ca" providerId="LiveId" clId="{5B9CC2E5-527B-4B3B-BD11-698718A29A94}" dt="2019-10-25T07:13:42.093" v="1189" actId="1076"/>
          <ac:spMkLst>
            <pc:docMk/>
            <pc:sldMk cId="3701024981" sldId="269"/>
            <ac:spMk id="70" creationId="{5707C282-72B3-4155-853A-E89AD61325E8}"/>
          </ac:spMkLst>
        </pc:spChg>
        <pc:spChg chg="add mod">
          <ac:chgData name="CHOI JUNHO" userId="2ed797a4709b55ca" providerId="LiveId" clId="{5B9CC2E5-527B-4B3B-BD11-698718A29A94}" dt="2019-10-25T07:25:10.582" v="1389" actId="208"/>
          <ac:spMkLst>
            <pc:docMk/>
            <pc:sldMk cId="3701024981" sldId="269"/>
            <ac:spMk id="72" creationId="{0CBCEF73-3ED6-40FA-8853-C2333DC0C357}"/>
          </ac:spMkLst>
        </pc:spChg>
        <pc:spChg chg="add del mod">
          <ac:chgData name="CHOI JUNHO" userId="2ed797a4709b55ca" providerId="LiveId" clId="{5B9CC2E5-527B-4B3B-BD11-698718A29A94}" dt="2019-10-25T06:27:24.910" v="532" actId="478"/>
          <ac:spMkLst>
            <pc:docMk/>
            <pc:sldMk cId="3701024981" sldId="269"/>
            <ac:spMk id="73" creationId="{F61959EF-B826-49EE-B885-62C97FC8EC87}"/>
          </ac:spMkLst>
        </pc:spChg>
        <pc:spChg chg="add mod">
          <ac:chgData name="CHOI JUNHO" userId="2ed797a4709b55ca" providerId="LiveId" clId="{5B9CC2E5-527B-4B3B-BD11-698718A29A94}" dt="2019-10-25T07:13:42.093" v="1189" actId="1076"/>
          <ac:spMkLst>
            <pc:docMk/>
            <pc:sldMk cId="3701024981" sldId="269"/>
            <ac:spMk id="76" creationId="{FC8C8549-B99D-4481-A32D-364266AA366E}"/>
          </ac:spMkLst>
        </pc:spChg>
        <pc:spChg chg="add mod">
          <ac:chgData name="CHOI JUNHO" userId="2ed797a4709b55ca" providerId="LiveId" clId="{5B9CC2E5-527B-4B3B-BD11-698718A29A94}" dt="2019-10-25T07:13:42.093" v="1189" actId="1076"/>
          <ac:spMkLst>
            <pc:docMk/>
            <pc:sldMk cId="3701024981" sldId="269"/>
            <ac:spMk id="77" creationId="{76B714B5-64DF-4B0A-91E6-BA4C90C4BB8C}"/>
          </ac:spMkLst>
        </pc:spChg>
        <pc:spChg chg="add del mod">
          <ac:chgData name="CHOI JUNHO" userId="2ed797a4709b55ca" providerId="LiveId" clId="{5B9CC2E5-527B-4B3B-BD11-698718A29A94}" dt="2019-10-25T05:51:44.261" v="405" actId="478"/>
          <ac:spMkLst>
            <pc:docMk/>
            <pc:sldMk cId="3701024981" sldId="269"/>
            <ac:spMk id="79" creationId="{C39638F0-8DB6-4754-800F-C25DAEB373A6}"/>
          </ac:spMkLst>
        </pc:spChg>
        <pc:spChg chg="add mod">
          <ac:chgData name="CHOI JUNHO" userId="2ed797a4709b55ca" providerId="LiveId" clId="{5B9CC2E5-527B-4B3B-BD11-698718A29A94}" dt="2019-10-25T07:13:42.093" v="1189" actId="1076"/>
          <ac:spMkLst>
            <pc:docMk/>
            <pc:sldMk cId="3701024981" sldId="269"/>
            <ac:spMk id="83" creationId="{4CC03BDE-5A03-4F43-82CB-59FF956A2CE5}"/>
          </ac:spMkLst>
        </pc:spChg>
        <pc:spChg chg="add mod">
          <ac:chgData name="CHOI JUNHO" userId="2ed797a4709b55ca" providerId="LiveId" clId="{5B9CC2E5-527B-4B3B-BD11-698718A29A94}" dt="2019-10-25T07:13:42.093" v="1189" actId="1076"/>
          <ac:spMkLst>
            <pc:docMk/>
            <pc:sldMk cId="3701024981" sldId="269"/>
            <ac:spMk id="84" creationId="{72A110A5-64C9-4E7B-8BBA-C604ED334401}"/>
          </ac:spMkLst>
        </pc:spChg>
        <pc:spChg chg="add del mod">
          <ac:chgData name="CHOI JUNHO" userId="2ed797a4709b55ca" providerId="LiveId" clId="{5B9CC2E5-527B-4B3B-BD11-698718A29A94}" dt="2019-10-25T06:27:24.910" v="532" actId="478"/>
          <ac:spMkLst>
            <pc:docMk/>
            <pc:sldMk cId="3701024981" sldId="269"/>
            <ac:spMk id="87" creationId="{540ED8A3-94C1-4EE3-A70D-48DD616D9C7C}"/>
          </ac:spMkLst>
        </pc:spChg>
        <pc:spChg chg="add mod">
          <ac:chgData name="CHOI JUNHO" userId="2ed797a4709b55ca" providerId="LiveId" clId="{5B9CC2E5-527B-4B3B-BD11-698718A29A94}" dt="2019-10-25T07:13:42.093" v="1189" actId="1076"/>
          <ac:spMkLst>
            <pc:docMk/>
            <pc:sldMk cId="3701024981" sldId="269"/>
            <ac:spMk id="88" creationId="{1F38C3FC-9EBB-4DDE-A217-28EF72881A8F}"/>
          </ac:spMkLst>
        </pc:spChg>
        <pc:spChg chg="add mod">
          <ac:chgData name="CHOI JUNHO" userId="2ed797a4709b55ca" providerId="LiveId" clId="{5B9CC2E5-527B-4B3B-BD11-698718A29A94}" dt="2019-10-25T07:13:42.093" v="1189" actId="1076"/>
          <ac:spMkLst>
            <pc:docMk/>
            <pc:sldMk cId="3701024981" sldId="269"/>
            <ac:spMk id="94" creationId="{46ED1304-8AF1-47BD-848F-C630125AFFA9}"/>
          </ac:spMkLst>
        </pc:spChg>
        <pc:spChg chg="add del mod">
          <ac:chgData name="CHOI JUNHO" userId="2ed797a4709b55ca" providerId="LiveId" clId="{5B9CC2E5-527B-4B3B-BD11-698718A29A94}" dt="2019-10-25T06:28:16.894" v="564" actId="478"/>
          <ac:spMkLst>
            <pc:docMk/>
            <pc:sldMk cId="3701024981" sldId="269"/>
            <ac:spMk id="95" creationId="{5B25950E-B861-42E0-8224-7BE0CCFE6D42}"/>
          </ac:spMkLst>
        </pc:spChg>
        <pc:spChg chg="add del mod">
          <ac:chgData name="CHOI JUNHO" userId="2ed797a4709b55ca" providerId="LiveId" clId="{5B9CC2E5-527B-4B3B-BD11-698718A29A94}" dt="2019-10-25T07:13:15.741" v="1182" actId="478"/>
          <ac:spMkLst>
            <pc:docMk/>
            <pc:sldMk cId="3701024981" sldId="269"/>
            <ac:spMk id="96" creationId="{2B171FAA-0913-4908-AB0C-AEBB6E72CA69}"/>
          </ac:spMkLst>
        </pc:spChg>
        <pc:spChg chg="add del mod">
          <ac:chgData name="CHOI JUNHO" userId="2ed797a4709b55ca" providerId="LiveId" clId="{5B9CC2E5-527B-4B3B-BD11-698718A29A94}" dt="2019-10-25T06:32:48.607" v="719" actId="478"/>
          <ac:spMkLst>
            <pc:docMk/>
            <pc:sldMk cId="3701024981" sldId="269"/>
            <ac:spMk id="98" creationId="{4614122D-95E8-490F-9010-CE3E34F9ECFA}"/>
          </ac:spMkLst>
        </pc:spChg>
        <pc:spChg chg="add del mod">
          <ac:chgData name="CHOI JUNHO" userId="2ed797a4709b55ca" providerId="LiveId" clId="{5B9CC2E5-527B-4B3B-BD11-698718A29A94}" dt="2019-10-25T07:13:15.741" v="1182" actId="478"/>
          <ac:spMkLst>
            <pc:docMk/>
            <pc:sldMk cId="3701024981" sldId="269"/>
            <ac:spMk id="99" creationId="{FD8633CE-D51C-4599-B189-2EB919208335}"/>
          </ac:spMkLst>
        </pc:spChg>
        <pc:spChg chg="add del mod">
          <ac:chgData name="CHOI JUNHO" userId="2ed797a4709b55ca" providerId="LiveId" clId="{5B9CC2E5-527B-4B3B-BD11-698718A29A94}" dt="2019-10-25T07:13:15.741" v="1182" actId="478"/>
          <ac:spMkLst>
            <pc:docMk/>
            <pc:sldMk cId="3701024981" sldId="269"/>
            <ac:spMk id="101" creationId="{49991F8E-0224-461B-8EC6-C6D76AB83560}"/>
          </ac:spMkLst>
        </pc:spChg>
        <pc:spChg chg="add del mod">
          <ac:chgData name="CHOI JUNHO" userId="2ed797a4709b55ca" providerId="LiveId" clId="{5B9CC2E5-527B-4B3B-BD11-698718A29A94}" dt="2019-10-25T06:32:48.607" v="719" actId="478"/>
          <ac:spMkLst>
            <pc:docMk/>
            <pc:sldMk cId="3701024981" sldId="269"/>
            <ac:spMk id="102" creationId="{808BF6F1-6B11-4B04-BD06-20B6A719EE1A}"/>
          </ac:spMkLst>
        </pc:spChg>
        <pc:spChg chg="add del mod">
          <ac:chgData name="CHOI JUNHO" userId="2ed797a4709b55ca" providerId="LiveId" clId="{5B9CC2E5-527B-4B3B-BD11-698718A29A94}" dt="2019-10-25T06:32:48.607" v="719" actId="478"/>
          <ac:spMkLst>
            <pc:docMk/>
            <pc:sldMk cId="3701024981" sldId="269"/>
            <ac:spMk id="103" creationId="{D1E4B964-F15B-4DD3-91EB-36901E156718}"/>
          </ac:spMkLst>
        </pc:spChg>
        <pc:spChg chg="add del mod">
          <ac:chgData name="CHOI JUNHO" userId="2ed797a4709b55ca" providerId="LiveId" clId="{5B9CC2E5-527B-4B3B-BD11-698718A29A94}" dt="2019-10-25T06:32:48.607" v="719" actId="478"/>
          <ac:spMkLst>
            <pc:docMk/>
            <pc:sldMk cId="3701024981" sldId="269"/>
            <ac:spMk id="107" creationId="{91717FD4-29CD-4E7A-9ED7-CF243FD5580E}"/>
          </ac:spMkLst>
        </pc:spChg>
        <pc:spChg chg="add del mod">
          <ac:chgData name="CHOI JUNHO" userId="2ed797a4709b55ca" providerId="LiveId" clId="{5B9CC2E5-527B-4B3B-BD11-698718A29A94}" dt="2019-10-25T06:32:48.607" v="719" actId="478"/>
          <ac:spMkLst>
            <pc:docMk/>
            <pc:sldMk cId="3701024981" sldId="269"/>
            <ac:spMk id="108" creationId="{DCE3E9D1-555D-48C9-AEF0-34E88450891D}"/>
          </ac:spMkLst>
        </pc:spChg>
        <pc:spChg chg="add del mod">
          <ac:chgData name="CHOI JUNHO" userId="2ed797a4709b55ca" providerId="LiveId" clId="{5B9CC2E5-527B-4B3B-BD11-698718A29A94}" dt="2019-10-25T07:13:15.741" v="1182" actId="478"/>
          <ac:spMkLst>
            <pc:docMk/>
            <pc:sldMk cId="3701024981" sldId="269"/>
            <ac:spMk id="110" creationId="{9E3B8983-5CAE-4018-A9D5-1F9082E96074}"/>
          </ac:spMkLst>
        </pc:spChg>
        <pc:spChg chg="add del mod">
          <ac:chgData name="CHOI JUNHO" userId="2ed797a4709b55ca" providerId="LiveId" clId="{5B9CC2E5-527B-4B3B-BD11-698718A29A94}" dt="2019-10-25T07:13:15.741" v="1182" actId="478"/>
          <ac:spMkLst>
            <pc:docMk/>
            <pc:sldMk cId="3701024981" sldId="269"/>
            <ac:spMk id="111" creationId="{752884F7-20B5-45B7-844A-16C5AC145C2C}"/>
          </ac:spMkLst>
        </pc:spChg>
        <pc:spChg chg="add del mod">
          <ac:chgData name="CHOI JUNHO" userId="2ed797a4709b55ca" providerId="LiveId" clId="{5B9CC2E5-527B-4B3B-BD11-698718A29A94}" dt="2019-10-25T07:13:15.741" v="1182" actId="478"/>
          <ac:spMkLst>
            <pc:docMk/>
            <pc:sldMk cId="3701024981" sldId="269"/>
            <ac:spMk id="112" creationId="{DDB8FDAB-5C92-4BD0-8F16-D92072FB5CA2}"/>
          </ac:spMkLst>
        </pc:spChg>
        <pc:spChg chg="add del">
          <ac:chgData name="CHOI JUNHO" userId="2ed797a4709b55ca" providerId="LiveId" clId="{5B9CC2E5-527B-4B3B-BD11-698718A29A94}" dt="2019-10-25T05:39:54.069" v="162" actId="478"/>
          <ac:spMkLst>
            <pc:docMk/>
            <pc:sldMk cId="3701024981" sldId="269"/>
            <ac:spMk id="121" creationId="{7B3EC12E-D8A8-4B52-A894-8E184CA47F93}"/>
          </ac:spMkLst>
        </pc:spChg>
        <pc:spChg chg="add mod">
          <ac:chgData name="CHOI JUNHO" userId="2ed797a4709b55ca" providerId="LiveId" clId="{5B9CC2E5-527B-4B3B-BD11-698718A29A94}" dt="2019-10-25T07:13:42.093" v="1189" actId="1076"/>
          <ac:spMkLst>
            <pc:docMk/>
            <pc:sldMk cId="3701024981" sldId="269"/>
            <ac:spMk id="131" creationId="{C6130D96-6BA8-4CF8-AEEC-E2195CF466F9}"/>
          </ac:spMkLst>
        </pc:spChg>
        <pc:spChg chg="add mod">
          <ac:chgData name="CHOI JUNHO" userId="2ed797a4709b55ca" providerId="LiveId" clId="{5B9CC2E5-527B-4B3B-BD11-698718A29A94}" dt="2019-10-25T07:13:42.093" v="1189" actId="1076"/>
          <ac:spMkLst>
            <pc:docMk/>
            <pc:sldMk cId="3701024981" sldId="269"/>
            <ac:spMk id="140" creationId="{D89EDF4A-BE55-45BA-8356-BAAEFC8B3EB2}"/>
          </ac:spMkLst>
        </pc:spChg>
        <pc:spChg chg="add mod">
          <ac:chgData name="CHOI JUNHO" userId="2ed797a4709b55ca" providerId="LiveId" clId="{5B9CC2E5-527B-4B3B-BD11-698718A29A94}" dt="2019-10-25T07:13:42.093" v="1189" actId="1076"/>
          <ac:spMkLst>
            <pc:docMk/>
            <pc:sldMk cId="3701024981" sldId="269"/>
            <ac:spMk id="143" creationId="{77DB57A1-1997-4A1F-9D3D-D71DB0AFD86E}"/>
          </ac:spMkLst>
        </pc:spChg>
        <pc:spChg chg="add del mod">
          <ac:chgData name="CHOI JUNHO" userId="2ed797a4709b55ca" providerId="LiveId" clId="{5B9CC2E5-527B-4B3B-BD11-698718A29A94}" dt="2019-10-25T06:32:13.131" v="715" actId="478"/>
          <ac:spMkLst>
            <pc:docMk/>
            <pc:sldMk cId="3701024981" sldId="269"/>
            <ac:spMk id="149" creationId="{6C2AB457-4D67-4278-82C5-23AB4F0392A5}"/>
          </ac:spMkLst>
        </pc:spChg>
        <pc:spChg chg="mod topLvl">
          <ac:chgData name="CHOI JUNHO" userId="2ed797a4709b55ca" providerId="LiveId" clId="{5B9CC2E5-527B-4B3B-BD11-698718A29A94}" dt="2019-10-25T07:12:23.978" v="1174" actId="164"/>
          <ac:spMkLst>
            <pc:docMk/>
            <pc:sldMk cId="3701024981" sldId="269"/>
            <ac:spMk id="164" creationId="{B228FF4D-8625-4754-9826-D70E4ED688BC}"/>
          </ac:spMkLst>
        </pc:spChg>
        <pc:spChg chg="mod topLvl">
          <ac:chgData name="CHOI JUNHO" userId="2ed797a4709b55ca" providerId="LiveId" clId="{5B9CC2E5-527B-4B3B-BD11-698718A29A94}" dt="2019-10-25T07:12:23.978" v="1174" actId="164"/>
          <ac:spMkLst>
            <pc:docMk/>
            <pc:sldMk cId="3701024981" sldId="269"/>
            <ac:spMk id="165" creationId="{A9E3F897-11BC-4595-9DFC-47410AEF0A19}"/>
          </ac:spMkLst>
        </pc:spChg>
        <pc:spChg chg="add mod topLvl">
          <ac:chgData name="CHOI JUNHO" userId="2ed797a4709b55ca" providerId="LiveId" clId="{5B9CC2E5-527B-4B3B-BD11-698718A29A94}" dt="2019-10-25T07:12:23.978" v="1174" actId="164"/>
          <ac:spMkLst>
            <pc:docMk/>
            <pc:sldMk cId="3701024981" sldId="269"/>
            <ac:spMk id="168" creationId="{87CFB570-B4A4-4270-9054-00A8EAF5F466}"/>
          </ac:spMkLst>
        </pc:spChg>
        <pc:spChg chg="add del mod">
          <ac:chgData name="CHOI JUNHO" userId="2ed797a4709b55ca" providerId="LiveId" clId="{5B9CC2E5-527B-4B3B-BD11-698718A29A94}" dt="2019-10-25T06:41:43.320" v="1005"/>
          <ac:spMkLst>
            <pc:docMk/>
            <pc:sldMk cId="3701024981" sldId="269"/>
            <ac:spMk id="171" creationId="{10D332CB-379A-4B45-B664-ABADDE9B355D}"/>
          </ac:spMkLst>
        </pc:spChg>
        <pc:spChg chg="add mod topLvl">
          <ac:chgData name="CHOI JUNHO" userId="2ed797a4709b55ca" providerId="LiveId" clId="{5B9CC2E5-527B-4B3B-BD11-698718A29A94}" dt="2019-10-25T07:12:23.978" v="1174" actId="164"/>
          <ac:spMkLst>
            <pc:docMk/>
            <pc:sldMk cId="3701024981" sldId="269"/>
            <ac:spMk id="172" creationId="{A2D0E1E9-AA5A-4664-AEEA-0604B3C2BFF0}"/>
          </ac:spMkLst>
        </pc:spChg>
        <pc:spChg chg="add mod topLvl">
          <ac:chgData name="CHOI JUNHO" userId="2ed797a4709b55ca" providerId="LiveId" clId="{5B9CC2E5-527B-4B3B-BD11-698718A29A94}" dt="2019-10-25T07:12:23.978" v="1174" actId="164"/>
          <ac:spMkLst>
            <pc:docMk/>
            <pc:sldMk cId="3701024981" sldId="269"/>
            <ac:spMk id="173" creationId="{3F14235B-AC64-43A0-BF99-8DABC2D38B4E}"/>
          </ac:spMkLst>
        </pc:spChg>
        <pc:spChg chg="add mod">
          <ac:chgData name="CHOI JUNHO" userId="2ed797a4709b55ca" providerId="LiveId" clId="{5B9CC2E5-527B-4B3B-BD11-698718A29A94}" dt="2019-10-25T07:25:24.093" v="1390" actId="208"/>
          <ac:spMkLst>
            <pc:docMk/>
            <pc:sldMk cId="3701024981" sldId="269"/>
            <ac:spMk id="175" creationId="{E39697E2-BDE4-4916-9079-CE6574113B7B}"/>
          </ac:spMkLst>
        </pc:spChg>
        <pc:spChg chg="add mod">
          <ac:chgData name="CHOI JUNHO" userId="2ed797a4709b55ca" providerId="LiveId" clId="{5B9CC2E5-527B-4B3B-BD11-698718A29A94}" dt="2019-10-25T07:14:23.210" v="1243" actId="1076"/>
          <ac:spMkLst>
            <pc:docMk/>
            <pc:sldMk cId="3701024981" sldId="269"/>
            <ac:spMk id="188" creationId="{D8EC30C2-4C57-4A20-95B8-15C5C6DF77EE}"/>
          </ac:spMkLst>
        </pc:spChg>
        <pc:grpChg chg="add del">
          <ac:chgData name="CHOI JUNHO" userId="2ed797a4709b55ca" providerId="LiveId" clId="{5B9CC2E5-527B-4B3B-BD11-698718A29A94}" dt="2019-10-25T05:39:43.091" v="160"/>
          <ac:grpSpMkLst>
            <pc:docMk/>
            <pc:sldMk cId="3701024981" sldId="269"/>
            <ac:grpSpMk id="26" creationId="{73965A4A-F69B-4C6A-B25E-DAF5F8EC8E17}"/>
          </ac:grpSpMkLst>
        </pc:grpChg>
        <pc:grpChg chg="add del">
          <ac:chgData name="CHOI JUNHO" userId="2ed797a4709b55ca" providerId="LiveId" clId="{5B9CC2E5-527B-4B3B-BD11-698718A29A94}" dt="2019-10-25T05:39:43.091" v="160"/>
          <ac:grpSpMkLst>
            <pc:docMk/>
            <pc:sldMk cId="3701024981" sldId="269"/>
            <ac:grpSpMk id="50" creationId="{D5533B15-A48E-4CF4-B11E-65BFE2C06213}"/>
          </ac:grpSpMkLst>
        </pc:grpChg>
        <pc:grpChg chg="add del">
          <ac:chgData name="CHOI JUNHO" userId="2ed797a4709b55ca" providerId="LiveId" clId="{5B9CC2E5-527B-4B3B-BD11-698718A29A94}" dt="2019-10-25T05:39:43.091" v="160"/>
          <ac:grpSpMkLst>
            <pc:docMk/>
            <pc:sldMk cId="3701024981" sldId="269"/>
            <ac:grpSpMk id="59" creationId="{6F292D4D-77C0-4186-B3FB-C9CBF5AA4AF2}"/>
          </ac:grpSpMkLst>
        </pc:grpChg>
        <pc:grpChg chg="add del mod">
          <ac:chgData name="CHOI JUNHO" userId="2ed797a4709b55ca" providerId="LiveId" clId="{5B9CC2E5-527B-4B3B-BD11-698718A29A94}" dt="2019-10-25T05:43:51.622" v="286" actId="478"/>
          <ac:grpSpMkLst>
            <pc:docMk/>
            <pc:sldMk cId="3701024981" sldId="269"/>
            <ac:grpSpMk id="90" creationId="{469DEBE3-56EC-4306-B211-C314BAF128B7}"/>
          </ac:grpSpMkLst>
        </pc:grpChg>
        <pc:grpChg chg="add del mod">
          <ac:chgData name="CHOI JUNHO" userId="2ed797a4709b55ca" providerId="LiveId" clId="{5B9CC2E5-527B-4B3B-BD11-698718A29A94}" dt="2019-10-25T05:43:51.622" v="286" actId="478"/>
          <ac:grpSpMkLst>
            <pc:docMk/>
            <pc:sldMk cId="3701024981" sldId="269"/>
            <ac:grpSpMk id="114" creationId="{067E5E58-3B93-4856-85A3-30E5DA81394D}"/>
          </ac:grpSpMkLst>
        </pc:grpChg>
        <pc:grpChg chg="add del mod">
          <ac:chgData name="CHOI JUNHO" userId="2ed797a4709b55ca" providerId="LiveId" clId="{5B9CC2E5-527B-4B3B-BD11-698718A29A94}" dt="2019-10-25T05:40:02.771" v="164" actId="478"/>
          <ac:grpSpMkLst>
            <pc:docMk/>
            <pc:sldMk cId="3701024981" sldId="269"/>
            <ac:grpSpMk id="123" creationId="{67151170-0DF9-4345-8745-45546F637C35}"/>
          </ac:grpSpMkLst>
        </pc:grpChg>
        <pc:grpChg chg="add del mod">
          <ac:chgData name="CHOI JUNHO" userId="2ed797a4709b55ca" providerId="LiveId" clId="{5B9CC2E5-527B-4B3B-BD11-698718A29A94}" dt="2019-10-25T06:35:21.228" v="948" actId="478"/>
          <ac:grpSpMkLst>
            <pc:docMk/>
            <pc:sldMk cId="3701024981" sldId="269"/>
            <ac:grpSpMk id="159" creationId="{275E3B6F-49D5-4E35-8D5C-D6B27CFD3CC8}"/>
          </ac:grpSpMkLst>
        </pc:grpChg>
        <pc:grpChg chg="del topLvl">
          <ac:chgData name="CHOI JUNHO" userId="2ed797a4709b55ca" providerId="LiveId" clId="{5B9CC2E5-527B-4B3B-BD11-698718A29A94}" dt="2019-10-25T06:42:22.825" v="1039" actId="165"/>
          <ac:grpSpMkLst>
            <pc:docMk/>
            <pc:sldMk cId="3701024981" sldId="269"/>
            <ac:grpSpMk id="160" creationId="{1F042681-63CE-47D4-A834-8166381C5140}"/>
          </ac:grpSpMkLst>
        </pc:grpChg>
        <pc:grpChg chg="del">
          <ac:chgData name="CHOI JUNHO" userId="2ed797a4709b55ca" providerId="LiveId" clId="{5B9CC2E5-527B-4B3B-BD11-698718A29A94}" dt="2019-10-25T06:35:19.804" v="947" actId="478"/>
          <ac:grpSpMkLst>
            <pc:docMk/>
            <pc:sldMk cId="3701024981" sldId="269"/>
            <ac:grpSpMk id="161" creationId="{9B97DAF7-FF50-44F2-BCE7-FFDE9A2F00C3}"/>
          </ac:grpSpMkLst>
        </pc:grpChg>
        <pc:grpChg chg="add del mod">
          <ac:chgData name="CHOI JUNHO" userId="2ed797a4709b55ca" providerId="LiveId" clId="{5B9CC2E5-527B-4B3B-BD11-698718A29A94}" dt="2019-10-25T07:12:02.637" v="1169" actId="165"/>
          <ac:grpSpMkLst>
            <pc:docMk/>
            <pc:sldMk cId="3701024981" sldId="269"/>
            <ac:grpSpMk id="174" creationId="{33E18EFD-70C2-44BC-86C8-8277A1D5FD02}"/>
          </ac:grpSpMkLst>
        </pc:grpChg>
        <pc:grpChg chg="add mod">
          <ac:chgData name="CHOI JUNHO" userId="2ed797a4709b55ca" providerId="LiveId" clId="{5B9CC2E5-527B-4B3B-BD11-698718A29A94}" dt="2019-10-25T07:13:42.093" v="1189" actId="1076"/>
          <ac:grpSpMkLst>
            <pc:docMk/>
            <pc:sldMk cId="3701024981" sldId="269"/>
            <ac:grpSpMk id="180" creationId="{648CEB25-FBDD-4F74-9AC2-C767979A8B28}"/>
          </ac:grpSpMkLst>
        </pc:grpChg>
        <pc:picChg chg="add del">
          <ac:chgData name="CHOI JUNHO" userId="2ed797a4709b55ca" providerId="LiveId" clId="{5B9CC2E5-527B-4B3B-BD11-698718A29A94}" dt="2019-10-25T05:39:43.091" v="160"/>
          <ac:picMkLst>
            <pc:docMk/>
            <pc:sldMk cId="3701024981" sldId="269"/>
            <ac:picMk id="18" creationId="{830373B8-BF27-4E89-AD61-2F18EA178B26}"/>
          </ac:picMkLst>
        </pc:picChg>
        <pc:picChg chg="add del">
          <ac:chgData name="CHOI JUNHO" userId="2ed797a4709b55ca" providerId="LiveId" clId="{5B9CC2E5-527B-4B3B-BD11-698718A29A94}" dt="2019-10-25T05:39:43.091" v="160"/>
          <ac:picMkLst>
            <pc:docMk/>
            <pc:sldMk cId="3701024981" sldId="269"/>
            <ac:picMk id="22" creationId="{8F8592E1-4E60-4ACF-9D7B-A110D830D13F}"/>
          </ac:picMkLst>
        </pc:picChg>
        <pc:picChg chg="add del">
          <ac:chgData name="CHOI JUNHO" userId="2ed797a4709b55ca" providerId="LiveId" clId="{5B9CC2E5-527B-4B3B-BD11-698718A29A94}" dt="2019-10-25T05:39:43.091" v="160"/>
          <ac:picMkLst>
            <pc:docMk/>
            <pc:sldMk cId="3701024981" sldId="269"/>
            <ac:picMk id="33" creationId="{D9C19D5D-98CB-4117-AA27-E86105E24619}"/>
          </ac:picMkLst>
        </pc:picChg>
        <pc:picChg chg="add del mod">
          <ac:chgData name="CHOI JUNHO" userId="2ed797a4709b55ca" providerId="LiveId" clId="{5B9CC2E5-527B-4B3B-BD11-698718A29A94}" dt="2019-10-25T06:28:16.894" v="564" actId="478"/>
          <ac:picMkLst>
            <pc:docMk/>
            <pc:sldMk cId="3701024981" sldId="269"/>
            <ac:picMk id="82" creationId="{B9D076F4-86B2-4BBF-A2F2-2706EA602EEA}"/>
          </ac:picMkLst>
        </pc:picChg>
        <pc:picChg chg="add del mod">
          <ac:chgData name="CHOI JUNHO" userId="2ed797a4709b55ca" providerId="LiveId" clId="{5B9CC2E5-527B-4B3B-BD11-698718A29A94}" dt="2019-10-25T06:27:24.910" v="532" actId="478"/>
          <ac:picMkLst>
            <pc:docMk/>
            <pc:sldMk cId="3701024981" sldId="269"/>
            <ac:picMk id="86" creationId="{935C99D6-C6E9-4229-8303-DD5EDA1DE64D}"/>
          </ac:picMkLst>
        </pc:picChg>
        <pc:picChg chg="add del mod">
          <ac:chgData name="CHOI JUNHO" userId="2ed797a4709b55ca" providerId="LiveId" clId="{5B9CC2E5-527B-4B3B-BD11-698718A29A94}" dt="2019-10-25T06:32:48.607" v="719" actId="478"/>
          <ac:picMkLst>
            <pc:docMk/>
            <pc:sldMk cId="3701024981" sldId="269"/>
            <ac:picMk id="97" creationId="{8FC03F47-1817-4F0F-AFAB-4FB6E24B0499}"/>
          </ac:picMkLst>
        </pc:picChg>
        <pc:picChg chg="add mod modCrop">
          <ac:chgData name="CHOI JUNHO" userId="2ed797a4709b55ca" providerId="LiveId" clId="{5B9CC2E5-527B-4B3B-BD11-698718A29A94}" dt="2019-10-25T07:13:42.093" v="1189" actId="1076"/>
          <ac:picMkLst>
            <pc:docMk/>
            <pc:sldMk cId="3701024981" sldId="269"/>
            <ac:picMk id="135" creationId="{808F42B4-8403-48E0-9971-6057420CF8DB}"/>
          </ac:picMkLst>
        </pc:picChg>
        <pc:picChg chg="del mod">
          <ac:chgData name="CHOI JUNHO" userId="2ed797a4709b55ca" providerId="LiveId" clId="{5B9CC2E5-527B-4B3B-BD11-698718A29A94}" dt="2019-10-25T06:35:19.804" v="947" actId="478"/>
          <ac:picMkLst>
            <pc:docMk/>
            <pc:sldMk cId="3701024981" sldId="269"/>
            <ac:picMk id="162" creationId="{53D0CF4F-070B-4A21-8B15-F98F1B5CC4EF}"/>
          </ac:picMkLst>
        </pc:picChg>
        <pc:picChg chg="del topLvl">
          <ac:chgData name="CHOI JUNHO" userId="2ed797a4709b55ca" providerId="LiveId" clId="{5B9CC2E5-527B-4B3B-BD11-698718A29A94}" dt="2019-10-25T06:35:21.228" v="948" actId="478"/>
          <ac:picMkLst>
            <pc:docMk/>
            <pc:sldMk cId="3701024981" sldId="269"/>
            <ac:picMk id="163" creationId="{D10C1909-3936-438E-8F11-4F2DD6738D85}"/>
          </ac:picMkLst>
        </pc:picChg>
        <pc:picChg chg="add del mod modCrop">
          <ac:chgData name="CHOI JUNHO" userId="2ed797a4709b55ca" providerId="LiveId" clId="{5B9CC2E5-527B-4B3B-BD11-698718A29A94}" dt="2019-10-25T07:10:46.719" v="1071" actId="478"/>
          <ac:picMkLst>
            <pc:docMk/>
            <pc:sldMk cId="3701024981" sldId="269"/>
            <ac:picMk id="167" creationId="{3FA78270-4C4E-49B0-939D-F2631D13E806}"/>
          </ac:picMkLst>
        </pc:picChg>
        <pc:picChg chg="add mod topLvl modCrop">
          <ac:chgData name="CHOI JUNHO" userId="2ed797a4709b55ca" providerId="LiveId" clId="{5B9CC2E5-527B-4B3B-BD11-698718A29A94}" dt="2019-10-25T07:12:23.978" v="1174" actId="164"/>
          <ac:picMkLst>
            <pc:docMk/>
            <pc:sldMk cId="3701024981" sldId="269"/>
            <ac:picMk id="170" creationId="{E08DECE5-737A-40BE-95C9-A4EF2BDF26AE}"/>
          </ac:picMkLst>
        </pc:picChg>
        <pc:cxnChg chg="add del">
          <ac:chgData name="CHOI JUNHO" userId="2ed797a4709b55ca" providerId="LiveId" clId="{5B9CC2E5-527B-4B3B-BD11-698718A29A94}" dt="2019-10-25T05:39:43.091" v="160"/>
          <ac:cxnSpMkLst>
            <pc:docMk/>
            <pc:sldMk cId="3701024981" sldId="269"/>
            <ac:cxnSpMk id="7" creationId="{82F60443-D388-4AE4-8008-567B6F1440E9}"/>
          </ac:cxnSpMkLst>
        </pc:cxnChg>
        <pc:cxnChg chg="add del">
          <ac:chgData name="CHOI JUNHO" userId="2ed797a4709b55ca" providerId="LiveId" clId="{5B9CC2E5-527B-4B3B-BD11-698718A29A94}" dt="2019-10-25T05:39:43.091" v="160"/>
          <ac:cxnSpMkLst>
            <pc:docMk/>
            <pc:sldMk cId="3701024981" sldId="269"/>
            <ac:cxnSpMk id="10" creationId="{E40AC733-330B-42EF-B640-D1779E3D5688}"/>
          </ac:cxnSpMkLst>
        </pc:cxnChg>
        <pc:cxnChg chg="add del">
          <ac:chgData name="CHOI JUNHO" userId="2ed797a4709b55ca" providerId="LiveId" clId="{5B9CC2E5-527B-4B3B-BD11-698718A29A94}" dt="2019-10-25T05:39:43.091" v="160"/>
          <ac:cxnSpMkLst>
            <pc:docMk/>
            <pc:sldMk cId="3701024981" sldId="269"/>
            <ac:cxnSpMk id="11" creationId="{006AAAEA-F0B0-427D-A06F-9070F0F20FEC}"/>
          </ac:cxnSpMkLst>
        </pc:cxnChg>
        <pc:cxnChg chg="add del">
          <ac:chgData name="CHOI JUNHO" userId="2ed797a4709b55ca" providerId="LiveId" clId="{5B9CC2E5-527B-4B3B-BD11-698718A29A94}" dt="2019-10-25T05:39:43.091" v="160"/>
          <ac:cxnSpMkLst>
            <pc:docMk/>
            <pc:sldMk cId="3701024981" sldId="269"/>
            <ac:cxnSpMk id="14" creationId="{4D10B893-E0FE-46DF-80D6-199811A17146}"/>
          </ac:cxnSpMkLst>
        </pc:cxnChg>
        <pc:cxnChg chg="add del">
          <ac:chgData name="CHOI JUNHO" userId="2ed797a4709b55ca" providerId="LiveId" clId="{5B9CC2E5-527B-4B3B-BD11-698718A29A94}" dt="2019-10-25T05:39:43.091" v="160"/>
          <ac:cxnSpMkLst>
            <pc:docMk/>
            <pc:sldMk cId="3701024981" sldId="269"/>
            <ac:cxnSpMk id="16" creationId="{12A53819-03BD-4B6C-BA3A-67E5FADA8D82}"/>
          </ac:cxnSpMkLst>
        </pc:cxnChg>
        <pc:cxnChg chg="add del">
          <ac:chgData name="CHOI JUNHO" userId="2ed797a4709b55ca" providerId="LiveId" clId="{5B9CC2E5-527B-4B3B-BD11-698718A29A94}" dt="2019-10-25T05:39:43.091" v="160"/>
          <ac:cxnSpMkLst>
            <pc:docMk/>
            <pc:sldMk cId="3701024981" sldId="269"/>
            <ac:cxnSpMk id="17" creationId="{CA189BD0-8ABA-4B19-A1FC-439808C916E1}"/>
          </ac:cxnSpMkLst>
        </pc:cxnChg>
        <pc:cxnChg chg="add del">
          <ac:chgData name="CHOI JUNHO" userId="2ed797a4709b55ca" providerId="LiveId" clId="{5B9CC2E5-527B-4B3B-BD11-698718A29A94}" dt="2019-10-25T05:39:43.091" v="160"/>
          <ac:cxnSpMkLst>
            <pc:docMk/>
            <pc:sldMk cId="3701024981" sldId="269"/>
            <ac:cxnSpMk id="21" creationId="{0755AE1B-1292-4706-82C2-E86CEE5D57F4}"/>
          </ac:cxnSpMkLst>
        </pc:cxnChg>
        <pc:cxnChg chg="add del">
          <ac:chgData name="CHOI JUNHO" userId="2ed797a4709b55ca" providerId="LiveId" clId="{5B9CC2E5-527B-4B3B-BD11-698718A29A94}" dt="2019-10-25T05:39:43.091" v="160"/>
          <ac:cxnSpMkLst>
            <pc:docMk/>
            <pc:sldMk cId="3701024981" sldId="269"/>
            <ac:cxnSpMk id="25" creationId="{AF2F0707-670F-41E7-B582-F1BF57596932}"/>
          </ac:cxnSpMkLst>
        </pc:cxnChg>
        <pc:cxnChg chg="add del">
          <ac:chgData name="CHOI JUNHO" userId="2ed797a4709b55ca" providerId="LiveId" clId="{5B9CC2E5-527B-4B3B-BD11-698718A29A94}" dt="2019-10-25T05:39:43.091" v="160"/>
          <ac:cxnSpMkLst>
            <pc:docMk/>
            <pc:sldMk cId="3701024981" sldId="269"/>
            <ac:cxnSpMk id="36" creationId="{FC81A4C2-34EF-4E69-B458-65C8DEEC0BEC}"/>
          </ac:cxnSpMkLst>
        </pc:cxnChg>
        <pc:cxnChg chg="add del">
          <ac:chgData name="CHOI JUNHO" userId="2ed797a4709b55ca" providerId="LiveId" clId="{5B9CC2E5-527B-4B3B-BD11-698718A29A94}" dt="2019-10-25T05:39:43.091" v="160"/>
          <ac:cxnSpMkLst>
            <pc:docMk/>
            <pc:sldMk cId="3701024981" sldId="269"/>
            <ac:cxnSpMk id="40" creationId="{D3F612FB-84D3-4CB9-8678-4C4204749EC2}"/>
          </ac:cxnSpMkLst>
        </pc:cxnChg>
        <pc:cxnChg chg="add del">
          <ac:chgData name="CHOI JUNHO" userId="2ed797a4709b55ca" providerId="LiveId" clId="{5B9CC2E5-527B-4B3B-BD11-698718A29A94}" dt="2019-10-25T05:39:43.091" v="160"/>
          <ac:cxnSpMkLst>
            <pc:docMk/>
            <pc:sldMk cId="3701024981" sldId="269"/>
            <ac:cxnSpMk id="41" creationId="{A8F6D12E-9AF9-4F2C-B6CD-EFAC7B1C7FD2}"/>
          </ac:cxnSpMkLst>
        </pc:cxnChg>
        <pc:cxnChg chg="add del">
          <ac:chgData name="CHOI JUNHO" userId="2ed797a4709b55ca" providerId="LiveId" clId="{5B9CC2E5-527B-4B3B-BD11-698718A29A94}" dt="2019-10-25T05:39:43.091" v="160"/>
          <ac:cxnSpMkLst>
            <pc:docMk/>
            <pc:sldMk cId="3701024981" sldId="269"/>
            <ac:cxnSpMk id="42" creationId="{6430F623-9B70-4714-9B24-FE16A78CF560}"/>
          </ac:cxnSpMkLst>
        </pc:cxnChg>
        <pc:cxnChg chg="add del">
          <ac:chgData name="CHOI JUNHO" userId="2ed797a4709b55ca" providerId="LiveId" clId="{5B9CC2E5-527B-4B3B-BD11-698718A29A94}" dt="2019-10-25T05:39:43.091" v="160"/>
          <ac:cxnSpMkLst>
            <pc:docMk/>
            <pc:sldMk cId="3701024981" sldId="269"/>
            <ac:cxnSpMk id="45" creationId="{984BB242-CBFE-4F96-9AA3-1D2498C68D10}"/>
          </ac:cxnSpMkLst>
        </pc:cxnChg>
        <pc:cxnChg chg="add del">
          <ac:chgData name="CHOI JUNHO" userId="2ed797a4709b55ca" providerId="LiveId" clId="{5B9CC2E5-527B-4B3B-BD11-698718A29A94}" dt="2019-10-25T05:39:43.091" v="160"/>
          <ac:cxnSpMkLst>
            <pc:docMk/>
            <pc:sldMk cId="3701024981" sldId="269"/>
            <ac:cxnSpMk id="49" creationId="{4EE1EE90-A5E1-482E-9CD5-FB07695FE87F}"/>
          </ac:cxnSpMkLst>
        </pc:cxnChg>
        <pc:cxnChg chg="add del">
          <ac:chgData name="CHOI JUNHO" userId="2ed797a4709b55ca" providerId="LiveId" clId="{5B9CC2E5-527B-4B3B-BD11-698718A29A94}" dt="2019-10-25T05:39:43.091" v="160"/>
          <ac:cxnSpMkLst>
            <pc:docMk/>
            <pc:sldMk cId="3701024981" sldId="269"/>
            <ac:cxnSpMk id="58" creationId="{2713420F-18A1-4F23-A165-5053CA5DA8C1}"/>
          </ac:cxnSpMkLst>
        </pc:cxnChg>
        <pc:cxnChg chg="add del">
          <ac:chgData name="CHOI JUNHO" userId="2ed797a4709b55ca" providerId="LiveId" clId="{5B9CC2E5-527B-4B3B-BD11-698718A29A94}" dt="2019-10-25T05:39:43.091" v="160"/>
          <ac:cxnSpMkLst>
            <pc:docMk/>
            <pc:sldMk cId="3701024981" sldId="269"/>
            <ac:cxnSpMk id="65" creationId="{32F873C4-4D37-4C58-A756-3A233C0C6F40}"/>
          </ac:cxnSpMkLst>
        </pc:cxnChg>
        <pc:cxnChg chg="add del">
          <ac:chgData name="CHOI JUNHO" userId="2ed797a4709b55ca" providerId="LiveId" clId="{5B9CC2E5-527B-4B3B-BD11-698718A29A94}" dt="2019-10-25T05:39:43.091" v="160"/>
          <ac:cxnSpMkLst>
            <pc:docMk/>
            <pc:sldMk cId="3701024981" sldId="269"/>
            <ac:cxnSpMk id="66" creationId="{2AD7751B-C43C-4372-B4B2-18A2B5F8A570}"/>
          </ac:cxnSpMkLst>
        </pc:cxnChg>
        <pc:cxnChg chg="add del">
          <ac:chgData name="CHOI JUNHO" userId="2ed797a4709b55ca" providerId="LiveId" clId="{5B9CC2E5-527B-4B3B-BD11-698718A29A94}" dt="2019-10-25T05:39:43.091" v="160"/>
          <ac:cxnSpMkLst>
            <pc:docMk/>
            <pc:sldMk cId="3701024981" sldId="269"/>
            <ac:cxnSpMk id="68" creationId="{FDEB2FCA-AA88-456C-8676-479C3DBC21C6}"/>
          </ac:cxnSpMkLst>
        </pc:cxnChg>
        <pc:cxnChg chg="add mod">
          <ac:chgData name="CHOI JUNHO" userId="2ed797a4709b55ca" providerId="LiveId" clId="{5B9CC2E5-527B-4B3B-BD11-698718A29A94}" dt="2019-10-25T07:13:42.093" v="1189" actId="1076"/>
          <ac:cxnSpMkLst>
            <pc:docMk/>
            <pc:sldMk cId="3701024981" sldId="269"/>
            <ac:cxnSpMk id="71" creationId="{0EB19EE5-9465-4623-B5E6-86A4EEA948BC}"/>
          </ac:cxnSpMkLst>
        </pc:cxnChg>
        <pc:cxnChg chg="add del mod">
          <ac:chgData name="CHOI JUNHO" userId="2ed797a4709b55ca" providerId="LiveId" clId="{5B9CC2E5-527B-4B3B-BD11-698718A29A94}" dt="2019-10-25T06:27:24.910" v="532" actId="478"/>
          <ac:cxnSpMkLst>
            <pc:docMk/>
            <pc:sldMk cId="3701024981" sldId="269"/>
            <ac:cxnSpMk id="74" creationId="{6992C6D2-C648-43B7-A8F1-8CB36F4281D0}"/>
          </ac:cxnSpMkLst>
        </pc:cxnChg>
        <pc:cxnChg chg="add mod">
          <ac:chgData name="CHOI JUNHO" userId="2ed797a4709b55ca" providerId="LiveId" clId="{5B9CC2E5-527B-4B3B-BD11-698718A29A94}" dt="2019-10-25T07:13:42.093" v="1189" actId="1076"/>
          <ac:cxnSpMkLst>
            <pc:docMk/>
            <pc:sldMk cId="3701024981" sldId="269"/>
            <ac:cxnSpMk id="75" creationId="{3EAA323F-DBB6-4EA2-A233-C692700A4A09}"/>
          </ac:cxnSpMkLst>
        </pc:cxnChg>
        <pc:cxnChg chg="add mod">
          <ac:chgData name="CHOI JUNHO" userId="2ed797a4709b55ca" providerId="LiveId" clId="{5B9CC2E5-527B-4B3B-BD11-698718A29A94}" dt="2019-10-25T07:13:42.093" v="1189" actId="1076"/>
          <ac:cxnSpMkLst>
            <pc:docMk/>
            <pc:sldMk cId="3701024981" sldId="269"/>
            <ac:cxnSpMk id="78" creationId="{D05A348D-A722-4F99-9226-69B4D9EA6C86}"/>
          </ac:cxnSpMkLst>
        </pc:cxnChg>
        <pc:cxnChg chg="add del mod">
          <ac:chgData name="CHOI JUNHO" userId="2ed797a4709b55ca" providerId="LiveId" clId="{5B9CC2E5-527B-4B3B-BD11-698718A29A94}" dt="2019-10-25T05:51:46.362" v="406" actId="478"/>
          <ac:cxnSpMkLst>
            <pc:docMk/>
            <pc:sldMk cId="3701024981" sldId="269"/>
            <ac:cxnSpMk id="80" creationId="{59FCD48E-D5DB-4DC5-B725-96E43EF95485}"/>
          </ac:cxnSpMkLst>
        </pc:cxnChg>
        <pc:cxnChg chg="add mod">
          <ac:chgData name="CHOI JUNHO" userId="2ed797a4709b55ca" providerId="LiveId" clId="{5B9CC2E5-527B-4B3B-BD11-698718A29A94}" dt="2019-10-25T07:13:42.093" v="1189" actId="1076"/>
          <ac:cxnSpMkLst>
            <pc:docMk/>
            <pc:sldMk cId="3701024981" sldId="269"/>
            <ac:cxnSpMk id="81" creationId="{1531A96F-ADC4-488E-B8F7-C84DFF9517F3}"/>
          </ac:cxnSpMkLst>
        </pc:cxnChg>
        <pc:cxnChg chg="add del mod">
          <ac:chgData name="CHOI JUNHO" userId="2ed797a4709b55ca" providerId="LiveId" clId="{5B9CC2E5-527B-4B3B-BD11-698718A29A94}" dt="2019-10-25T06:28:38.255" v="566" actId="478"/>
          <ac:cxnSpMkLst>
            <pc:docMk/>
            <pc:sldMk cId="3701024981" sldId="269"/>
            <ac:cxnSpMk id="85" creationId="{D6902273-800C-4829-9318-3C57F8444D23}"/>
          </ac:cxnSpMkLst>
        </pc:cxnChg>
        <pc:cxnChg chg="add mod">
          <ac:chgData name="CHOI JUNHO" userId="2ed797a4709b55ca" providerId="LiveId" clId="{5B9CC2E5-527B-4B3B-BD11-698718A29A94}" dt="2019-10-25T07:13:42.093" v="1189" actId="1076"/>
          <ac:cxnSpMkLst>
            <pc:docMk/>
            <pc:sldMk cId="3701024981" sldId="269"/>
            <ac:cxnSpMk id="89" creationId="{47020681-DCBB-4A06-927F-F33D01FFE2F6}"/>
          </ac:cxnSpMkLst>
        </pc:cxnChg>
        <pc:cxnChg chg="add del mod">
          <ac:chgData name="CHOI JUNHO" userId="2ed797a4709b55ca" providerId="LiveId" clId="{5B9CC2E5-527B-4B3B-BD11-698718A29A94}" dt="2019-10-25T07:13:15.741" v="1182" actId="478"/>
          <ac:cxnSpMkLst>
            <pc:docMk/>
            <pc:sldMk cId="3701024981" sldId="269"/>
            <ac:cxnSpMk id="100" creationId="{E8672D36-1605-4143-BB1F-200DD00DC313}"/>
          </ac:cxnSpMkLst>
        </pc:cxnChg>
        <pc:cxnChg chg="add del mod">
          <ac:chgData name="CHOI JUNHO" userId="2ed797a4709b55ca" providerId="LiveId" clId="{5B9CC2E5-527B-4B3B-BD11-698718A29A94}" dt="2019-10-25T06:32:48.607" v="719" actId="478"/>
          <ac:cxnSpMkLst>
            <pc:docMk/>
            <pc:sldMk cId="3701024981" sldId="269"/>
            <ac:cxnSpMk id="104" creationId="{E9BF8B63-ACAA-488F-BEF8-3889D9803123}"/>
          </ac:cxnSpMkLst>
        </pc:cxnChg>
        <pc:cxnChg chg="add del mod">
          <ac:chgData name="CHOI JUNHO" userId="2ed797a4709b55ca" providerId="LiveId" clId="{5B9CC2E5-527B-4B3B-BD11-698718A29A94}" dt="2019-10-25T06:30:16.492" v="710" actId="478"/>
          <ac:cxnSpMkLst>
            <pc:docMk/>
            <pc:sldMk cId="3701024981" sldId="269"/>
            <ac:cxnSpMk id="105" creationId="{A36759AF-AF89-463C-BAB3-4680DC99FD06}"/>
          </ac:cxnSpMkLst>
        </pc:cxnChg>
        <pc:cxnChg chg="add del mod">
          <ac:chgData name="CHOI JUNHO" userId="2ed797a4709b55ca" providerId="LiveId" clId="{5B9CC2E5-527B-4B3B-BD11-698718A29A94}" dt="2019-10-25T06:32:48.607" v="719" actId="478"/>
          <ac:cxnSpMkLst>
            <pc:docMk/>
            <pc:sldMk cId="3701024981" sldId="269"/>
            <ac:cxnSpMk id="106" creationId="{052D78D7-57D9-4C47-9020-0A600D3C5380}"/>
          </ac:cxnSpMkLst>
        </pc:cxnChg>
        <pc:cxnChg chg="add del mod">
          <ac:chgData name="CHOI JUNHO" userId="2ed797a4709b55ca" providerId="LiveId" clId="{5B9CC2E5-527B-4B3B-BD11-698718A29A94}" dt="2019-10-25T06:32:48.607" v="719" actId="478"/>
          <ac:cxnSpMkLst>
            <pc:docMk/>
            <pc:sldMk cId="3701024981" sldId="269"/>
            <ac:cxnSpMk id="109" creationId="{A58DC7D0-3FD2-40A5-8183-8077FD8FDF3C}"/>
          </ac:cxnSpMkLst>
        </pc:cxnChg>
        <pc:cxnChg chg="add del mod">
          <ac:chgData name="CHOI JUNHO" userId="2ed797a4709b55ca" providerId="LiveId" clId="{5B9CC2E5-527B-4B3B-BD11-698718A29A94}" dt="2019-10-25T07:13:15.741" v="1182" actId="478"/>
          <ac:cxnSpMkLst>
            <pc:docMk/>
            <pc:sldMk cId="3701024981" sldId="269"/>
            <ac:cxnSpMk id="113" creationId="{A2214370-40F2-4D7B-93AC-05D0BC99C6C0}"/>
          </ac:cxnSpMkLst>
        </pc:cxnChg>
        <pc:cxnChg chg="add del">
          <ac:chgData name="CHOI JUNHO" userId="2ed797a4709b55ca" providerId="LiveId" clId="{5B9CC2E5-527B-4B3B-BD11-698718A29A94}" dt="2019-10-25T05:39:54.069" v="162" actId="478"/>
          <ac:cxnSpMkLst>
            <pc:docMk/>
            <pc:sldMk cId="3701024981" sldId="269"/>
            <ac:cxnSpMk id="122" creationId="{EB0EFF9E-80F3-4A60-8B2F-03E97EB2DC74}"/>
          </ac:cxnSpMkLst>
        </pc:cxnChg>
        <pc:cxnChg chg="add del mod">
          <ac:chgData name="CHOI JUNHO" userId="2ed797a4709b55ca" providerId="LiveId" clId="{5B9CC2E5-527B-4B3B-BD11-698718A29A94}" dt="2019-10-25T06:32:48.607" v="719" actId="478"/>
          <ac:cxnSpMkLst>
            <pc:docMk/>
            <pc:sldMk cId="3701024981" sldId="269"/>
            <ac:cxnSpMk id="129" creationId="{BA0AB1E8-26AA-410F-AEFC-695C43A5A608}"/>
          </ac:cxnSpMkLst>
        </pc:cxnChg>
        <pc:cxnChg chg="add del mod">
          <ac:chgData name="CHOI JUNHO" userId="2ed797a4709b55ca" providerId="LiveId" clId="{5B9CC2E5-527B-4B3B-BD11-698718A29A94}" dt="2019-10-25T07:13:15.741" v="1182" actId="478"/>
          <ac:cxnSpMkLst>
            <pc:docMk/>
            <pc:sldMk cId="3701024981" sldId="269"/>
            <ac:cxnSpMk id="130" creationId="{387D208A-160D-4847-B605-F532134080E8}"/>
          </ac:cxnSpMkLst>
        </pc:cxnChg>
        <pc:cxnChg chg="add del mod">
          <ac:chgData name="CHOI JUNHO" userId="2ed797a4709b55ca" providerId="LiveId" clId="{5B9CC2E5-527B-4B3B-BD11-698718A29A94}" dt="2019-10-25T07:13:15.741" v="1182" actId="478"/>
          <ac:cxnSpMkLst>
            <pc:docMk/>
            <pc:sldMk cId="3701024981" sldId="269"/>
            <ac:cxnSpMk id="132" creationId="{AE5F4CD1-B006-4839-A069-1AF149D652B2}"/>
          </ac:cxnSpMkLst>
        </pc:cxnChg>
        <pc:cxnChg chg="add del">
          <ac:chgData name="CHOI JUNHO" userId="2ed797a4709b55ca" providerId="LiveId" clId="{5B9CC2E5-527B-4B3B-BD11-698718A29A94}" dt="2019-10-25T06:19:24.893" v="413" actId="478"/>
          <ac:cxnSpMkLst>
            <pc:docMk/>
            <pc:sldMk cId="3701024981" sldId="269"/>
            <ac:cxnSpMk id="144" creationId="{563164BD-0186-4492-81E6-AF722D320517}"/>
          </ac:cxnSpMkLst>
        </pc:cxnChg>
        <pc:cxnChg chg="add mod">
          <ac:chgData name="CHOI JUNHO" userId="2ed797a4709b55ca" providerId="LiveId" clId="{5B9CC2E5-527B-4B3B-BD11-698718A29A94}" dt="2019-10-25T07:13:42.093" v="1189" actId="1076"/>
          <ac:cxnSpMkLst>
            <pc:docMk/>
            <pc:sldMk cId="3701024981" sldId="269"/>
            <ac:cxnSpMk id="145" creationId="{1844ECF1-8D41-4F66-9DF0-1A724E1BBF8D}"/>
          </ac:cxnSpMkLst>
        </pc:cxnChg>
        <pc:cxnChg chg="add mod">
          <ac:chgData name="CHOI JUNHO" userId="2ed797a4709b55ca" providerId="LiveId" clId="{5B9CC2E5-527B-4B3B-BD11-698718A29A94}" dt="2019-10-25T07:13:42.093" v="1189" actId="1076"/>
          <ac:cxnSpMkLst>
            <pc:docMk/>
            <pc:sldMk cId="3701024981" sldId="269"/>
            <ac:cxnSpMk id="151" creationId="{CD6A5F96-73E1-42FF-92DC-3027731D9A6D}"/>
          </ac:cxnSpMkLst>
        </pc:cxnChg>
        <pc:cxnChg chg="add del mod">
          <ac:chgData name="CHOI JUNHO" userId="2ed797a4709b55ca" providerId="LiveId" clId="{5B9CC2E5-527B-4B3B-BD11-698718A29A94}" dt="2019-10-25T06:32:12.084" v="714" actId="478"/>
          <ac:cxnSpMkLst>
            <pc:docMk/>
            <pc:sldMk cId="3701024981" sldId="269"/>
            <ac:cxnSpMk id="154" creationId="{81E88BD0-4DBA-4347-B762-6A491B45153C}"/>
          </ac:cxnSpMkLst>
        </pc:cxnChg>
        <pc:cxnChg chg="add mod">
          <ac:chgData name="CHOI JUNHO" userId="2ed797a4709b55ca" providerId="LiveId" clId="{5B9CC2E5-527B-4B3B-BD11-698718A29A94}" dt="2019-10-25T07:13:42.093" v="1189" actId="1076"/>
          <ac:cxnSpMkLst>
            <pc:docMk/>
            <pc:sldMk cId="3701024981" sldId="269"/>
            <ac:cxnSpMk id="176" creationId="{F0764B5C-7996-4555-A6C8-DCF384F07B15}"/>
          </ac:cxnSpMkLst>
        </pc:cxnChg>
        <pc:cxnChg chg="add mod">
          <ac:chgData name="CHOI JUNHO" userId="2ed797a4709b55ca" providerId="LiveId" clId="{5B9CC2E5-527B-4B3B-BD11-698718A29A94}" dt="2019-10-25T07:13:42.093" v="1189" actId="1076"/>
          <ac:cxnSpMkLst>
            <pc:docMk/>
            <pc:sldMk cId="3701024981" sldId="269"/>
            <ac:cxnSpMk id="184" creationId="{2038451C-79FF-48C2-8602-E9EAA305AAD6}"/>
          </ac:cxnSpMkLst>
        </pc:cxnChg>
      </pc:sldChg>
      <pc:sldChg chg="addSp delSp modSp add">
        <pc:chgData name="CHOI JUNHO" userId="2ed797a4709b55ca" providerId="LiveId" clId="{5B9CC2E5-527B-4B3B-BD11-698718A29A94}" dt="2019-10-28T03:27:06.874" v="5463" actId="20577"/>
        <pc:sldMkLst>
          <pc:docMk/>
          <pc:sldMk cId="1665297153" sldId="270"/>
        </pc:sldMkLst>
        <pc:spChg chg="mod">
          <ac:chgData name="CHOI JUNHO" userId="2ed797a4709b55ca" providerId="LiveId" clId="{5B9CC2E5-527B-4B3B-BD11-698718A29A94}" dt="2019-10-28T03:22:41.795" v="5423" actId="20577"/>
          <ac:spMkLst>
            <pc:docMk/>
            <pc:sldMk cId="1665297153" sldId="270"/>
            <ac:spMk id="2" creationId="{C0A9B755-95D3-4E21-9F5C-A6467321ABBF}"/>
          </ac:spMkLst>
        </pc:spChg>
        <pc:spChg chg="add mod">
          <ac:chgData name="CHOI JUNHO" userId="2ed797a4709b55ca" providerId="LiveId" clId="{5B9CC2E5-527B-4B3B-BD11-698718A29A94}" dt="2019-10-25T08:20:09.419" v="3103" actId="1076"/>
          <ac:spMkLst>
            <pc:docMk/>
            <pc:sldMk cId="1665297153" sldId="270"/>
            <ac:spMk id="3" creationId="{08404561-832C-42A9-BCE1-4B921D68F947}"/>
          </ac:spMkLst>
        </pc:spChg>
        <pc:spChg chg="add del mod">
          <ac:chgData name="CHOI JUNHO" userId="2ed797a4709b55ca" providerId="LiveId" clId="{5B9CC2E5-527B-4B3B-BD11-698718A29A94}" dt="2019-10-25T08:13:03.332" v="2949" actId="478"/>
          <ac:spMkLst>
            <pc:docMk/>
            <pc:sldMk cId="1665297153" sldId="270"/>
            <ac:spMk id="4" creationId="{FF4389FC-924B-442D-9CE5-AE54ADC0657C}"/>
          </ac:spMkLst>
        </pc:spChg>
        <pc:spChg chg="add del mod">
          <ac:chgData name="CHOI JUNHO" userId="2ed797a4709b55ca" providerId="LiveId" clId="{5B9CC2E5-527B-4B3B-BD11-698718A29A94}" dt="2019-10-25T07:34:11.627" v="1816" actId="478"/>
          <ac:spMkLst>
            <pc:docMk/>
            <pc:sldMk cId="1665297153" sldId="270"/>
            <ac:spMk id="6" creationId="{10832364-E72E-4F8B-BFF7-FBA34E68733F}"/>
          </ac:spMkLst>
        </pc:spChg>
        <pc:spChg chg="add mod">
          <ac:chgData name="CHOI JUNHO" userId="2ed797a4709b55ca" providerId="LiveId" clId="{5B9CC2E5-527B-4B3B-BD11-698718A29A94}" dt="2019-10-25T08:20:09.419" v="3103" actId="1076"/>
          <ac:spMkLst>
            <pc:docMk/>
            <pc:sldMk cId="1665297153" sldId="270"/>
            <ac:spMk id="8" creationId="{5B3699D4-E2C7-49B9-B41C-250D3577104E}"/>
          </ac:spMkLst>
        </pc:spChg>
        <pc:spChg chg="add del mod">
          <ac:chgData name="CHOI JUNHO" userId="2ed797a4709b55ca" providerId="LiveId" clId="{5B9CC2E5-527B-4B3B-BD11-698718A29A94}" dt="2019-10-25T07:34:11.627" v="1816" actId="478"/>
          <ac:spMkLst>
            <pc:docMk/>
            <pc:sldMk cId="1665297153" sldId="270"/>
            <ac:spMk id="9" creationId="{249044E2-7F89-4F2D-98B4-F40F27701E2B}"/>
          </ac:spMkLst>
        </pc:spChg>
        <pc:spChg chg="add del mod">
          <ac:chgData name="CHOI JUNHO" userId="2ed797a4709b55ca" providerId="LiveId" clId="{5B9CC2E5-527B-4B3B-BD11-698718A29A94}" dt="2019-10-25T07:34:11.627" v="1816" actId="478"/>
          <ac:spMkLst>
            <pc:docMk/>
            <pc:sldMk cId="1665297153" sldId="270"/>
            <ac:spMk id="12" creationId="{9263FB49-5653-42EE-9DE3-44B39B5864DF}"/>
          </ac:spMkLst>
        </pc:spChg>
        <pc:spChg chg="add del mod">
          <ac:chgData name="CHOI JUNHO" userId="2ed797a4709b55ca" providerId="LiveId" clId="{5B9CC2E5-527B-4B3B-BD11-698718A29A94}" dt="2019-10-25T07:34:11.627" v="1816" actId="478"/>
          <ac:spMkLst>
            <pc:docMk/>
            <pc:sldMk cId="1665297153" sldId="270"/>
            <ac:spMk id="13" creationId="{D82CBA51-CB7F-44EF-BE32-A3EF4EB0264B}"/>
          </ac:spMkLst>
        </pc:spChg>
        <pc:spChg chg="add mod">
          <ac:chgData name="CHOI JUNHO" userId="2ed797a4709b55ca" providerId="LiveId" clId="{5B9CC2E5-527B-4B3B-BD11-698718A29A94}" dt="2019-10-25T08:20:09.419" v="3103" actId="1076"/>
          <ac:spMkLst>
            <pc:docMk/>
            <pc:sldMk cId="1665297153" sldId="270"/>
            <ac:spMk id="14" creationId="{E186A483-920D-49FF-BB8D-66835DCA4BF2}"/>
          </ac:spMkLst>
        </pc:spChg>
        <pc:spChg chg="add del mod">
          <ac:chgData name="CHOI JUNHO" userId="2ed797a4709b55ca" providerId="LiveId" clId="{5B9CC2E5-527B-4B3B-BD11-698718A29A94}" dt="2019-10-25T08:13:03.332" v="2949" actId="478"/>
          <ac:spMkLst>
            <pc:docMk/>
            <pc:sldMk cId="1665297153" sldId="270"/>
            <ac:spMk id="16" creationId="{13495D62-71EC-4A55-8745-A80EEF8D4AE7}"/>
          </ac:spMkLst>
        </pc:spChg>
        <pc:spChg chg="add del mod">
          <ac:chgData name="CHOI JUNHO" userId="2ed797a4709b55ca" providerId="LiveId" clId="{5B9CC2E5-527B-4B3B-BD11-698718A29A94}" dt="2019-10-25T08:13:03.332" v="2949" actId="478"/>
          <ac:spMkLst>
            <pc:docMk/>
            <pc:sldMk cId="1665297153" sldId="270"/>
            <ac:spMk id="17" creationId="{47ECFC45-9AAF-4992-905F-0E47D5B88A07}"/>
          </ac:spMkLst>
        </pc:spChg>
        <pc:spChg chg="add mod">
          <ac:chgData name="CHOI JUNHO" userId="2ed797a4709b55ca" providerId="LiveId" clId="{5B9CC2E5-527B-4B3B-BD11-698718A29A94}" dt="2019-10-25T07:26:51.746" v="1431" actId="164"/>
          <ac:spMkLst>
            <pc:docMk/>
            <pc:sldMk cId="1665297153" sldId="270"/>
            <ac:spMk id="19" creationId="{FD0B5C08-D654-41F3-A606-8B332515FE24}"/>
          </ac:spMkLst>
        </pc:spChg>
        <pc:spChg chg="add mod">
          <ac:chgData name="CHOI JUNHO" userId="2ed797a4709b55ca" providerId="LiveId" clId="{5B9CC2E5-527B-4B3B-BD11-698718A29A94}" dt="2019-10-25T09:32:46.964" v="4240" actId="20577"/>
          <ac:spMkLst>
            <pc:docMk/>
            <pc:sldMk cId="1665297153" sldId="270"/>
            <ac:spMk id="20" creationId="{B08C0ABE-CEC2-45B7-B4B6-4CED578B42DD}"/>
          </ac:spMkLst>
        </pc:spChg>
        <pc:spChg chg="add del mod">
          <ac:chgData name="CHOI JUNHO" userId="2ed797a4709b55ca" providerId="LiveId" clId="{5B9CC2E5-527B-4B3B-BD11-698718A29A94}" dt="2019-10-25T07:41:04.896" v="2215" actId="478"/>
          <ac:spMkLst>
            <pc:docMk/>
            <pc:sldMk cId="1665297153" sldId="270"/>
            <ac:spMk id="23" creationId="{5B2EB2E4-7ED3-49A4-8255-F4CAA485C6C4}"/>
          </ac:spMkLst>
        </pc:spChg>
        <pc:spChg chg="add del mod">
          <ac:chgData name="CHOI JUNHO" userId="2ed797a4709b55ca" providerId="LiveId" clId="{5B9CC2E5-527B-4B3B-BD11-698718A29A94}" dt="2019-10-25T07:41:04.896" v="2215" actId="478"/>
          <ac:spMkLst>
            <pc:docMk/>
            <pc:sldMk cId="1665297153" sldId="270"/>
            <ac:spMk id="26" creationId="{A21C7313-6FEB-41E8-B2C8-06DEF7FA9861}"/>
          </ac:spMkLst>
        </pc:spChg>
        <pc:spChg chg="mod topLvl">
          <ac:chgData name="CHOI JUNHO" userId="2ed797a4709b55ca" providerId="LiveId" clId="{5B9CC2E5-527B-4B3B-BD11-698718A29A94}" dt="2019-10-25T08:08:26.670" v="2783" actId="164"/>
          <ac:spMkLst>
            <pc:docMk/>
            <pc:sldMk cId="1665297153" sldId="270"/>
            <ac:spMk id="31" creationId="{3DB5C3AF-CB45-4EE4-B307-366664B5C5B0}"/>
          </ac:spMkLst>
        </pc:spChg>
        <pc:spChg chg="del mod topLvl">
          <ac:chgData name="CHOI JUNHO" userId="2ed797a4709b55ca" providerId="LiveId" clId="{5B9CC2E5-527B-4B3B-BD11-698718A29A94}" dt="2019-10-25T07:41:03.633" v="2214" actId="478"/>
          <ac:spMkLst>
            <pc:docMk/>
            <pc:sldMk cId="1665297153" sldId="270"/>
            <ac:spMk id="32" creationId="{0783D4FA-5DB4-48B1-8D7F-3E4CFB83A192}"/>
          </ac:spMkLst>
        </pc:spChg>
        <pc:spChg chg="del mod topLvl">
          <ac:chgData name="CHOI JUNHO" userId="2ed797a4709b55ca" providerId="LiveId" clId="{5B9CC2E5-527B-4B3B-BD11-698718A29A94}" dt="2019-10-25T07:30:26.829" v="1757" actId="478"/>
          <ac:spMkLst>
            <pc:docMk/>
            <pc:sldMk cId="1665297153" sldId="270"/>
            <ac:spMk id="33" creationId="{DDCC2AE1-558B-4A27-A9D2-473142282FE0}"/>
          </ac:spMkLst>
        </pc:spChg>
        <pc:spChg chg="del mod topLvl">
          <ac:chgData name="CHOI JUNHO" userId="2ed797a4709b55ca" providerId="LiveId" clId="{5B9CC2E5-527B-4B3B-BD11-698718A29A94}" dt="2019-10-25T07:41:03.633" v="2214" actId="478"/>
          <ac:spMkLst>
            <pc:docMk/>
            <pc:sldMk cId="1665297153" sldId="270"/>
            <ac:spMk id="35" creationId="{04AC251E-AE3A-4597-9D09-8990198704B2}"/>
          </ac:spMkLst>
        </pc:spChg>
        <pc:spChg chg="mod topLvl">
          <ac:chgData name="CHOI JUNHO" userId="2ed797a4709b55ca" providerId="LiveId" clId="{5B9CC2E5-527B-4B3B-BD11-698718A29A94}" dt="2019-10-25T08:08:26.670" v="2783" actId="164"/>
          <ac:spMkLst>
            <pc:docMk/>
            <pc:sldMk cId="1665297153" sldId="270"/>
            <ac:spMk id="36" creationId="{60260993-490A-46A8-B8B1-6468B822C259}"/>
          </ac:spMkLst>
        </pc:spChg>
        <pc:spChg chg="add mod topLvl">
          <ac:chgData name="CHOI JUNHO" userId="2ed797a4709b55ca" providerId="LiveId" clId="{5B9CC2E5-527B-4B3B-BD11-698718A29A94}" dt="2019-10-25T08:08:26.670" v="2783" actId="164"/>
          <ac:spMkLst>
            <pc:docMk/>
            <pc:sldMk cId="1665297153" sldId="270"/>
            <ac:spMk id="37" creationId="{A84E1EA7-FC20-4F13-959F-3F8D1C5D07AF}"/>
          </ac:spMkLst>
        </pc:spChg>
        <pc:spChg chg="add">
          <ac:chgData name="CHOI JUNHO" userId="2ed797a4709b55ca" providerId="LiveId" clId="{5B9CC2E5-527B-4B3B-BD11-698718A29A94}" dt="2019-10-25T08:56:56.736" v="4214"/>
          <ac:spMkLst>
            <pc:docMk/>
            <pc:sldMk cId="1665297153" sldId="270"/>
            <ac:spMk id="38" creationId="{3E92179B-1D51-42D9-BFB2-F36184AEE02B}"/>
          </ac:spMkLst>
        </pc:spChg>
        <pc:spChg chg="add del mod">
          <ac:chgData name="CHOI JUNHO" userId="2ed797a4709b55ca" providerId="LiveId" clId="{5B9CC2E5-527B-4B3B-BD11-698718A29A94}" dt="2019-10-25T07:53:55.807" v="2615" actId="478"/>
          <ac:spMkLst>
            <pc:docMk/>
            <pc:sldMk cId="1665297153" sldId="270"/>
            <ac:spMk id="41" creationId="{1ACD5A0F-2823-4294-A943-32E9C5491F8D}"/>
          </ac:spMkLst>
        </pc:spChg>
        <pc:spChg chg="mod topLvl">
          <ac:chgData name="CHOI JUNHO" userId="2ed797a4709b55ca" providerId="LiveId" clId="{5B9CC2E5-527B-4B3B-BD11-698718A29A94}" dt="2019-10-25T08:20:09.419" v="3103" actId="1076"/>
          <ac:spMkLst>
            <pc:docMk/>
            <pc:sldMk cId="1665297153" sldId="270"/>
            <ac:spMk id="46" creationId="{2DC549A4-4D7F-4D65-BD73-01C1CF8475E9}"/>
          </ac:spMkLst>
        </pc:spChg>
        <pc:spChg chg="mod topLvl">
          <ac:chgData name="CHOI JUNHO" userId="2ed797a4709b55ca" providerId="LiveId" clId="{5B9CC2E5-527B-4B3B-BD11-698718A29A94}" dt="2019-10-25T08:20:09.419" v="3103" actId="1076"/>
          <ac:spMkLst>
            <pc:docMk/>
            <pc:sldMk cId="1665297153" sldId="270"/>
            <ac:spMk id="47" creationId="{3E80AAAD-A83C-439E-B0A3-8E7F6C20DBC8}"/>
          </ac:spMkLst>
        </pc:spChg>
        <pc:spChg chg="del">
          <ac:chgData name="CHOI JUNHO" userId="2ed797a4709b55ca" providerId="LiveId" clId="{5B9CC2E5-527B-4B3B-BD11-698718A29A94}" dt="2019-10-25T07:38:16.789" v="2175" actId="478"/>
          <ac:spMkLst>
            <pc:docMk/>
            <pc:sldMk cId="1665297153" sldId="270"/>
            <ac:spMk id="48" creationId="{E17CEA51-8EF5-420D-984C-71614A8DD1C5}"/>
          </ac:spMkLst>
        </pc:spChg>
        <pc:spChg chg="del mod topLvl">
          <ac:chgData name="CHOI JUNHO" userId="2ed797a4709b55ca" providerId="LiveId" clId="{5B9CC2E5-527B-4B3B-BD11-698718A29A94}" dt="2019-10-25T07:53:58.013" v="2616" actId="478"/>
          <ac:spMkLst>
            <pc:docMk/>
            <pc:sldMk cId="1665297153" sldId="270"/>
            <ac:spMk id="50" creationId="{538A412E-9DE7-4197-8E99-CC9F254D0EC9}"/>
          </ac:spMkLst>
        </pc:spChg>
        <pc:spChg chg="add del mod">
          <ac:chgData name="CHOI JUNHO" userId="2ed797a4709b55ca" providerId="LiveId" clId="{5B9CC2E5-527B-4B3B-BD11-698718A29A94}" dt="2019-10-25T07:41:26.623" v="2219" actId="767"/>
          <ac:spMkLst>
            <pc:docMk/>
            <pc:sldMk cId="1665297153" sldId="270"/>
            <ac:spMk id="56" creationId="{DE062B81-7231-44E2-BA83-E461FA56650B}"/>
          </ac:spMkLst>
        </pc:spChg>
        <pc:spChg chg="add mod">
          <ac:chgData name="CHOI JUNHO" userId="2ed797a4709b55ca" providerId="LiveId" clId="{5B9CC2E5-527B-4B3B-BD11-698718A29A94}" dt="2019-10-25T08:20:09.419" v="3103" actId="1076"/>
          <ac:spMkLst>
            <pc:docMk/>
            <pc:sldMk cId="1665297153" sldId="270"/>
            <ac:spMk id="57" creationId="{68FAE4D7-BB0A-46BD-A061-97A3CEB0F2F5}"/>
          </ac:spMkLst>
        </pc:spChg>
        <pc:spChg chg="add del mod">
          <ac:chgData name="CHOI JUNHO" userId="2ed797a4709b55ca" providerId="LiveId" clId="{5B9CC2E5-527B-4B3B-BD11-698718A29A94}" dt="2019-10-25T08:08:34.471" v="2784" actId="478"/>
          <ac:spMkLst>
            <pc:docMk/>
            <pc:sldMk cId="1665297153" sldId="270"/>
            <ac:spMk id="59" creationId="{2279EB48-075C-4094-99E4-324AC760D962}"/>
          </ac:spMkLst>
        </pc:spChg>
        <pc:spChg chg="add mod">
          <ac:chgData name="CHOI JUNHO" userId="2ed797a4709b55ca" providerId="LiveId" clId="{5B9CC2E5-527B-4B3B-BD11-698718A29A94}" dt="2019-10-25T08:20:09.419" v="3103" actId="1076"/>
          <ac:spMkLst>
            <pc:docMk/>
            <pc:sldMk cId="1665297153" sldId="270"/>
            <ac:spMk id="68" creationId="{C63591AB-0CF9-4E01-B39E-A6360DC90A6D}"/>
          </ac:spMkLst>
        </pc:spChg>
        <pc:spChg chg="mod topLvl">
          <ac:chgData name="CHOI JUNHO" userId="2ed797a4709b55ca" providerId="LiveId" clId="{5B9CC2E5-527B-4B3B-BD11-698718A29A94}" dt="2019-10-25T08:14:54.459" v="3003" actId="164"/>
          <ac:spMkLst>
            <pc:docMk/>
            <pc:sldMk cId="1665297153" sldId="270"/>
            <ac:spMk id="73" creationId="{D111A169-F994-4110-99B5-EA8B17DCAD2D}"/>
          </ac:spMkLst>
        </pc:spChg>
        <pc:spChg chg="del">
          <ac:chgData name="CHOI JUNHO" userId="2ed797a4709b55ca" providerId="LiveId" clId="{5B9CC2E5-527B-4B3B-BD11-698718A29A94}" dt="2019-10-25T07:49:09.543" v="2495" actId="478"/>
          <ac:spMkLst>
            <pc:docMk/>
            <pc:sldMk cId="1665297153" sldId="270"/>
            <ac:spMk id="74" creationId="{AEB8241C-6D1F-441B-880E-244202BB7940}"/>
          </ac:spMkLst>
        </pc:spChg>
        <pc:spChg chg="add del mod ord topLvl">
          <ac:chgData name="CHOI JUNHO" userId="2ed797a4709b55ca" providerId="LiveId" clId="{5B9CC2E5-527B-4B3B-BD11-698718A29A94}" dt="2019-10-25T08:20:09.419" v="3103" actId="1076"/>
          <ac:spMkLst>
            <pc:docMk/>
            <pc:sldMk cId="1665297153" sldId="270"/>
            <ac:spMk id="75" creationId="{14F262EB-1BC7-4F2B-9D2B-63FC7E71CD5A}"/>
          </ac:spMkLst>
        </pc:spChg>
        <pc:spChg chg="add mod">
          <ac:chgData name="CHOI JUNHO" userId="2ed797a4709b55ca" providerId="LiveId" clId="{5B9CC2E5-527B-4B3B-BD11-698718A29A94}" dt="2019-10-25T08:20:09.419" v="3103" actId="1076"/>
          <ac:spMkLst>
            <pc:docMk/>
            <pc:sldMk cId="1665297153" sldId="270"/>
            <ac:spMk id="80" creationId="{57A8CDCE-DDDB-4E80-9AE1-1E7CE689232A}"/>
          </ac:spMkLst>
        </pc:spChg>
        <pc:spChg chg="add del mod">
          <ac:chgData name="CHOI JUNHO" userId="2ed797a4709b55ca" providerId="LiveId" clId="{5B9CC2E5-527B-4B3B-BD11-698718A29A94}" dt="2019-10-25T07:54:16.926" v="2621" actId="478"/>
          <ac:spMkLst>
            <pc:docMk/>
            <pc:sldMk cId="1665297153" sldId="270"/>
            <ac:spMk id="84" creationId="{7CE575BD-B19F-422B-8F85-D1D0C10022DD}"/>
          </ac:spMkLst>
        </pc:spChg>
        <pc:spChg chg="add del mod">
          <ac:chgData name="CHOI JUNHO" userId="2ed797a4709b55ca" providerId="LiveId" clId="{5B9CC2E5-527B-4B3B-BD11-698718A29A94}" dt="2019-10-25T08:07:49.502" v="2774" actId="478"/>
          <ac:spMkLst>
            <pc:docMk/>
            <pc:sldMk cId="1665297153" sldId="270"/>
            <ac:spMk id="85" creationId="{20E77269-D0A0-410D-B60C-7E7F819E3DDD}"/>
          </ac:spMkLst>
        </pc:spChg>
        <pc:spChg chg="add mod topLvl">
          <ac:chgData name="CHOI JUNHO" userId="2ed797a4709b55ca" providerId="LiveId" clId="{5B9CC2E5-527B-4B3B-BD11-698718A29A94}" dt="2019-10-25T08:14:54.459" v="3003" actId="164"/>
          <ac:spMkLst>
            <pc:docMk/>
            <pc:sldMk cId="1665297153" sldId="270"/>
            <ac:spMk id="86" creationId="{22E48F6F-3D65-4529-BD02-7F2D93386095}"/>
          </ac:spMkLst>
        </pc:spChg>
        <pc:spChg chg="add del mod">
          <ac:chgData name="CHOI JUNHO" userId="2ed797a4709b55ca" providerId="LiveId" clId="{5B9CC2E5-527B-4B3B-BD11-698718A29A94}" dt="2019-10-25T07:58:52.438" v="2718" actId="478"/>
          <ac:spMkLst>
            <pc:docMk/>
            <pc:sldMk cId="1665297153" sldId="270"/>
            <ac:spMk id="91" creationId="{67F1DDFF-34E8-4894-B0FC-DC44A1455F55}"/>
          </ac:spMkLst>
        </pc:spChg>
        <pc:spChg chg="add mod">
          <ac:chgData name="CHOI JUNHO" userId="2ed797a4709b55ca" providerId="LiveId" clId="{5B9CC2E5-527B-4B3B-BD11-698718A29A94}" dt="2019-10-25T08:08:26.670" v="2783" actId="164"/>
          <ac:spMkLst>
            <pc:docMk/>
            <pc:sldMk cId="1665297153" sldId="270"/>
            <ac:spMk id="92" creationId="{AA2D3D75-EA4C-449C-873C-C730950E86E4}"/>
          </ac:spMkLst>
        </pc:spChg>
        <pc:spChg chg="add mod">
          <ac:chgData name="CHOI JUNHO" userId="2ed797a4709b55ca" providerId="LiveId" clId="{5B9CC2E5-527B-4B3B-BD11-698718A29A94}" dt="2019-10-25T09:46:05.612" v="4456" actId="1076"/>
          <ac:spMkLst>
            <pc:docMk/>
            <pc:sldMk cId="1665297153" sldId="270"/>
            <ac:spMk id="96" creationId="{F58E4629-1E48-4386-8446-A683258391AE}"/>
          </ac:spMkLst>
        </pc:spChg>
        <pc:spChg chg="add mod">
          <ac:chgData name="CHOI JUNHO" userId="2ed797a4709b55ca" providerId="LiveId" clId="{5B9CC2E5-527B-4B3B-BD11-698718A29A94}" dt="2019-10-25T08:14:54.459" v="3003" actId="164"/>
          <ac:spMkLst>
            <pc:docMk/>
            <pc:sldMk cId="1665297153" sldId="270"/>
            <ac:spMk id="103" creationId="{C4D6C2E9-5807-4764-B68C-4C88956C2063}"/>
          </ac:spMkLst>
        </pc:spChg>
        <pc:spChg chg="add mod">
          <ac:chgData name="CHOI JUNHO" userId="2ed797a4709b55ca" providerId="LiveId" clId="{5B9CC2E5-527B-4B3B-BD11-698718A29A94}" dt="2019-10-25T08:14:54.459" v="3003" actId="164"/>
          <ac:spMkLst>
            <pc:docMk/>
            <pc:sldMk cId="1665297153" sldId="270"/>
            <ac:spMk id="104" creationId="{2817011C-12DD-4994-AC93-5BAFA35132C9}"/>
          </ac:spMkLst>
        </pc:spChg>
        <pc:spChg chg="add del mod">
          <ac:chgData name="CHOI JUNHO" userId="2ed797a4709b55ca" providerId="LiveId" clId="{5B9CC2E5-527B-4B3B-BD11-698718A29A94}" dt="2019-10-25T08:19:20.311" v="3095" actId="478"/>
          <ac:spMkLst>
            <pc:docMk/>
            <pc:sldMk cId="1665297153" sldId="270"/>
            <ac:spMk id="106" creationId="{E78DF8CF-CB56-4D51-8214-73FCC7AEF031}"/>
          </ac:spMkLst>
        </pc:spChg>
        <pc:spChg chg="add mod">
          <ac:chgData name="CHOI JUNHO" userId="2ed797a4709b55ca" providerId="LiveId" clId="{5B9CC2E5-527B-4B3B-BD11-698718A29A94}" dt="2019-10-25T08:20:09.419" v="3103" actId="1076"/>
          <ac:spMkLst>
            <pc:docMk/>
            <pc:sldMk cId="1665297153" sldId="270"/>
            <ac:spMk id="114" creationId="{E364806D-439F-4E93-B0A7-7B5A59C5CE47}"/>
          </ac:spMkLst>
        </pc:spChg>
        <pc:spChg chg="add mod">
          <ac:chgData name="CHOI JUNHO" userId="2ed797a4709b55ca" providerId="LiveId" clId="{5B9CC2E5-527B-4B3B-BD11-698718A29A94}" dt="2019-10-28T03:27:06.874" v="5463" actId="20577"/>
          <ac:spMkLst>
            <pc:docMk/>
            <pc:sldMk cId="1665297153" sldId="270"/>
            <ac:spMk id="118" creationId="{2ED7D25B-A6C1-4E95-A9E7-0F388DA42AAE}"/>
          </ac:spMkLst>
        </pc:spChg>
        <pc:grpChg chg="add del mod">
          <ac:chgData name="CHOI JUNHO" userId="2ed797a4709b55ca" providerId="LiveId" clId="{5B9CC2E5-527B-4B3B-BD11-698718A29A94}" dt="2019-10-25T07:28:47.302" v="1599" actId="478"/>
          <ac:grpSpMkLst>
            <pc:docMk/>
            <pc:sldMk cId="1665297153" sldId="270"/>
            <ac:grpSpMk id="27" creationId="{3368E6F3-F30E-482C-B805-957F25DF2443}"/>
          </ac:grpSpMkLst>
        </pc:grpChg>
        <pc:grpChg chg="add del mod">
          <ac:chgData name="CHOI JUNHO" userId="2ed797a4709b55ca" providerId="LiveId" clId="{5B9CC2E5-527B-4B3B-BD11-698718A29A94}" dt="2019-10-25T07:29:28.637" v="1711" actId="165"/>
          <ac:grpSpMkLst>
            <pc:docMk/>
            <pc:sldMk cId="1665297153" sldId="270"/>
            <ac:grpSpMk id="30" creationId="{3F6370BF-4211-40BD-8AFD-18954BCA191C}"/>
          </ac:grpSpMkLst>
        </pc:grpChg>
        <pc:grpChg chg="add del mod">
          <ac:chgData name="CHOI JUNHO" userId="2ed797a4709b55ca" providerId="LiveId" clId="{5B9CC2E5-527B-4B3B-BD11-698718A29A94}" dt="2019-10-25T07:33:26.324" v="1805" actId="165"/>
          <ac:grpSpMkLst>
            <pc:docMk/>
            <pc:sldMk cId="1665297153" sldId="270"/>
            <ac:grpSpMk id="40" creationId="{3F3DF6D3-0261-46B1-AFD6-2E7600460A6A}"/>
          </ac:grpSpMkLst>
        </pc:grpChg>
        <pc:grpChg chg="add del mod">
          <ac:chgData name="CHOI JUNHO" userId="2ed797a4709b55ca" providerId="LiveId" clId="{5B9CC2E5-527B-4B3B-BD11-698718A29A94}" dt="2019-10-25T07:54:03.279" v="2617" actId="165"/>
          <ac:grpSpMkLst>
            <pc:docMk/>
            <pc:sldMk cId="1665297153" sldId="270"/>
            <ac:grpSpMk id="42" creationId="{5F5C1189-9D0E-4C85-BEBE-EC1D1447F596}"/>
          </ac:grpSpMkLst>
        </pc:grpChg>
        <pc:grpChg chg="add del mod">
          <ac:chgData name="CHOI JUNHO" userId="2ed797a4709b55ca" providerId="LiveId" clId="{5B9CC2E5-527B-4B3B-BD11-698718A29A94}" dt="2019-10-25T07:40:42.354" v="2210" actId="165"/>
          <ac:grpSpMkLst>
            <pc:docMk/>
            <pc:sldMk cId="1665297153" sldId="270"/>
            <ac:grpSpMk id="45" creationId="{4AE4DF5F-9827-4516-8D2D-7B01958A6779}"/>
          </ac:grpSpMkLst>
        </pc:grpChg>
        <pc:grpChg chg="add del mod">
          <ac:chgData name="CHOI JUNHO" userId="2ed797a4709b55ca" providerId="LiveId" clId="{5B9CC2E5-527B-4B3B-BD11-698718A29A94}" dt="2019-10-25T07:54:03.279" v="2617" actId="165"/>
          <ac:grpSpMkLst>
            <pc:docMk/>
            <pc:sldMk cId="1665297153" sldId="270"/>
            <ac:grpSpMk id="54" creationId="{DDCC1116-7722-4B5E-A1C8-5891DE8732BC}"/>
          </ac:grpSpMkLst>
        </pc:grpChg>
        <pc:grpChg chg="add del mod">
          <ac:chgData name="CHOI JUNHO" userId="2ed797a4709b55ca" providerId="LiveId" clId="{5B9CC2E5-527B-4B3B-BD11-698718A29A94}" dt="2019-10-25T08:09:12.116" v="2793" actId="165"/>
          <ac:grpSpMkLst>
            <pc:docMk/>
            <pc:sldMk cId="1665297153" sldId="270"/>
            <ac:grpSpMk id="72" creationId="{68A830F9-3255-4C5F-B838-BA83E73058F4}"/>
          </ac:grpSpMkLst>
        </pc:grpChg>
        <pc:grpChg chg="add del mod">
          <ac:chgData name="CHOI JUNHO" userId="2ed797a4709b55ca" providerId="LiveId" clId="{5B9CC2E5-527B-4B3B-BD11-698718A29A94}" dt="2019-10-25T08:08:00.600" v="2777" actId="165"/>
          <ac:grpSpMkLst>
            <pc:docMk/>
            <pc:sldMk cId="1665297153" sldId="270"/>
            <ac:grpSpMk id="87" creationId="{027E4341-D817-430E-9C31-125D48C5639D}"/>
          </ac:grpSpMkLst>
        </pc:grpChg>
        <pc:grpChg chg="add del mod">
          <ac:chgData name="CHOI JUNHO" userId="2ed797a4709b55ca" providerId="LiveId" clId="{5B9CC2E5-527B-4B3B-BD11-698718A29A94}" dt="2019-10-25T08:09:07.932" v="2792" actId="165"/>
          <ac:grpSpMkLst>
            <pc:docMk/>
            <pc:sldMk cId="1665297153" sldId="270"/>
            <ac:grpSpMk id="88" creationId="{30D59F65-8669-4F83-8A82-7B0EA1ED0E3A}"/>
          </ac:grpSpMkLst>
        </pc:grpChg>
        <pc:grpChg chg="add mod">
          <ac:chgData name="CHOI JUNHO" userId="2ed797a4709b55ca" providerId="LiveId" clId="{5B9CC2E5-527B-4B3B-BD11-698718A29A94}" dt="2019-10-25T08:20:09.419" v="3103" actId="1076"/>
          <ac:grpSpMkLst>
            <pc:docMk/>
            <pc:sldMk cId="1665297153" sldId="270"/>
            <ac:grpSpMk id="93" creationId="{7EBDC559-2322-4B0D-8983-7D1B8A5826EA}"/>
          </ac:grpSpMkLst>
        </pc:grpChg>
        <pc:grpChg chg="add mod">
          <ac:chgData name="CHOI JUNHO" userId="2ed797a4709b55ca" providerId="LiveId" clId="{5B9CC2E5-527B-4B3B-BD11-698718A29A94}" dt="2019-10-25T08:20:09.419" v="3103" actId="1076"/>
          <ac:grpSpMkLst>
            <pc:docMk/>
            <pc:sldMk cId="1665297153" sldId="270"/>
            <ac:grpSpMk id="105" creationId="{2662D227-6225-4458-9FB5-2E0E9702A5BC}"/>
          </ac:grpSpMkLst>
        </pc:grpChg>
        <pc:picChg chg="add mod">
          <ac:chgData name="CHOI JUNHO" userId="2ed797a4709b55ca" providerId="LiveId" clId="{5B9CC2E5-527B-4B3B-BD11-698718A29A94}" dt="2019-10-25T07:26:51.746" v="1431" actId="164"/>
          <ac:picMkLst>
            <pc:docMk/>
            <pc:sldMk cId="1665297153" sldId="270"/>
            <ac:picMk id="18" creationId="{92803924-2A8D-4CF4-84C7-AD03F726F7EA}"/>
          </ac:picMkLst>
        </pc:picChg>
        <pc:picChg chg="mod ord topLvl">
          <ac:chgData name="CHOI JUNHO" userId="2ed797a4709b55ca" providerId="LiveId" clId="{5B9CC2E5-527B-4B3B-BD11-698718A29A94}" dt="2019-10-25T08:20:09.419" v="3103" actId="1076"/>
          <ac:picMkLst>
            <pc:docMk/>
            <pc:sldMk cId="1665297153" sldId="270"/>
            <ac:picMk id="34" creationId="{C7C5B50E-959A-41B7-8539-177BBE7B8C77}"/>
          </ac:picMkLst>
        </pc:picChg>
        <pc:picChg chg="add mod topLvl modCrop">
          <ac:chgData name="CHOI JUNHO" userId="2ed797a4709b55ca" providerId="LiveId" clId="{5B9CC2E5-527B-4B3B-BD11-698718A29A94}" dt="2019-10-25T08:08:26.670" v="2783" actId="164"/>
          <ac:picMkLst>
            <pc:docMk/>
            <pc:sldMk cId="1665297153" sldId="270"/>
            <ac:picMk id="39" creationId="{52E9C2A4-8114-4691-86F0-B79073D42AFB}"/>
          </ac:picMkLst>
        </pc:picChg>
        <pc:picChg chg="del">
          <ac:chgData name="CHOI JUNHO" userId="2ed797a4709b55ca" providerId="LiveId" clId="{5B9CC2E5-527B-4B3B-BD11-698718A29A94}" dt="2019-10-25T07:38:08.831" v="2173" actId="478"/>
          <ac:picMkLst>
            <pc:docMk/>
            <pc:sldMk cId="1665297153" sldId="270"/>
            <ac:picMk id="49" creationId="{8AF34FF4-8A92-4904-85A8-B2CFB397D0AE}"/>
          </ac:picMkLst>
        </pc:picChg>
        <pc:picChg chg="del">
          <ac:chgData name="CHOI JUNHO" userId="2ed797a4709b55ca" providerId="LiveId" clId="{5B9CC2E5-527B-4B3B-BD11-698718A29A94}" dt="2019-10-25T07:50:14.512" v="2504" actId="478"/>
          <ac:picMkLst>
            <pc:docMk/>
            <pc:sldMk cId="1665297153" sldId="270"/>
            <ac:picMk id="76" creationId="{3DCEF547-8981-44C8-BB94-BFB08B063186}"/>
          </ac:picMkLst>
        </pc:picChg>
        <pc:picChg chg="add mod modCrop">
          <ac:chgData name="CHOI JUNHO" userId="2ed797a4709b55ca" providerId="LiveId" clId="{5B9CC2E5-527B-4B3B-BD11-698718A29A94}" dt="2019-10-25T08:14:54.459" v="3003" actId="164"/>
          <ac:picMkLst>
            <pc:docMk/>
            <pc:sldMk cId="1665297153" sldId="270"/>
            <ac:picMk id="78" creationId="{CD365DB4-A05C-409F-B8F7-0DF616DDBA55}"/>
          </ac:picMkLst>
        </pc:picChg>
        <pc:picChg chg="add mod modCrop">
          <ac:chgData name="CHOI JUNHO" userId="2ed797a4709b55ca" providerId="LiveId" clId="{5B9CC2E5-527B-4B3B-BD11-698718A29A94}" dt="2019-10-25T08:20:09.419" v="3103" actId="1076"/>
          <ac:picMkLst>
            <pc:docMk/>
            <pc:sldMk cId="1665297153" sldId="270"/>
            <ac:picMk id="111" creationId="{CA00BE5E-BE9A-4557-ACD3-5ABD08F8A7E0}"/>
          </ac:picMkLst>
        </pc:picChg>
        <pc:cxnChg chg="add mod">
          <ac:chgData name="CHOI JUNHO" userId="2ed797a4709b55ca" providerId="LiveId" clId="{5B9CC2E5-527B-4B3B-BD11-698718A29A94}" dt="2019-10-25T08:20:09.419" v="3103" actId="1076"/>
          <ac:cxnSpMkLst>
            <pc:docMk/>
            <pc:sldMk cId="1665297153" sldId="270"/>
            <ac:cxnSpMk id="5" creationId="{B72EB233-21F1-4FF6-AEB8-3E8D04E8B5BC}"/>
          </ac:cxnSpMkLst>
        </pc:cxnChg>
        <pc:cxnChg chg="add del mod">
          <ac:chgData name="CHOI JUNHO" userId="2ed797a4709b55ca" providerId="LiveId" clId="{5B9CC2E5-527B-4B3B-BD11-698718A29A94}" dt="2019-10-25T07:34:11.627" v="1816" actId="478"/>
          <ac:cxnSpMkLst>
            <pc:docMk/>
            <pc:sldMk cId="1665297153" sldId="270"/>
            <ac:cxnSpMk id="7" creationId="{287321A6-D9D2-4F2D-B464-CE9F079BFACC}"/>
          </ac:cxnSpMkLst>
        </pc:cxnChg>
        <pc:cxnChg chg="add del mod">
          <ac:chgData name="CHOI JUNHO" userId="2ed797a4709b55ca" providerId="LiveId" clId="{5B9CC2E5-527B-4B3B-BD11-698718A29A94}" dt="2019-10-25T08:13:03.332" v="2949" actId="478"/>
          <ac:cxnSpMkLst>
            <pc:docMk/>
            <pc:sldMk cId="1665297153" sldId="270"/>
            <ac:cxnSpMk id="10" creationId="{025B6E5D-19EF-4831-861B-B8AAC492AD6B}"/>
          </ac:cxnSpMkLst>
        </pc:cxnChg>
        <pc:cxnChg chg="add del mod">
          <ac:chgData name="CHOI JUNHO" userId="2ed797a4709b55ca" providerId="LiveId" clId="{5B9CC2E5-527B-4B3B-BD11-698718A29A94}" dt="2019-10-25T07:34:11.627" v="1816" actId="478"/>
          <ac:cxnSpMkLst>
            <pc:docMk/>
            <pc:sldMk cId="1665297153" sldId="270"/>
            <ac:cxnSpMk id="11" creationId="{B06C80DC-36FD-4267-A339-EF4C6BBDD2D5}"/>
          </ac:cxnSpMkLst>
        </pc:cxnChg>
        <pc:cxnChg chg="add mod">
          <ac:chgData name="CHOI JUNHO" userId="2ed797a4709b55ca" providerId="LiveId" clId="{5B9CC2E5-527B-4B3B-BD11-698718A29A94}" dt="2019-10-25T08:20:09.419" v="3103" actId="1076"/>
          <ac:cxnSpMkLst>
            <pc:docMk/>
            <pc:sldMk cId="1665297153" sldId="270"/>
            <ac:cxnSpMk id="15" creationId="{BB1A0A9F-62C1-48D2-B7FE-14611D9533F8}"/>
          </ac:cxnSpMkLst>
        </pc:cxnChg>
        <pc:cxnChg chg="add del mod">
          <ac:chgData name="CHOI JUNHO" userId="2ed797a4709b55ca" providerId="LiveId" clId="{5B9CC2E5-527B-4B3B-BD11-698718A29A94}" dt="2019-10-25T07:46:20.582" v="2376" actId="478"/>
          <ac:cxnSpMkLst>
            <pc:docMk/>
            <pc:sldMk cId="1665297153" sldId="270"/>
            <ac:cxnSpMk id="21" creationId="{BAFCADFD-B834-405A-8B44-93C9AFB49D5A}"/>
          </ac:cxnSpMkLst>
        </pc:cxnChg>
        <pc:cxnChg chg="add del mod">
          <ac:chgData name="CHOI JUNHO" userId="2ed797a4709b55ca" providerId="LiveId" clId="{5B9CC2E5-527B-4B3B-BD11-698718A29A94}" dt="2019-10-25T08:13:03.332" v="2949" actId="478"/>
          <ac:cxnSpMkLst>
            <pc:docMk/>
            <pc:sldMk cId="1665297153" sldId="270"/>
            <ac:cxnSpMk id="22" creationId="{88AF2647-D04F-48B5-A4C9-D9555EA81EB7}"/>
          </ac:cxnSpMkLst>
        </pc:cxnChg>
        <pc:cxnChg chg="add del mod">
          <ac:chgData name="CHOI JUNHO" userId="2ed797a4709b55ca" providerId="LiveId" clId="{5B9CC2E5-527B-4B3B-BD11-698718A29A94}" dt="2019-10-25T07:34:56.110" v="1861" actId="478"/>
          <ac:cxnSpMkLst>
            <pc:docMk/>
            <pc:sldMk cId="1665297153" sldId="270"/>
            <ac:cxnSpMk id="24" creationId="{C91DF4F3-A699-4137-AAF8-907F8A42960B}"/>
          </ac:cxnSpMkLst>
        </pc:cxnChg>
        <pc:cxnChg chg="add del mod">
          <ac:chgData name="CHOI JUNHO" userId="2ed797a4709b55ca" providerId="LiveId" clId="{5B9CC2E5-527B-4B3B-BD11-698718A29A94}" dt="2019-10-25T08:13:03.332" v="2949" actId="478"/>
          <ac:cxnSpMkLst>
            <pc:docMk/>
            <pc:sldMk cId="1665297153" sldId="270"/>
            <ac:cxnSpMk id="25" creationId="{66149250-3D3D-4B47-AF62-0467FD23BE33}"/>
          </ac:cxnSpMkLst>
        </pc:cxnChg>
        <pc:cxnChg chg="add del">
          <ac:chgData name="CHOI JUNHO" userId="2ed797a4709b55ca" providerId="LiveId" clId="{5B9CC2E5-527B-4B3B-BD11-698718A29A94}" dt="2019-10-25T07:46:47.269" v="2410" actId="478"/>
          <ac:cxnSpMkLst>
            <pc:docMk/>
            <pc:sldMk cId="1665297153" sldId="270"/>
            <ac:cxnSpMk id="61" creationId="{4122B7E4-C8E5-4DE3-B4EF-0EF25FF98EC6}"/>
          </ac:cxnSpMkLst>
        </pc:cxnChg>
        <pc:cxnChg chg="add del mod">
          <ac:chgData name="CHOI JUNHO" userId="2ed797a4709b55ca" providerId="LiveId" clId="{5B9CC2E5-527B-4B3B-BD11-698718A29A94}" dt="2019-10-25T07:50:38.286" v="2506" actId="478"/>
          <ac:cxnSpMkLst>
            <pc:docMk/>
            <pc:sldMk cId="1665297153" sldId="270"/>
            <ac:cxnSpMk id="62" creationId="{1F03ADC4-0D0F-4676-A877-D9A8ADF53E88}"/>
          </ac:cxnSpMkLst>
        </pc:cxnChg>
        <pc:cxnChg chg="add del mod">
          <ac:chgData name="CHOI JUNHO" userId="2ed797a4709b55ca" providerId="LiveId" clId="{5B9CC2E5-527B-4B3B-BD11-698718A29A94}" dt="2019-10-25T08:08:35.998" v="2785" actId="478"/>
          <ac:cxnSpMkLst>
            <pc:docMk/>
            <pc:sldMk cId="1665297153" sldId="270"/>
            <ac:cxnSpMk id="65" creationId="{2591DA9C-0986-472C-9A97-2BD7A3FB6E14}"/>
          </ac:cxnSpMkLst>
        </pc:cxnChg>
        <pc:cxnChg chg="add mod">
          <ac:chgData name="CHOI JUNHO" userId="2ed797a4709b55ca" providerId="LiveId" clId="{5B9CC2E5-527B-4B3B-BD11-698718A29A94}" dt="2019-10-25T08:20:09.419" v="3103" actId="1076"/>
          <ac:cxnSpMkLst>
            <pc:docMk/>
            <pc:sldMk cId="1665297153" sldId="270"/>
            <ac:cxnSpMk id="69" creationId="{C4366319-B2D5-4D58-AFC6-34F8BF90B9E8}"/>
          </ac:cxnSpMkLst>
        </pc:cxnChg>
        <pc:cxnChg chg="add del mod">
          <ac:chgData name="CHOI JUNHO" userId="2ed797a4709b55ca" providerId="LiveId" clId="{5B9CC2E5-527B-4B3B-BD11-698718A29A94}" dt="2019-10-25T08:11:48.927" v="2931" actId="478"/>
          <ac:cxnSpMkLst>
            <pc:docMk/>
            <pc:sldMk cId="1665297153" sldId="270"/>
            <ac:cxnSpMk id="81" creationId="{A466E47F-EB6C-4BFB-8C64-B1199F2E30F0}"/>
          </ac:cxnSpMkLst>
        </pc:cxnChg>
        <pc:cxnChg chg="add del mod">
          <ac:chgData name="CHOI JUNHO" userId="2ed797a4709b55ca" providerId="LiveId" clId="{5B9CC2E5-527B-4B3B-BD11-698718A29A94}" dt="2019-10-25T08:20:10.863" v="3104" actId="478"/>
          <ac:cxnSpMkLst>
            <pc:docMk/>
            <pc:sldMk cId="1665297153" sldId="270"/>
            <ac:cxnSpMk id="99" creationId="{6BB26CB7-7A9A-472F-B50A-5D7BB2D8CCB9}"/>
          </ac:cxnSpMkLst>
        </pc:cxnChg>
        <pc:cxnChg chg="add mod">
          <ac:chgData name="CHOI JUNHO" userId="2ed797a4709b55ca" providerId="LiveId" clId="{5B9CC2E5-527B-4B3B-BD11-698718A29A94}" dt="2019-10-25T08:20:09.419" v="3103" actId="1076"/>
          <ac:cxnSpMkLst>
            <pc:docMk/>
            <pc:sldMk cId="1665297153" sldId="270"/>
            <ac:cxnSpMk id="100" creationId="{A8FFE34E-66CC-49DE-A575-5D2180E98504}"/>
          </ac:cxnSpMkLst>
        </pc:cxnChg>
        <pc:cxnChg chg="add mod">
          <ac:chgData name="CHOI JUNHO" userId="2ed797a4709b55ca" providerId="LiveId" clId="{5B9CC2E5-527B-4B3B-BD11-698718A29A94}" dt="2019-10-25T08:20:09.419" v="3103" actId="1076"/>
          <ac:cxnSpMkLst>
            <pc:docMk/>
            <pc:sldMk cId="1665297153" sldId="270"/>
            <ac:cxnSpMk id="107" creationId="{9EE6AC4F-B731-49E5-905C-104A7B4328B5}"/>
          </ac:cxnSpMkLst>
        </pc:cxnChg>
        <pc:cxnChg chg="add mod">
          <ac:chgData name="CHOI JUNHO" userId="2ed797a4709b55ca" providerId="LiveId" clId="{5B9CC2E5-527B-4B3B-BD11-698718A29A94}" dt="2019-10-25T08:20:09.419" v="3103" actId="1076"/>
          <ac:cxnSpMkLst>
            <pc:docMk/>
            <pc:sldMk cId="1665297153" sldId="270"/>
            <ac:cxnSpMk id="116" creationId="{2BCB1A80-B9EE-4AAC-AAF6-5A2E3EC336A6}"/>
          </ac:cxnSpMkLst>
        </pc:cxnChg>
      </pc:sldChg>
      <pc:sldChg chg="del">
        <pc:chgData name="CHOI JUNHO" userId="2ed797a4709b55ca" providerId="LiveId" clId="{5B9CC2E5-527B-4B3B-BD11-698718A29A94}" dt="2019-10-25T05:40:59.921" v="208" actId="47"/>
        <pc:sldMkLst>
          <pc:docMk/>
          <pc:sldMk cId="2010584314" sldId="270"/>
        </pc:sldMkLst>
      </pc:sldChg>
      <pc:sldChg chg="addSp delSp modSp add ord">
        <pc:chgData name="CHOI JUNHO" userId="2ed797a4709b55ca" providerId="LiveId" clId="{5B9CC2E5-527B-4B3B-BD11-698718A29A94}" dt="2019-10-28T03:22:28.184" v="5421"/>
        <pc:sldMkLst>
          <pc:docMk/>
          <pc:sldMk cId="3762929551" sldId="271"/>
        </pc:sldMkLst>
        <pc:spChg chg="mod">
          <ac:chgData name="CHOI JUNHO" userId="2ed797a4709b55ca" providerId="LiveId" clId="{5B9CC2E5-527B-4B3B-BD11-698718A29A94}" dt="2019-10-28T02:40:41.201" v="5287" actId="20577"/>
          <ac:spMkLst>
            <pc:docMk/>
            <pc:sldMk cId="3762929551" sldId="271"/>
            <ac:spMk id="2" creationId="{51A453BC-D400-441D-93EE-79FC188C93F5}"/>
          </ac:spMkLst>
        </pc:spChg>
        <pc:spChg chg="add mod">
          <ac:chgData name="CHOI JUNHO" userId="2ed797a4709b55ca" providerId="LiveId" clId="{5B9CC2E5-527B-4B3B-BD11-698718A29A94}" dt="2019-10-28T02:39:20.105" v="5282" actId="1076"/>
          <ac:spMkLst>
            <pc:docMk/>
            <pc:sldMk cId="3762929551" sldId="271"/>
            <ac:spMk id="3" creationId="{018F6117-8D2C-4956-8FFC-7AEE382D5B6A}"/>
          </ac:spMkLst>
        </pc:spChg>
        <pc:spChg chg="add mod">
          <ac:chgData name="CHOI JUNHO" userId="2ed797a4709b55ca" providerId="LiveId" clId="{5B9CC2E5-527B-4B3B-BD11-698718A29A94}" dt="2019-10-28T02:39:20.105" v="5282" actId="1076"/>
          <ac:spMkLst>
            <pc:docMk/>
            <pc:sldMk cId="3762929551" sldId="271"/>
            <ac:spMk id="4" creationId="{7A2ADDFB-BBD3-44CC-9AAA-64F9E9D60D4E}"/>
          </ac:spMkLst>
        </pc:spChg>
        <pc:spChg chg="add mod">
          <ac:chgData name="CHOI JUNHO" userId="2ed797a4709b55ca" providerId="LiveId" clId="{5B9CC2E5-527B-4B3B-BD11-698718A29A94}" dt="2019-10-28T02:39:20.105" v="5282" actId="1076"/>
          <ac:spMkLst>
            <pc:docMk/>
            <pc:sldMk cId="3762929551" sldId="271"/>
            <ac:spMk id="6" creationId="{07E14B24-2E8A-4B12-ABCC-D3E2390FE0C4}"/>
          </ac:spMkLst>
        </pc:spChg>
        <pc:spChg chg="add mod">
          <ac:chgData name="CHOI JUNHO" userId="2ed797a4709b55ca" providerId="LiveId" clId="{5B9CC2E5-527B-4B3B-BD11-698718A29A94}" dt="2019-10-28T02:39:20.105" v="5282" actId="1076"/>
          <ac:spMkLst>
            <pc:docMk/>
            <pc:sldMk cId="3762929551" sldId="271"/>
            <ac:spMk id="8" creationId="{27078A90-B8DE-4535-B097-8F7EBD801EA7}"/>
          </ac:spMkLst>
        </pc:spChg>
        <pc:spChg chg="add mod">
          <ac:chgData name="CHOI JUNHO" userId="2ed797a4709b55ca" providerId="LiveId" clId="{5B9CC2E5-527B-4B3B-BD11-698718A29A94}" dt="2019-10-28T02:39:20.105" v="5282" actId="1076"/>
          <ac:spMkLst>
            <pc:docMk/>
            <pc:sldMk cId="3762929551" sldId="271"/>
            <ac:spMk id="9" creationId="{DEC0CDDF-D3E7-4827-807B-91EFD077A55F}"/>
          </ac:spMkLst>
        </pc:spChg>
        <pc:spChg chg="add mod">
          <ac:chgData name="CHOI JUNHO" userId="2ed797a4709b55ca" providerId="LiveId" clId="{5B9CC2E5-527B-4B3B-BD11-698718A29A94}" dt="2019-10-28T02:39:20.105" v="5282" actId="1076"/>
          <ac:spMkLst>
            <pc:docMk/>
            <pc:sldMk cId="3762929551" sldId="271"/>
            <ac:spMk id="12" creationId="{C6EF2AAE-4687-4367-874D-C8D0DFAF4450}"/>
          </ac:spMkLst>
        </pc:spChg>
        <pc:spChg chg="add mod">
          <ac:chgData name="CHOI JUNHO" userId="2ed797a4709b55ca" providerId="LiveId" clId="{5B9CC2E5-527B-4B3B-BD11-698718A29A94}" dt="2019-10-28T02:39:20.105" v="5282" actId="1076"/>
          <ac:spMkLst>
            <pc:docMk/>
            <pc:sldMk cId="3762929551" sldId="271"/>
            <ac:spMk id="13" creationId="{DBBAAC12-6536-44ED-9F3A-E9A3B537184C}"/>
          </ac:spMkLst>
        </pc:spChg>
        <pc:spChg chg="add mod">
          <ac:chgData name="CHOI JUNHO" userId="2ed797a4709b55ca" providerId="LiveId" clId="{5B9CC2E5-527B-4B3B-BD11-698718A29A94}" dt="2019-10-28T02:39:20.105" v="5282" actId="1076"/>
          <ac:spMkLst>
            <pc:docMk/>
            <pc:sldMk cId="3762929551" sldId="271"/>
            <ac:spMk id="14" creationId="{7052604D-B0CA-404A-BC0F-122EFF9EBB21}"/>
          </ac:spMkLst>
        </pc:spChg>
        <pc:spChg chg="add del mod">
          <ac:chgData name="CHOI JUNHO" userId="2ed797a4709b55ca" providerId="LiveId" clId="{5B9CC2E5-527B-4B3B-BD11-698718A29A94}" dt="2019-10-28T02:33:35.981" v="5186" actId="478"/>
          <ac:spMkLst>
            <pc:docMk/>
            <pc:sldMk cId="3762929551" sldId="271"/>
            <ac:spMk id="16" creationId="{731835B8-CE1C-448A-839C-CBB712F6B162}"/>
          </ac:spMkLst>
        </pc:spChg>
        <pc:spChg chg="add mod">
          <ac:chgData name="CHOI JUNHO" userId="2ed797a4709b55ca" providerId="LiveId" clId="{5B9CC2E5-527B-4B3B-BD11-698718A29A94}" dt="2019-10-28T02:39:20.105" v="5282" actId="1076"/>
          <ac:spMkLst>
            <pc:docMk/>
            <pc:sldMk cId="3762929551" sldId="271"/>
            <ac:spMk id="17" creationId="{9EA6AF26-CE29-4628-A962-E8EC25E1A2BC}"/>
          </ac:spMkLst>
        </pc:spChg>
        <pc:spChg chg="add mod">
          <ac:chgData name="CHOI JUNHO" userId="2ed797a4709b55ca" providerId="LiveId" clId="{5B9CC2E5-527B-4B3B-BD11-698718A29A94}" dt="2019-10-28T02:14:34.727" v="4675" actId="164"/>
          <ac:spMkLst>
            <pc:docMk/>
            <pc:sldMk cId="3762929551" sldId="271"/>
            <ac:spMk id="19" creationId="{DC0F3975-526F-4A0B-A160-02AF74964D8D}"/>
          </ac:spMkLst>
        </pc:spChg>
        <pc:spChg chg="add del">
          <ac:chgData name="CHOI JUNHO" userId="2ed797a4709b55ca" providerId="LiveId" clId="{5B9CC2E5-527B-4B3B-BD11-698718A29A94}" dt="2019-10-28T02:17:20.296" v="4764" actId="478"/>
          <ac:spMkLst>
            <pc:docMk/>
            <pc:sldMk cId="3762929551" sldId="271"/>
            <ac:spMk id="20" creationId="{22316EDF-A89D-4301-B6C5-695B3300D3EB}"/>
          </ac:spMkLst>
        </pc:spChg>
        <pc:spChg chg="add del">
          <ac:chgData name="CHOI JUNHO" userId="2ed797a4709b55ca" providerId="LiveId" clId="{5B9CC2E5-527B-4B3B-BD11-698718A29A94}" dt="2019-10-28T02:33:35.981" v="5186" actId="478"/>
          <ac:spMkLst>
            <pc:docMk/>
            <pc:sldMk cId="3762929551" sldId="271"/>
            <ac:spMk id="30" creationId="{0E440DC3-D031-4827-A212-B62C3A5895DD}"/>
          </ac:spMkLst>
        </pc:spChg>
        <pc:spChg chg="add del">
          <ac:chgData name="CHOI JUNHO" userId="2ed797a4709b55ca" providerId="LiveId" clId="{5B9CC2E5-527B-4B3B-BD11-698718A29A94}" dt="2019-10-28T02:33:35.981" v="5186" actId="478"/>
          <ac:spMkLst>
            <pc:docMk/>
            <pc:sldMk cId="3762929551" sldId="271"/>
            <ac:spMk id="33" creationId="{73664827-7F79-4D2D-919A-2D2B0E0E900E}"/>
          </ac:spMkLst>
        </pc:spChg>
        <pc:spChg chg="add mod">
          <ac:chgData name="CHOI JUNHO" userId="2ed797a4709b55ca" providerId="LiveId" clId="{5B9CC2E5-527B-4B3B-BD11-698718A29A94}" dt="2019-10-28T02:17:14.166" v="4762" actId="164"/>
          <ac:spMkLst>
            <pc:docMk/>
            <pc:sldMk cId="3762929551" sldId="271"/>
            <ac:spMk id="36" creationId="{B14E0A68-BFCC-4E1F-8B9B-D063C2C860C1}"/>
          </ac:spMkLst>
        </pc:spChg>
        <pc:spChg chg="add mod">
          <ac:chgData name="CHOI JUNHO" userId="2ed797a4709b55ca" providerId="LiveId" clId="{5B9CC2E5-527B-4B3B-BD11-698718A29A94}" dt="2019-10-28T02:34:29.387" v="5222" actId="164"/>
          <ac:spMkLst>
            <pc:docMk/>
            <pc:sldMk cId="3762929551" sldId="271"/>
            <ac:spMk id="54" creationId="{AB66FF58-E540-4DC6-AC82-EFFD7A4F4D23}"/>
          </ac:spMkLst>
        </pc:spChg>
        <pc:spChg chg="add mod">
          <ac:chgData name="CHOI JUNHO" userId="2ed797a4709b55ca" providerId="LiveId" clId="{5B9CC2E5-527B-4B3B-BD11-698718A29A94}" dt="2019-10-28T02:34:29.387" v="5222" actId="164"/>
          <ac:spMkLst>
            <pc:docMk/>
            <pc:sldMk cId="3762929551" sldId="271"/>
            <ac:spMk id="55" creationId="{0015F306-379D-4D73-8414-C95B83513F47}"/>
          </ac:spMkLst>
        </pc:spChg>
        <pc:spChg chg="add mod">
          <ac:chgData name="CHOI JUNHO" userId="2ed797a4709b55ca" providerId="LiveId" clId="{5B9CC2E5-527B-4B3B-BD11-698718A29A94}" dt="2019-10-28T02:34:29.387" v="5222" actId="164"/>
          <ac:spMkLst>
            <pc:docMk/>
            <pc:sldMk cId="3762929551" sldId="271"/>
            <ac:spMk id="58" creationId="{DEFFD7CE-10F5-41B3-B770-3086D903176B}"/>
          </ac:spMkLst>
        </pc:spChg>
        <pc:spChg chg="add mod topLvl">
          <ac:chgData name="CHOI JUNHO" userId="2ed797a4709b55ca" providerId="LiveId" clId="{5B9CC2E5-527B-4B3B-BD11-698718A29A94}" dt="2019-10-28T02:39:47.303" v="5286" actId="164"/>
          <ac:spMkLst>
            <pc:docMk/>
            <pc:sldMk cId="3762929551" sldId="271"/>
            <ac:spMk id="60" creationId="{E43044EA-E54D-46BF-8C69-57DFAD245667}"/>
          </ac:spMkLst>
        </pc:spChg>
        <pc:spChg chg="add mod topLvl">
          <ac:chgData name="CHOI JUNHO" userId="2ed797a4709b55ca" providerId="LiveId" clId="{5B9CC2E5-527B-4B3B-BD11-698718A29A94}" dt="2019-10-28T02:36:00.489" v="5242" actId="164"/>
          <ac:spMkLst>
            <pc:docMk/>
            <pc:sldMk cId="3762929551" sldId="271"/>
            <ac:spMk id="61" creationId="{E3DDDF74-E86C-4B5D-AA56-FA6A7D6EE65C}"/>
          </ac:spMkLst>
        </pc:spChg>
        <pc:spChg chg="add mod">
          <ac:chgData name="CHOI JUNHO" userId="2ed797a4709b55ca" providerId="LiveId" clId="{5B9CC2E5-527B-4B3B-BD11-698718A29A94}" dt="2019-10-28T02:34:29.387" v="5222" actId="164"/>
          <ac:spMkLst>
            <pc:docMk/>
            <pc:sldMk cId="3762929551" sldId="271"/>
            <ac:spMk id="67" creationId="{D0FDC32C-A92C-4505-92E9-8F572C61F2CD}"/>
          </ac:spMkLst>
        </pc:spChg>
        <pc:spChg chg="add mod">
          <ac:chgData name="CHOI JUNHO" userId="2ed797a4709b55ca" providerId="LiveId" clId="{5B9CC2E5-527B-4B3B-BD11-698718A29A94}" dt="2019-10-28T02:36:00.489" v="5242" actId="164"/>
          <ac:spMkLst>
            <pc:docMk/>
            <pc:sldMk cId="3762929551" sldId="271"/>
            <ac:spMk id="69" creationId="{D9BAC9C1-602A-476D-8803-1909EAE73AFA}"/>
          </ac:spMkLst>
        </pc:spChg>
        <pc:spChg chg="add del mod">
          <ac:chgData name="CHOI JUNHO" userId="2ed797a4709b55ca" providerId="LiveId" clId="{5B9CC2E5-527B-4B3B-BD11-698718A29A94}" dt="2019-10-28T02:37:11.574" v="5260" actId="478"/>
          <ac:spMkLst>
            <pc:docMk/>
            <pc:sldMk cId="3762929551" sldId="271"/>
            <ac:spMk id="71" creationId="{038A34B1-2407-43AA-B322-879C44A0C998}"/>
          </ac:spMkLst>
        </pc:spChg>
        <pc:spChg chg="add mod">
          <ac:chgData name="CHOI JUNHO" userId="2ed797a4709b55ca" providerId="LiveId" clId="{5B9CC2E5-527B-4B3B-BD11-698718A29A94}" dt="2019-10-28T02:39:47.303" v="5286" actId="164"/>
          <ac:spMkLst>
            <pc:docMk/>
            <pc:sldMk cId="3762929551" sldId="271"/>
            <ac:spMk id="72" creationId="{5DD07F48-14B0-4928-B6E6-3256A3650BA7}"/>
          </ac:spMkLst>
        </pc:spChg>
        <pc:grpChg chg="add del mod">
          <ac:chgData name="CHOI JUNHO" userId="2ed797a4709b55ca" providerId="LiveId" clId="{5B9CC2E5-527B-4B3B-BD11-698718A29A94}" dt="2019-10-28T02:39:10.824" v="5281" actId="478"/>
          <ac:grpSpMkLst>
            <pc:docMk/>
            <pc:sldMk cId="3762929551" sldId="271"/>
            <ac:grpSpMk id="23" creationId="{838084B6-DB3D-4984-BFB3-B70B64C33E66}"/>
          </ac:grpSpMkLst>
        </pc:grpChg>
        <pc:grpChg chg="add del mod">
          <ac:chgData name="CHOI JUNHO" userId="2ed797a4709b55ca" providerId="LiveId" clId="{5B9CC2E5-527B-4B3B-BD11-698718A29A94}" dt="2019-10-28T02:23:42.101" v="4972" actId="478"/>
          <ac:grpSpMkLst>
            <pc:docMk/>
            <pc:sldMk cId="3762929551" sldId="271"/>
            <ac:grpSpMk id="34" creationId="{F672C725-FA6C-4C6B-8626-49F7F2F737E8}"/>
          </ac:grpSpMkLst>
        </pc:grpChg>
        <pc:grpChg chg="add mod">
          <ac:chgData name="CHOI JUNHO" userId="2ed797a4709b55ca" providerId="LiveId" clId="{5B9CC2E5-527B-4B3B-BD11-698718A29A94}" dt="2019-10-28T02:39:20.105" v="5282" actId="1076"/>
          <ac:grpSpMkLst>
            <pc:docMk/>
            <pc:sldMk cId="3762929551" sldId="271"/>
            <ac:grpSpMk id="37" creationId="{354D6E4C-9270-4B3F-A406-D658EF2334CF}"/>
          </ac:grpSpMkLst>
        </pc:grpChg>
        <pc:grpChg chg="add del mod">
          <ac:chgData name="CHOI JUNHO" userId="2ed797a4709b55ca" providerId="LiveId" clId="{5B9CC2E5-527B-4B3B-BD11-698718A29A94}" dt="2019-10-28T02:35:56.861" v="5241" actId="165"/>
          <ac:grpSpMkLst>
            <pc:docMk/>
            <pc:sldMk cId="3762929551" sldId="271"/>
            <ac:grpSpMk id="62" creationId="{E8FAF61B-102B-4D60-A038-B0E4BFCAB826}"/>
          </ac:grpSpMkLst>
        </pc:grpChg>
        <pc:grpChg chg="add mod">
          <ac:chgData name="CHOI JUNHO" userId="2ed797a4709b55ca" providerId="LiveId" clId="{5B9CC2E5-527B-4B3B-BD11-698718A29A94}" dt="2019-10-28T02:39:20.105" v="5282" actId="1076"/>
          <ac:grpSpMkLst>
            <pc:docMk/>
            <pc:sldMk cId="3762929551" sldId="271"/>
            <ac:grpSpMk id="68" creationId="{4F255B62-79ED-4032-89E7-E296771AC053}"/>
          </ac:grpSpMkLst>
        </pc:grpChg>
        <pc:grpChg chg="add mod">
          <ac:chgData name="CHOI JUNHO" userId="2ed797a4709b55ca" providerId="LiveId" clId="{5B9CC2E5-527B-4B3B-BD11-698718A29A94}" dt="2019-10-28T02:39:47.303" v="5286" actId="164"/>
          <ac:grpSpMkLst>
            <pc:docMk/>
            <pc:sldMk cId="3762929551" sldId="271"/>
            <ac:grpSpMk id="70" creationId="{9495F5CB-7F2A-4AF8-9E05-179A7596B532}"/>
          </ac:grpSpMkLst>
        </pc:grpChg>
        <pc:grpChg chg="add mod">
          <ac:chgData name="CHOI JUNHO" userId="2ed797a4709b55ca" providerId="LiveId" clId="{5B9CC2E5-527B-4B3B-BD11-698718A29A94}" dt="2019-10-28T02:39:07.475" v="5280" actId="164"/>
          <ac:grpSpMkLst>
            <pc:docMk/>
            <pc:sldMk cId="3762929551" sldId="271"/>
            <ac:grpSpMk id="73" creationId="{CFA521FA-6140-48E1-90BC-84026DE2C397}"/>
          </ac:grpSpMkLst>
        </pc:grpChg>
        <pc:grpChg chg="add mod">
          <ac:chgData name="CHOI JUNHO" userId="2ed797a4709b55ca" providerId="LiveId" clId="{5B9CC2E5-527B-4B3B-BD11-698718A29A94}" dt="2019-10-28T02:39:47.303" v="5286" actId="164"/>
          <ac:grpSpMkLst>
            <pc:docMk/>
            <pc:sldMk cId="3762929551" sldId="271"/>
            <ac:grpSpMk id="74" creationId="{0FD44511-1BFD-4438-AF81-13A94A6C3070}"/>
          </ac:grpSpMkLst>
        </pc:grpChg>
        <pc:picChg chg="add mod">
          <ac:chgData name="CHOI JUNHO" userId="2ed797a4709b55ca" providerId="LiveId" clId="{5B9CC2E5-527B-4B3B-BD11-698718A29A94}" dt="2019-10-28T02:14:34.727" v="4675" actId="164"/>
          <ac:picMkLst>
            <pc:docMk/>
            <pc:sldMk cId="3762929551" sldId="271"/>
            <ac:picMk id="18" creationId="{EE567E22-D4E6-4BC7-848D-E02901AD6ED5}"/>
          </ac:picMkLst>
        </pc:picChg>
        <pc:picChg chg="add mod">
          <ac:chgData name="CHOI JUNHO" userId="2ed797a4709b55ca" providerId="LiveId" clId="{5B9CC2E5-527B-4B3B-BD11-698718A29A94}" dt="2019-10-28T02:17:14.166" v="4762" actId="164"/>
          <ac:picMkLst>
            <pc:docMk/>
            <pc:sldMk cId="3762929551" sldId="271"/>
            <ac:picMk id="35" creationId="{9A1C3276-E79F-4469-B265-1A5C8E923C82}"/>
          </ac:picMkLst>
        </pc:picChg>
        <pc:cxnChg chg="add mod">
          <ac:chgData name="CHOI JUNHO" userId="2ed797a4709b55ca" providerId="LiveId" clId="{5B9CC2E5-527B-4B3B-BD11-698718A29A94}" dt="2019-10-28T02:39:20.105" v="5282" actId="1076"/>
          <ac:cxnSpMkLst>
            <pc:docMk/>
            <pc:sldMk cId="3762929551" sldId="271"/>
            <ac:cxnSpMk id="5" creationId="{CC2E4D45-240B-40FF-9913-F6F16F4E5742}"/>
          </ac:cxnSpMkLst>
        </pc:cxnChg>
        <pc:cxnChg chg="add mod">
          <ac:chgData name="CHOI JUNHO" userId="2ed797a4709b55ca" providerId="LiveId" clId="{5B9CC2E5-527B-4B3B-BD11-698718A29A94}" dt="2019-10-28T02:39:20.105" v="5282" actId="1076"/>
          <ac:cxnSpMkLst>
            <pc:docMk/>
            <pc:sldMk cId="3762929551" sldId="271"/>
            <ac:cxnSpMk id="7" creationId="{67ED1E2B-5D36-4ABD-B74E-98448CEE8BCB}"/>
          </ac:cxnSpMkLst>
        </pc:cxnChg>
        <pc:cxnChg chg="add del mod">
          <ac:chgData name="CHOI JUNHO" userId="2ed797a4709b55ca" providerId="LiveId" clId="{5B9CC2E5-527B-4B3B-BD11-698718A29A94}" dt="2019-10-28T02:17:21.412" v="4765" actId="478"/>
          <ac:cxnSpMkLst>
            <pc:docMk/>
            <pc:sldMk cId="3762929551" sldId="271"/>
            <ac:cxnSpMk id="10" creationId="{BAE77A55-F636-432A-82EB-89ED51B02FB2}"/>
          </ac:cxnSpMkLst>
        </pc:cxnChg>
        <pc:cxnChg chg="add del mod">
          <ac:chgData name="CHOI JUNHO" userId="2ed797a4709b55ca" providerId="LiveId" clId="{5B9CC2E5-527B-4B3B-BD11-698718A29A94}" dt="2019-10-28T02:21:29.960" v="4822" actId="478"/>
          <ac:cxnSpMkLst>
            <pc:docMk/>
            <pc:sldMk cId="3762929551" sldId="271"/>
            <ac:cxnSpMk id="11" creationId="{C9E61EBE-C7B8-41B6-A8C1-1053AC5382B9}"/>
          </ac:cxnSpMkLst>
        </pc:cxnChg>
        <pc:cxnChg chg="add mod">
          <ac:chgData name="CHOI JUNHO" userId="2ed797a4709b55ca" providerId="LiveId" clId="{5B9CC2E5-527B-4B3B-BD11-698718A29A94}" dt="2019-10-28T02:39:20.105" v="5282" actId="1076"/>
          <ac:cxnSpMkLst>
            <pc:docMk/>
            <pc:sldMk cId="3762929551" sldId="271"/>
            <ac:cxnSpMk id="15" creationId="{AA0067CE-1463-4FF2-947F-09EAF0E1B361}"/>
          </ac:cxnSpMkLst>
        </pc:cxnChg>
        <pc:cxnChg chg="add mod">
          <ac:chgData name="CHOI JUNHO" userId="2ed797a4709b55ca" providerId="LiveId" clId="{5B9CC2E5-527B-4B3B-BD11-698718A29A94}" dt="2019-10-28T02:39:20.105" v="5282" actId="1076"/>
          <ac:cxnSpMkLst>
            <pc:docMk/>
            <pc:sldMk cId="3762929551" sldId="271"/>
            <ac:cxnSpMk id="21" creationId="{9D7CE066-BC19-4BBA-9231-8CAEB5029FE3}"/>
          </ac:cxnSpMkLst>
        </pc:cxnChg>
        <pc:cxnChg chg="add mod">
          <ac:chgData name="CHOI JUNHO" userId="2ed797a4709b55ca" providerId="LiveId" clId="{5B9CC2E5-527B-4B3B-BD11-698718A29A94}" dt="2019-10-28T02:39:20.105" v="5282" actId="1076"/>
          <ac:cxnSpMkLst>
            <pc:docMk/>
            <pc:sldMk cId="3762929551" sldId="271"/>
            <ac:cxnSpMk id="22" creationId="{D49E32F5-39E2-47A5-854E-6E2DB7455B66}"/>
          </ac:cxnSpMkLst>
        </pc:cxnChg>
        <pc:cxnChg chg="add del mod">
          <ac:chgData name="CHOI JUNHO" userId="2ed797a4709b55ca" providerId="LiveId" clId="{5B9CC2E5-527B-4B3B-BD11-698718A29A94}" dt="2019-10-28T02:33:35.981" v="5186" actId="478"/>
          <ac:cxnSpMkLst>
            <pc:docMk/>
            <pc:sldMk cId="3762929551" sldId="271"/>
            <ac:cxnSpMk id="31" creationId="{345846EC-6333-44D9-BAB7-032320C96F51}"/>
          </ac:cxnSpMkLst>
        </pc:cxnChg>
        <pc:cxnChg chg="add del mod">
          <ac:chgData name="CHOI JUNHO" userId="2ed797a4709b55ca" providerId="LiveId" clId="{5B9CC2E5-527B-4B3B-BD11-698718A29A94}" dt="2019-10-28T02:33:35.981" v="5186" actId="478"/>
          <ac:cxnSpMkLst>
            <pc:docMk/>
            <pc:sldMk cId="3762929551" sldId="271"/>
            <ac:cxnSpMk id="32" creationId="{05A30DD0-A14C-44F9-AC0F-E72D7D213896}"/>
          </ac:cxnSpMkLst>
        </pc:cxnChg>
        <pc:cxnChg chg="add mod">
          <ac:chgData name="CHOI JUNHO" userId="2ed797a4709b55ca" providerId="LiveId" clId="{5B9CC2E5-527B-4B3B-BD11-698718A29A94}" dt="2019-10-28T02:39:20.105" v="5282" actId="1076"/>
          <ac:cxnSpMkLst>
            <pc:docMk/>
            <pc:sldMk cId="3762929551" sldId="271"/>
            <ac:cxnSpMk id="47" creationId="{9246FD28-E392-4084-9195-D314C4E3E277}"/>
          </ac:cxnSpMkLst>
        </pc:cxnChg>
        <pc:cxnChg chg="add mod">
          <ac:chgData name="CHOI JUNHO" userId="2ed797a4709b55ca" providerId="LiveId" clId="{5B9CC2E5-527B-4B3B-BD11-698718A29A94}" dt="2019-10-28T02:34:29.387" v="5222" actId="164"/>
          <ac:cxnSpMkLst>
            <pc:docMk/>
            <pc:sldMk cId="3762929551" sldId="271"/>
            <ac:cxnSpMk id="56" creationId="{34B8BCDB-8A65-420D-B167-CCE04EC6E6E5}"/>
          </ac:cxnSpMkLst>
        </pc:cxnChg>
      </pc:sldChg>
      <pc:sldChg chg="addSp delSp modSp add">
        <pc:chgData name="CHOI JUNHO" userId="2ed797a4709b55ca" providerId="LiveId" clId="{5B9CC2E5-527B-4B3B-BD11-698718A29A94}" dt="2019-10-28T03:22:08.367" v="5420" actId="478"/>
        <pc:sldMkLst>
          <pc:docMk/>
          <pc:sldMk cId="1819313943" sldId="272"/>
        </pc:sldMkLst>
        <pc:spChg chg="mod">
          <ac:chgData name="CHOI JUNHO" userId="2ed797a4709b55ca" providerId="LiveId" clId="{5B9CC2E5-527B-4B3B-BD11-698718A29A94}" dt="2019-10-28T03:18:33.032" v="5343" actId="20577"/>
          <ac:spMkLst>
            <pc:docMk/>
            <pc:sldMk cId="1819313943" sldId="272"/>
            <ac:spMk id="2" creationId="{3B1F6875-2E40-4D83-BE2A-E3D8C7789D9A}"/>
          </ac:spMkLst>
        </pc:spChg>
        <pc:spChg chg="add del">
          <ac:chgData name="CHOI JUNHO" userId="2ed797a4709b55ca" providerId="LiveId" clId="{5B9CC2E5-527B-4B3B-BD11-698718A29A94}" dt="2019-10-28T03:18:27.497" v="5334"/>
          <ac:spMkLst>
            <pc:docMk/>
            <pc:sldMk cId="1819313943" sldId="272"/>
            <ac:spMk id="3" creationId="{5FCEE909-E00D-4656-9F71-6A5B5249E571}"/>
          </ac:spMkLst>
        </pc:spChg>
        <pc:spChg chg="add">
          <ac:chgData name="CHOI JUNHO" userId="2ed797a4709b55ca" providerId="LiveId" clId="{5B9CC2E5-527B-4B3B-BD11-698718A29A94}" dt="2019-10-28T03:18:37.356" v="5344"/>
          <ac:spMkLst>
            <pc:docMk/>
            <pc:sldMk cId="1819313943" sldId="272"/>
            <ac:spMk id="4" creationId="{EFF250C4-7D27-446F-AF1E-9CE87A9830E0}"/>
          </ac:spMkLst>
        </pc:spChg>
        <pc:spChg chg="add">
          <ac:chgData name="CHOI JUNHO" userId="2ed797a4709b55ca" providerId="LiveId" clId="{5B9CC2E5-527B-4B3B-BD11-698718A29A94}" dt="2019-10-28T03:18:37.356" v="5344"/>
          <ac:spMkLst>
            <pc:docMk/>
            <pc:sldMk cId="1819313943" sldId="272"/>
            <ac:spMk id="5" creationId="{AB548B68-BEC2-44BF-B1DA-89B10C876891}"/>
          </ac:spMkLst>
        </pc:spChg>
        <pc:spChg chg="add">
          <ac:chgData name="CHOI JUNHO" userId="2ed797a4709b55ca" providerId="LiveId" clId="{5B9CC2E5-527B-4B3B-BD11-698718A29A94}" dt="2019-10-28T03:18:37.356" v="5344"/>
          <ac:spMkLst>
            <pc:docMk/>
            <pc:sldMk cId="1819313943" sldId="272"/>
            <ac:spMk id="7" creationId="{41B83BCC-CC48-4F40-AF32-9009CB4811EE}"/>
          </ac:spMkLst>
        </pc:spChg>
        <pc:spChg chg="add">
          <ac:chgData name="CHOI JUNHO" userId="2ed797a4709b55ca" providerId="LiveId" clId="{5B9CC2E5-527B-4B3B-BD11-698718A29A94}" dt="2019-10-28T03:18:37.356" v="5344"/>
          <ac:spMkLst>
            <pc:docMk/>
            <pc:sldMk cId="1819313943" sldId="272"/>
            <ac:spMk id="9" creationId="{7C6F6572-A055-40FE-A183-9A9BD6412157}"/>
          </ac:spMkLst>
        </pc:spChg>
        <pc:spChg chg="add">
          <ac:chgData name="CHOI JUNHO" userId="2ed797a4709b55ca" providerId="LiveId" clId="{5B9CC2E5-527B-4B3B-BD11-698718A29A94}" dt="2019-10-28T03:18:37.356" v="5344"/>
          <ac:spMkLst>
            <pc:docMk/>
            <pc:sldMk cId="1819313943" sldId="272"/>
            <ac:spMk id="10" creationId="{E6DA8361-FFBE-413C-AAA0-BF7A718E20C4}"/>
          </ac:spMkLst>
        </pc:spChg>
        <pc:spChg chg="add">
          <ac:chgData name="CHOI JUNHO" userId="2ed797a4709b55ca" providerId="LiveId" clId="{5B9CC2E5-527B-4B3B-BD11-698718A29A94}" dt="2019-10-28T03:18:37.356" v="5344"/>
          <ac:spMkLst>
            <pc:docMk/>
            <pc:sldMk cId="1819313943" sldId="272"/>
            <ac:spMk id="13" creationId="{E4A1E0F1-B9A0-4518-8BF9-BF851632F15F}"/>
          </ac:spMkLst>
        </pc:spChg>
        <pc:spChg chg="add">
          <ac:chgData name="CHOI JUNHO" userId="2ed797a4709b55ca" providerId="LiveId" clId="{5B9CC2E5-527B-4B3B-BD11-698718A29A94}" dt="2019-10-28T03:18:37.356" v="5344"/>
          <ac:spMkLst>
            <pc:docMk/>
            <pc:sldMk cId="1819313943" sldId="272"/>
            <ac:spMk id="14" creationId="{8895BBB1-1E5F-455A-822D-630B3BFE26B4}"/>
          </ac:spMkLst>
        </pc:spChg>
        <pc:spChg chg="add">
          <ac:chgData name="CHOI JUNHO" userId="2ed797a4709b55ca" providerId="LiveId" clId="{5B9CC2E5-527B-4B3B-BD11-698718A29A94}" dt="2019-10-28T03:18:37.356" v="5344"/>
          <ac:spMkLst>
            <pc:docMk/>
            <pc:sldMk cId="1819313943" sldId="272"/>
            <ac:spMk id="15" creationId="{C30759E5-EA69-492E-B767-30CD145B3277}"/>
          </ac:spMkLst>
        </pc:spChg>
        <pc:spChg chg="add">
          <ac:chgData name="CHOI JUNHO" userId="2ed797a4709b55ca" providerId="LiveId" clId="{5B9CC2E5-527B-4B3B-BD11-698718A29A94}" dt="2019-10-28T03:18:37.356" v="5344"/>
          <ac:spMkLst>
            <pc:docMk/>
            <pc:sldMk cId="1819313943" sldId="272"/>
            <ac:spMk id="17" creationId="{E46CD9D4-5A00-431F-9530-7FB8E2EBB42D}"/>
          </ac:spMkLst>
        </pc:spChg>
        <pc:spChg chg="add">
          <ac:chgData name="CHOI JUNHO" userId="2ed797a4709b55ca" providerId="LiveId" clId="{5B9CC2E5-527B-4B3B-BD11-698718A29A94}" dt="2019-10-28T03:18:37.356" v="5344"/>
          <ac:spMkLst>
            <pc:docMk/>
            <pc:sldMk cId="1819313943" sldId="272"/>
            <ac:spMk id="18" creationId="{296B7A56-75A5-4BD2-94E1-B91B9D4D894E}"/>
          </ac:spMkLst>
        </pc:spChg>
        <pc:spChg chg="add mod">
          <ac:chgData name="CHOI JUNHO" userId="2ed797a4709b55ca" providerId="LiveId" clId="{5B9CC2E5-527B-4B3B-BD11-698718A29A94}" dt="2019-10-28T03:20:30.633" v="5418"/>
          <ac:spMkLst>
            <pc:docMk/>
            <pc:sldMk cId="1819313943" sldId="272"/>
            <ac:spMk id="20" creationId="{E2169E79-A20B-4D56-9AF1-1C89DAA7C6BB}"/>
          </ac:spMkLst>
        </pc:spChg>
        <pc:spChg chg="add">
          <ac:chgData name="CHOI JUNHO" userId="2ed797a4709b55ca" providerId="LiveId" clId="{5B9CC2E5-527B-4B3B-BD11-698718A29A94}" dt="2019-10-28T03:18:37.356" v="5344"/>
          <ac:spMkLst>
            <pc:docMk/>
            <pc:sldMk cId="1819313943" sldId="272"/>
            <ac:spMk id="21" creationId="{0A7784CB-7666-4850-8AAE-079F7826AF76}"/>
          </ac:spMkLst>
        </pc:spChg>
        <pc:spChg chg="add del">
          <ac:chgData name="CHOI JUNHO" userId="2ed797a4709b55ca" providerId="LiveId" clId="{5B9CC2E5-527B-4B3B-BD11-698718A29A94}" dt="2019-10-28T03:22:08.367" v="5420" actId="478"/>
          <ac:spMkLst>
            <pc:docMk/>
            <pc:sldMk cId="1819313943" sldId="272"/>
            <ac:spMk id="31" creationId="{15E38083-6C70-4C5C-BE4E-BB4C28F34264}"/>
          </ac:spMkLst>
        </pc:spChg>
        <pc:spChg chg="add del">
          <ac:chgData name="CHOI JUNHO" userId="2ed797a4709b55ca" providerId="LiveId" clId="{5B9CC2E5-527B-4B3B-BD11-698718A29A94}" dt="2019-10-28T03:22:08.367" v="5420" actId="478"/>
          <ac:spMkLst>
            <pc:docMk/>
            <pc:sldMk cId="1819313943" sldId="272"/>
            <ac:spMk id="34" creationId="{F126C7BE-174F-49E0-ADF4-B086120ED43D}"/>
          </ac:spMkLst>
        </pc:spChg>
        <pc:spChg chg="del topLvl">
          <ac:chgData name="CHOI JUNHO" userId="2ed797a4709b55ca" providerId="LiveId" clId="{5B9CC2E5-527B-4B3B-BD11-698718A29A94}" dt="2019-10-28T03:18:52.594" v="5347" actId="478"/>
          <ac:spMkLst>
            <pc:docMk/>
            <pc:sldMk cId="1819313943" sldId="272"/>
            <ac:spMk id="37" creationId="{F151B6C4-945C-49DE-9EB1-1CB000BA688E}"/>
          </ac:spMkLst>
        </pc:spChg>
        <pc:spChg chg="add del mod">
          <ac:chgData name="CHOI JUNHO" userId="2ed797a4709b55ca" providerId="LiveId" clId="{5B9CC2E5-527B-4B3B-BD11-698718A29A94}" dt="2019-10-28T03:20:17.189" v="5392" actId="478"/>
          <ac:spMkLst>
            <pc:docMk/>
            <pc:sldMk cId="1819313943" sldId="272"/>
            <ac:spMk id="39" creationId="{3ADE6C28-2F7D-4423-8CB4-2E113AD0D643}"/>
          </ac:spMkLst>
        </pc:spChg>
        <pc:spChg chg="add">
          <ac:chgData name="CHOI JUNHO" userId="2ed797a4709b55ca" providerId="LiveId" clId="{5B9CC2E5-527B-4B3B-BD11-698718A29A94}" dt="2019-10-28T03:20:17.438" v="5393"/>
          <ac:spMkLst>
            <pc:docMk/>
            <pc:sldMk cId="1819313943" sldId="272"/>
            <ac:spMk id="40" creationId="{DF37281B-FED9-4EAA-8209-F7B0E617FA3A}"/>
          </ac:spMkLst>
        </pc:spChg>
        <pc:grpChg chg="add del">
          <ac:chgData name="CHOI JUNHO" userId="2ed797a4709b55ca" providerId="LiveId" clId="{5B9CC2E5-527B-4B3B-BD11-698718A29A94}" dt="2019-10-28T03:21:37.367" v="5419" actId="478"/>
          <ac:grpSpMkLst>
            <pc:docMk/>
            <pc:sldMk cId="1819313943" sldId="272"/>
            <ac:grpSpMk id="24" creationId="{43702CDC-8ED7-419D-B706-6531E9E96EA2}"/>
          </ac:grpSpMkLst>
        </pc:grpChg>
        <pc:grpChg chg="add del">
          <ac:chgData name="CHOI JUNHO" userId="2ed797a4709b55ca" providerId="LiveId" clId="{5B9CC2E5-527B-4B3B-BD11-698718A29A94}" dt="2019-10-28T03:18:52.594" v="5347" actId="478"/>
          <ac:grpSpMkLst>
            <pc:docMk/>
            <pc:sldMk cId="1819313943" sldId="272"/>
            <ac:grpSpMk id="35" creationId="{57133B75-6206-457C-8C66-B8A54B65494A}"/>
          </ac:grpSpMkLst>
        </pc:grpChg>
        <pc:grpChg chg="add mod">
          <ac:chgData name="CHOI JUNHO" userId="2ed797a4709b55ca" providerId="LiveId" clId="{5B9CC2E5-527B-4B3B-BD11-698718A29A94}" dt="2019-10-28T03:18:59.881" v="5349" actId="164"/>
          <ac:grpSpMkLst>
            <pc:docMk/>
            <pc:sldMk cId="1819313943" sldId="272"/>
            <ac:grpSpMk id="38" creationId="{355D6FE0-3FC9-474D-8ACA-E859AD95EE20}"/>
          </ac:grpSpMkLst>
        </pc:grpChg>
        <pc:picChg chg="add del">
          <ac:chgData name="CHOI JUNHO" userId="2ed797a4709b55ca" providerId="LiveId" clId="{5B9CC2E5-527B-4B3B-BD11-698718A29A94}" dt="2019-10-28T03:18:40.767" v="5345" actId="478"/>
          <ac:picMkLst>
            <pc:docMk/>
            <pc:sldMk cId="1819313943" sldId="272"/>
            <ac:picMk id="19" creationId="{505F24A0-24BB-44AF-8BD3-BCAA73FC84ED}"/>
          </ac:picMkLst>
        </pc:picChg>
        <pc:picChg chg="mod topLvl">
          <ac:chgData name="CHOI JUNHO" userId="2ed797a4709b55ca" providerId="LiveId" clId="{5B9CC2E5-527B-4B3B-BD11-698718A29A94}" dt="2019-10-28T03:18:59.881" v="5349" actId="164"/>
          <ac:picMkLst>
            <pc:docMk/>
            <pc:sldMk cId="1819313943" sldId="272"/>
            <ac:picMk id="36" creationId="{AE4188EB-7FF4-4116-BA36-8CAEAB7CA08D}"/>
          </ac:picMkLst>
        </pc:picChg>
        <pc:cxnChg chg="add">
          <ac:chgData name="CHOI JUNHO" userId="2ed797a4709b55ca" providerId="LiveId" clId="{5B9CC2E5-527B-4B3B-BD11-698718A29A94}" dt="2019-10-28T03:18:37.356" v="5344"/>
          <ac:cxnSpMkLst>
            <pc:docMk/>
            <pc:sldMk cId="1819313943" sldId="272"/>
            <ac:cxnSpMk id="6" creationId="{B93FC20F-0D53-46AF-B098-EF89A396668E}"/>
          </ac:cxnSpMkLst>
        </pc:cxnChg>
        <pc:cxnChg chg="add">
          <ac:chgData name="CHOI JUNHO" userId="2ed797a4709b55ca" providerId="LiveId" clId="{5B9CC2E5-527B-4B3B-BD11-698718A29A94}" dt="2019-10-28T03:18:37.356" v="5344"/>
          <ac:cxnSpMkLst>
            <pc:docMk/>
            <pc:sldMk cId="1819313943" sldId="272"/>
            <ac:cxnSpMk id="8" creationId="{A9BC6FC7-7BEE-4A3C-B3DF-845EE93FB4F1}"/>
          </ac:cxnSpMkLst>
        </pc:cxnChg>
        <pc:cxnChg chg="add">
          <ac:chgData name="CHOI JUNHO" userId="2ed797a4709b55ca" providerId="LiveId" clId="{5B9CC2E5-527B-4B3B-BD11-698718A29A94}" dt="2019-10-28T03:18:37.356" v="5344"/>
          <ac:cxnSpMkLst>
            <pc:docMk/>
            <pc:sldMk cId="1819313943" sldId="272"/>
            <ac:cxnSpMk id="11" creationId="{BBE425D3-4762-4429-ADD4-BFA10BD74D42}"/>
          </ac:cxnSpMkLst>
        </pc:cxnChg>
        <pc:cxnChg chg="add">
          <ac:chgData name="CHOI JUNHO" userId="2ed797a4709b55ca" providerId="LiveId" clId="{5B9CC2E5-527B-4B3B-BD11-698718A29A94}" dt="2019-10-28T03:18:37.356" v="5344"/>
          <ac:cxnSpMkLst>
            <pc:docMk/>
            <pc:sldMk cId="1819313943" sldId="272"/>
            <ac:cxnSpMk id="12" creationId="{3406B44C-4C6B-448B-84DB-1E13A637B3CC}"/>
          </ac:cxnSpMkLst>
        </pc:cxnChg>
        <pc:cxnChg chg="add">
          <ac:chgData name="CHOI JUNHO" userId="2ed797a4709b55ca" providerId="LiveId" clId="{5B9CC2E5-527B-4B3B-BD11-698718A29A94}" dt="2019-10-28T03:18:37.356" v="5344"/>
          <ac:cxnSpMkLst>
            <pc:docMk/>
            <pc:sldMk cId="1819313943" sldId="272"/>
            <ac:cxnSpMk id="16" creationId="{9D56E380-8A27-48AC-ABEA-89FB076441D7}"/>
          </ac:cxnSpMkLst>
        </pc:cxnChg>
        <pc:cxnChg chg="add">
          <ac:chgData name="CHOI JUNHO" userId="2ed797a4709b55ca" providerId="LiveId" clId="{5B9CC2E5-527B-4B3B-BD11-698718A29A94}" dt="2019-10-28T03:18:37.356" v="5344"/>
          <ac:cxnSpMkLst>
            <pc:docMk/>
            <pc:sldMk cId="1819313943" sldId="272"/>
            <ac:cxnSpMk id="22" creationId="{440DC855-8DE9-42B5-9A42-92D933514614}"/>
          </ac:cxnSpMkLst>
        </pc:cxnChg>
        <pc:cxnChg chg="add">
          <ac:chgData name="CHOI JUNHO" userId="2ed797a4709b55ca" providerId="LiveId" clId="{5B9CC2E5-527B-4B3B-BD11-698718A29A94}" dt="2019-10-28T03:18:37.356" v="5344"/>
          <ac:cxnSpMkLst>
            <pc:docMk/>
            <pc:sldMk cId="1819313943" sldId="272"/>
            <ac:cxnSpMk id="23" creationId="{7937285D-FFCC-498B-AF1F-2E1E8F120D47}"/>
          </ac:cxnSpMkLst>
        </pc:cxnChg>
        <pc:cxnChg chg="add del mod">
          <ac:chgData name="CHOI JUNHO" userId="2ed797a4709b55ca" providerId="LiveId" clId="{5B9CC2E5-527B-4B3B-BD11-698718A29A94}" dt="2019-10-28T03:22:08.367" v="5420" actId="478"/>
          <ac:cxnSpMkLst>
            <pc:docMk/>
            <pc:sldMk cId="1819313943" sldId="272"/>
            <ac:cxnSpMk id="32" creationId="{0E25413F-7414-4AFB-AB5D-EF0AF248CA5D}"/>
          </ac:cxnSpMkLst>
        </pc:cxnChg>
        <pc:cxnChg chg="add">
          <ac:chgData name="CHOI JUNHO" userId="2ed797a4709b55ca" providerId="LiveId" clId="{5B9CC2E5-527B-4B3B-BD11-698718A29A94}" dt="2019-10-28T03:18:37.356" v="5344"/>
          <ac:cxnSpMkLst>
            <pc:docMk/>
            <pc:sldMk cId="1819313943" sldId="272"/>
            <ac:cxnSpMk id="33" creationId="{2ED726AA-B60A-4FF9-9201-A0DB1E8E6C26}"/>
          </ac:cxnSpMkLst>
        </pc:cxnChg>
      </pc:sldChg>
      <pc:sldMasterChg chg="modSldLayout">
        <pc:chgData name="CHOI JUNHO" userId="2ed797a4709b55ca" providerId="LiveId" clId="{5B9CC2E5-527B-4B3B-BD11-698718A29A94}" dt="2019-10-25T05:40:29.588" v="206" actId="1035"/>
        <pc:sldMasterMkLst>
          <pc:docMk/>
          <pc:sldMasterMk cId="2252684482" sldId="2147483648"/>
        </pc:sldMasterMkLst>
        <pc:sldLayoutChg chg="modSp">
          <pc:chgData name="CHOI JUNHO" userId="2ed797a4709b55ca" providerId="LiveId" clId="{5B9CC2E5-527B-4B3B-BD11-698718A29A94}" dt="2019-10-25T05:40:29.588" v="206" actId="1035"/>
          <pc:sldLayoutMkLst>
            <pc:docMk/>
            <pc:sldMasterMk cId="2252684482" sldId="2147483648"/>
            <pc:sldLayoutMk cId="17018372" sldId="2147483649"/>
          </pc:sldLayoutMkLst>
          <pc:spChg chg="mod">
            <ac:chgData name="CHOI JUNHO" userId="2ed797a4709b55ca" providerId="LiveId" clId="{5B9CC2E5-527B-4B3B-BD11-698718A29A94}" dt="2019-10-25T05:40:29.588" v="206" actId="1035"/>
            <ac:spMkLst>
              <pc:docMk/>
              <pc:sldMasterMk cId="2252684482" sldId="2147483648"/>
              <pc:sldLayoutMk cId="17018372" sldId="2147483649"/>
              <ac:spMk id="7" creationId="{00000000-0000-0000-0000-000000000000}"/>
            </ac:spMkLst>
          </pc:spChg>
          <pc:graphicFrameChg chg="mod">
            <ac:chgData name="CHOI JUNHO" userId="2ed797a4709b55ca" providerId="LiveId" clId="{5B9CC2E5-527B-4B3B-BD11-698718A29A94}" dt="2019-10-25T05:40:29.588" v="206" actId="1035"/>
            <ac:graphicFrameMkLst>
              <pc:docMk/>
              <pc:sldMasterMk cId="2252684482" sldId="2147483648"/>
              <pc:sldLayoutMk cId="17018372" sldId="2147483649"/>
              <ac:graphicFrameMk id="2" creationId="{00000000-0000-0000-0000-000000000000}"/>
            </ac:graphicFrameMkLst>
          </pc:graphicFrameChg>
        </pc:sldLayoutChg>
        <pc:sldLayoutChg chg="modSp">
          <pc:chgData name="CHOI JUNHO" userId="2ed797a4709b55ca" providerId="LiveId" clId="{5B9CC2E5-527B-4B3B-BD11-698718A29A94}" dt="2019-10-25T05:40:22.018" v="186" actId="1035"/>
          <pc:sldLayoutMkLst>
            <pc:docMk/>
            <pc:sldMasterMk cId="2252684482" sldId="2147483648"/>
            <pc:sldLayoutMk cId="2156045409" sldId="2147483651"/>
          </pc:sldLayoutMkLst>
          <pc:spChg chg="mod">
            <ac:chgData name="CHOI JUNHO" userId="2ed797a4709b55ca" providerId="LiveId" clId="{5B9CC2E5-527B-4B3B-BD11-698718A29A94}" dt="2019-10-25T05:40:22.018" v="186" actId="1035"/>
            <ac:spMkLst>
              <pc:docMk/>
              <pc:sldMasterMk cId="2252684482" sldId="2147483648"/>
              <pc:sldLayoutMk cId="2156045409" sldId="2147483651"/>
              <ac:spMk id="5" creationId="{45E6D0DC-F064-4EBA-906A-BF1306784A62}"/>
            </ac:spMkLst>
          </pc:spChg>
          <pc:graphicFrameChg chg="mod modGraphic">
            <ac:chgData name="CHOI JUNHO" userId="2ed797a4709b55ca" providerId="LiveId" clId="{5B9CC2E5-527B-4B3B-BD11-698718A29A94}" dt="2019-10-25T05:40:22.018" v="186" actId="1035"/>
            <ac:graphicFrameMkLst>
              <pc:docMk/>
              <pc:sldMasterMk cId="2252684482" sldId="2147483648"/>
              <pc:sldLayoutMk cId="2156045409" sldId="2147483651"/>
              <ac:graphicFrameMk id="4" creationId="{B42A6570-5196-43DE-85B2-428460B9C59C}"/>
            </ac:graphicFrameMkLst>
          </pc:graphicFrameChg>
        </pc:sldLayoutChg>
      </pc:sldMasterChg>
    </pc:docChg>
  </pc:docChgLst>
  <pc:docChgLst>
    <pc:chgData name="CHOI JUNHO" userId="2ed797a4709b55ca" providerId="LiveId" clId="{B85B9DB9-DC08-49E2-AE66-60597C8BC9AF}"/>
    <pc:docChg chg="undo custSel addSld delSld modSld modMainMaster modSection">
      <pc:chgData name="CHOI JUNHO" userId="2ed797a4709b55ca" providerId="LiveId" clId="{B85B9DB9-DC08-49E2-AE66-60597C8BC9AF}" dt="2019-10-25T03:07:02.207" v="594"/>
      <pc:docMkLst>
        <pc:docMk/>
      </pc:docMkLst>
      <pc:sldChg chg="modSp">
        <pc:chgData name="CHOI JUNHO" userId="2ed797a4709b55ca" providerId="LiveId" clId="{B85B9DB9-DC08-49E2-AE66-60597C8BC9AF}" dt="2019-10-25T01:33:34.944" v="226"/>
        <pc:sldMkLst>
          <pc:docMk/>
          <pc:sldMk cId="2612761801" sldId="256"/>
        </pc:sldMkLst>
        <pc:spChg chg="mod">
          <ac:chgData name="CHOI JUNHO" userId="2ed797a4709b55ca" providerId="LiveId" clId="{B85B9DB9-DC08-49E2-AE66-60597C8BC9AF}" dt="2019-10-25T01:33:34.944" v="226"/>
          <ac:spMkLst>
            <pc:docMk/>
            <pc:sldMk cId="2612761801" sldId="256"/>
            <ac:spMk id="2" creationId="{00000000-0000-0000-0000-000000000000}"/>
          </ac:spMkLst>
        </pc:spChg>
      </pc:sldChg>
      <pc:sldChg chg="addSp delSp modSp">
        <pc:chgData name="CHOI JUNHO" userId="2ed797a4709b55ca" providerId="LiveId" clId="{B85B9DB9-DC08-49E2-AE66-60597C8BC9AF}" dt="2019-10-25T03:02:53.290" v="510" actId="122"/>
        <pc:sldMkLst>
          <pc:docMk/>
          <pc:sldMk cId="1580783546" sldId="265"/>
        </pc:sldMkLst>
        <pc:spChg chg="mod">
          <ac:chgData name="CHOI JUNHO" userId="2ed797a4709b55ca" providerId="LiveId" clId="{B85B9DB9-DC08-49E2-AE66-60597C8BC9AF}" dt="2019-10-25T01:34:10.326" v="227" actId="1076"/>
          <ac:spMkLst>
            <pc:docMk/>
            <pc:sldMk cId="1580783546" sldId="265"/>
            <ac:spMk id="2" creationId="{00000000-0000-0000-0000-000000000000}"/>
          </ac:spMkLst>
        </pc:spChg>
        <pc:spChg chg="add del mod">
          <ac:chgData name="CHOI JUNHO" userId="2ed797a4709b55ca" providerId="LiveId" clId="{B85B9DB9-DC08-49E2-AE66-60597C8BC9AF}" dt="2019-10-25T01:45:40.867" v="281" actId="478"/>
          <ac:spMkLst>
            <pc:docMk/>
            <pc:sldMk cId="1580783546" sldId="265"/>
            <ac:spMk id="4" creationId="{B881BF1D-5E56-4F08-8D22-51CC2A47B5B5}"/>
          </ac:spMkLst>
        </pc:spChg>
        <pc:spChg chg="add">
          <ac:chgData name="CHOI JUNHO" userId="2ed797a4709b55ca" providerId="LiveId" clId="{B85B9DB9-DC08-49E2-AE66-60597C8BC9AF}" dt="2019-10-25T01:45:41.131" v="282"/>
          <ac:spMkLst>
            <pc:docMk/>
            <pc:sldMk cId="1580783546" sldId="265"/>
            <ac:spMk id="5" creationId="{90B8312E-970E-458B-87FB-84F7A22C22BA}"/>
          </ac:spMkLst>
        </pc:spChg>
        <pc:graphicFrameChg chg="mod modGraphic">
          <ac:chgData name="CHOI JUNHO" userId="2ed797a4709b55ca" providerId="LiveId" clId="{B85B9DB9-DC08-49E2-AE66-60597C8BC9AF}" dt="2019-10-25T03:02:53.290" v="510" actId="122"/>
          <ac:graphicFrameMkLst>
            <pc:docMk/>
            <pc:sldMk cId="1580783546" sldId="265"/>
            <ac:graphicFrameMk id="3" creationId="{00000000-0000-0000-0000-000000000000}"/>
          </ac:graphicFrameMkLst>
        </pc:graphicFrameChg>
      </pc:sldChg>
      <pc:sldChg chg="addSp delSp modSp">
        <pc:chgData name="CHOI JUNHO" userId="2ed797a4709b55ca" providerId="LiveId" clId="{B85B9DB9-DC08-49E2-AE66-60597C8BC9AF}" dt="2019-10-25T03:03:46.366" v="552"/>
        <pc:sldMkLst>
          <pc:docMk/>
          <pc:sldMk cId="2062586716" sldId="266"/>
        </pc:sldMkLst>
        <pc:spChg chg="del mod">
          <ac:chgData name="CHOI JUNHO" userId="2ed797a4709b55ca" providerId="LiveId" clId="{B85B9DB9-DC08-49E2-AE66-60597C8BC9AF}" dt="2019-10-25T01:34:39.668" v="230" actId="478"/>
          <ac:spMkLst>
            <pc:docMk/>
            <pc:sldMk cId="2062586716" sldId="266"/>
            <ac:spMk id="2" creationId="{F545666B-8493-4477-99D8-EE91343E4355}"/>
          </ac:spMkLst>
        </pc:spChg>
        <pc:spChg chg="add del mod">
          <ac:chgData name="CHOI JUNHO" userId="2ed797a4709b55ca" providerId="LiveId" clId="{B85B9DB9-DC08-49E2-AE66-60597C8BC9AF}" dt="2019-10-25T03:03:22.779" v="511" actId="478"/>
          <ac:spMkLst>
            <pc:docMk/>
            <pc:sldMk cId="2062586716" sldId="266"/>
            <ac:spMk id="6" creationId="{8118FEA1-4A80-49C3-9930-C51AF5C62F7E}"/>
          </ac:spMkLst>
        </pc:spChg>
        <pc:spChg chg="add del">
          <ac:chgData name="CHOI JUNHO" userId="2ed797a4709b55ca" providerId="LiveId" clId="{B85B9DB9-DC08-49E2-AE66-60597C8BC9AF}" dt="2019-10-25T01:45:36.837" v="279" actId="478"/>
          <ac:spMkLst>
            <pc:docMk/>
            <pc:sldMk cId="2062586716" sldId="266"/>
            <ac:spMk id="7" creationId="{3EB95EFF-3A7D-4091-BAAC-1CB1538929BA}"/>
          </ac:spMkLst>
        </pc:spChg>
        <pc:spChg chg="add">
          <ac:chgData name="CHOI JUNHO" userId="2ed797a4709b55ca" providerId="LiveId" clId="{B85B9DB9-DC08-49E2-AE66-60597C8BC9AF}" dt="2019-10-25T01:45:37.153" v="280"/>
          <ac:spMkLst>
            <pc:docMk/>
            <pc:sldMk cId="2062586716" sldId="266"/>
            <ac:spMk id="8" creationId="{23071584-DD65-431F-A8DF-AB180821E716}"/>
          </ac:spMkLst>
        </pc:spChg>
        <pc:spChg chg="add del mod">
          <ac:chgData name="CHOI JUNHO" userId="2ed797a4709b55ca" providerId="LiveId" clId="{B85B9DB9-DC08-49E2-AE66-60597C8BC9AF}" dt="2019-10-25T03:03:32.022" v="512"/>
          <ac:spMkLst>
            <pc:docMk/>
            <pc:sldMk cId="2062586716" sldId="266"/>
            <ac:spMk id="10" creationId="{EFB0F23F-4C67-4FF2-AFDE-63211541F701}"/>
          </ac:spMkLst>
        </pc:spChg>
        <pc:spChg chg="add mod">
          <ac:chgData name="CHOI JUNHO" userId="2ed797a4709b55ca" providerId="LiveId" clId="{B85B9DB9-DC08-49E2-AE66-60597C8BC9AF}" dt="2019-10-25T03:03:46.366" v="552"/>
          <ac:spMkLst>
            <pc:docMk/>
            <pc:sldMk cId="2062586716" sldId="266"/>
            <ac:spMk id="11" creationId="{E21B456B-D313-489D-8814-AD8BAFB1F0AE}"/>
          </ac:spMkLst>
        </pc:spChg>
      </pc:sldChg>
      <pc:sldChg chg="del">
        <pc:chgData name="CHOI JUNHO" userId="2ed797a4709b55ca" providerId="LiveId" clId="{B85B9DB9-DC08-49E2-AE66-60597C8BC9AF}" dt="2019-10-25T01:34:55.666" v="256" actId="47"/>
        <pc:sldMkLst>
          <pc:docMk/>
          <pc:sldMk cId="2600782532" sldId="267"/>
        </pc:sldMkLst>
      </pc:sldChg>
      <pc:sldChg chg="addSp delSp modSp">
        <pc:chgData name="CHOI JUNHO" userId="2ed797a4709b55ca" providerId="LiveId" clId="{B85B9DB9-DC08-49E2-AE66-60597C8BC9AF}" dt="2019-10-25T03:06:44.532" v="591" actId="572"/>
        <pc:sldMkLst>
          <pc:docMk/>
          <pc:sldMk cId="3410021434" sldId="268"/>
        </pc:sldMkLst>
        <pc:spChg chg="add mod">
          <ac:chgData name="CHOI JUNHO" userId="2ed797a4709b55ca" providerId="LiveId" clId="{B85B9DB9-DC08-49E2-AE66-60597C8BC9AF}" dt="2019-10-25T03:06:16.731" v="587"/>
          <ac:spMkLst>
            <pc:docMk/>
            <pc:sldMk cId="3410021434" sldId="268"/>
            <ac:spMk id="2" creationId="{EC4D4907-240D-4B06-B316-13332696469D}"/>
          </ac:spMkLst>
        </pc:spChg>
        <pc:spChg chg="del mod">
          <ac:chgData name="CHOI JUNHO" userId="2ed797a4709b55ca" providerId="LiveId" clId="{B85B9DB9-DC08-49E2-AE66-60597C8BC9AF}" dt="2019-10-25T03:06:16.731" v="587"/>
          <ac:spMkLst>
            <pc:docMk/>
            <pc:sldMk cId="3410021434" sldId="268"/>
            <ac:spMk id="3" creationId="{6C7AA625-D22A-4CDB-9C55-589DB51B0D40}"/>
          </ac:spMkLst>
        </pc:spChg>
        <pc:spChg chg="del mod">
          <ac:chgData name="CHOI JUNHO" userId="2ed797a4709b55ca" providerId="LiveId" clId="{B85B9DB9-DC08-49E2-AE66-60597C8BC9AF}" dt="2019-10-25T03:06:16.731" v="587"/>
          <ac:spMkLst>
            <pc:docMk/>
            <pc:sldMk cId="3410021434" sldId="268"/>
            <ac:spMk id="4" creationId="{F345B3F1-9D07-4554-8968-617B62B9E451}"/>
          </ac:spMkLst>
        </pc:spChg>
        <pc:spChg chg="add del mod">
          <ac:chgData name="CHOI JUNHO" userId="2ed797a4709b55ca" providerId="LiveId" clId="{B85B9DB9-DC08-49E2-AE66-60597C8BC9AF}" dt="2019-10-25T01:45:15.874" v="275" actId="478"/>
          <ac:spMkLst>
            <pc:docMk/>
            <pc:sldMk cId="3410021434" sldId="268"/>
            <ac:spMk id="5" creationId="{2108D399-ACF1-41D4-928B-BD5C5BE71961}"/>
          </ac:spMkLst>
        </pc:spChg>
        <pc:spChg chg="del mod">
          <ac:chgData name="CHOI JUNHO" userId="2ed797a4709b55ca" providerId="LiveId" clId="{B85B9DB9-DC08-49E2-AE66-60597C8BC9AF}" dt="2019-10-25T03:06:16.731" v="587"/>
          <ac:spMkLst>
            <pc:docMk/>
            <pc:sldMk cId="3410021434" sldId="268"/>
            <ac:spMk id="6" creationId="{C75E5778-2F5B-4B9C-AE7B-56832756C3B8}"/>
          </ac:spMkLst>
        </pc:spChg>
        <pc:spChg chg="add mod">
          <ac:chgData name="CHOI JUNHO" userId="2ed797a4709b55ca" providerId="LiveId" clId="{B85B9DB9-DC08-49E2-AE66-60597C8BC9AF}" dt="2019-10-25T01:45:21.629" v="277" actId="1076"/>
          <ac:spMkLst>
            <pc:docMk/>
            <pc:sldMk cId="3410021434" sldId="268"/>
            <ac:spMk id="8" creationId="{A478C3C5-FCBD-44D2-A2A0-9B786A1D8D0C}"/>
          </ac:spMkLst>
        </pc:spChg>
        <pc:spChg chg="add mod">
          <ac:chgData name="CHOI JUNHO" userId="2ed797a4709b55ca" providerId="LiveId" clId="{B85B9DB9-DC08-49E2-AE66-60597C8BC9AF}" dt="2019-10-25T03:06:16.731" v="587"/>
          <ac:spMkLst>
            <pc:docMk/>
            <pc:sldMk cId="3410021434" sldId="268"/>
            <ac:spMk id="9" creationId="{34AE6684-951E-41C8-9B02-BC66400E89EE}"/>
          </ac:spMkLst>
        </pc:spChg>
        <pc:spChg chg="add mod">
          <ac:chgData name="CHOI JUNHO" userId="2ed797a4709b55ca" providerId="LiveId" clId="{B85B9DB9-DC08-49E2-AE66-60597C8BC9AF}" dt="2019-10-25T03:06:16.731" v="587"/>
          <ac:spMkLst>
            <pc:docMk/>
            <pc:sldMk cId="3410021434" sldId="268"/>
            <ac:spMk id="10" creationId="{CFD98D77-76EC-446E-9F20-A5C62110D5DD}"/>
          </ac:spMkLst>
        </pc:spChg>
        <pc:graphicFrameChg chg="mod modGraphic">
          <ac:chgData name="CHOI JUNHO" userId="2ed797a4709b55ca" providerId="LiveId" clId="{B85B9DB9-DC08-49E2-AE66-60597C8BC9AF}" dt="2019-10-25T03:06:44.532" v="591" actId="572"/>
          <ac:graphicFrameMkLst>
            <pc:docMk/>
            <pc:sldMk cId="3410021434" sldId="268"/>
            <ac:graphicFrameMk id="7" creationId="{1CA85B1C-5C74-4B1C-AB51-4AEA3A54D33D}"/>
          </ac:graphicFrameMkLst>
        </pc:graphicFrameChg>
      </pc:sldChg>
      <pc:sldChg chg="add del">
        <pc:chgData name="CHOI JUNHO" userId="2ed797a4709b55ca" providerId="LiveId" clId="{B85B9DB9-DC08-49E2-AE66-60597C8BC9AF}" dt="2019-10-25T01:31:23.308" v="190"/>
        <pc:sldMkLst>
          <pc:docMk/>
          <pc:sldMk cId="1866466767" sldId="270"/>
        </pc:sldMkLst>
      </pc:sldChg>
      <pc:sldChg chg="addSp delSp modSp add">
        <pc:chgData name="CHOI JUNHO" userId="2ed797a4709b55ca" providerId="LiveId" clId="{B85B9DB9-DC08-49E2-AE66-60597C8BC9AF}" dt="2019-10-25T03:07:02.207" v="594"/>
        <pc:sldMkLst>
          <pc:docMk/>
          <pc:sldMk cId="2010584314" sldId="270"/>
        </pc:sldMkLst>
        <pc:spChg chg="del">
          <ac:chgData name="CHOI JUNHO" userId="2ed797a4709b55ca" providerId="LiveId" clId="{B85B9DB9-DC08-49E2-AE66-60597C8BC9AF}" dt="2019-10-25T02:57:20.568" v="376" actId="478"/>
          <ac:spMkLst>
            <pc:docMk/>
            <pc:sldMk cId="2010584314" sldId="270"/>
            <ac:spMk id="2" creationId="{7D0C4656-E49B-44EA-AF20-8ABC1B2C8AD4}"/>
          </ac:spMkLst>
        </pc:spChg>
        <pc:spChg chg="del">
          <ac:chgData name="CHOI JUNHO" userId="2ed797a4709b55ca" providerId="LiveId" clId="{B85B9DB9-DC08-49E2-AE66-60597C8BC9AF}" dt="2019-10-25T02:57:20.568" v="376" actId="478"/>
          <ac:spMkLst>
            <pc:docMk/>
            <pc:sldMk cId="2010584314" sldId="270"/>
            <ac:spMk id="3" creationId="{B659F2A8-88A9-4FCA-A911-041740866CAE}"/>
          </ac:spMkLst>
        </pc:spChg>
        <pc:spChg chg="del">
          <ac:chgData name="CHOI JUNHO" userId="2ed797a4709b55ca" providerId="LiveId" clId="{B85B9DB9-DC08-49E2-AE66-60597C8BC9AF}" dt="2019-10-25T02:57:27.175" v="378" actId="478"/>
          <ac:spMkLst>
            <pc:docMk/>
            <pc:sldMk cId="2010584314" sldId="270"/>
            <ac:spMk id="4" creationId="{CBDC7334-39F0-456A-9918-2BB72650FD7F}"/>
          </ac:spMkLst>
        </pc:spChg>
        <pc:spChg chg="add">
          <ac:chgData name="CHOI JUNHO" userId="2ed797a4709b55ca" providerId="LiveId" clId="{B85B9DB9-DC08-49E2-AE66-60597C8BC9AF}" dt="2019-10-25T01:45:32.908" v="278"/>
          <ac:spMkLst>
            <pc:docMk/>
            <pc:sldMk cId="2010584314" sldId="270"/>
            <ac:spMk id="5" creationId="{51D5DC1D-ADBD-459B-B857-35B962FEDE50}"/>
          </ac:spMkLst>
        </pc:spChg>
        <pc:spChg chg="add del">
          <ac:chgData name="CHOI JUNHO" userId="2ed797a4709b55ca" providerId="LiveId" clId="{B85B9DB9-DC08-49E2-AE66-60597C8BC9AF}" dt="2019-10-25T03:07:02.207" v="594"/>
          <ac:spMkLst>
            <pc:docMk/>
            <pc:sldMk cId="2010584314" sldId="270"/>
            <ac:spMk id="6" creationId="{F18D0D67-B30E-408D-BA45-598CD32B09C9}"/>
          </ac:spMkLst>
        </pc:spChg>
        <pc:spChg chg="add del">
          <ac:chgData name="CHOI JUNHO" userId="2ed797a4709b55ca" providerId="LiveId" clId="{B85B9DB9-DC08-49E2-AE66-60597C8BC9AF}" dt="2019-10-25T03:07:02.207" v="594"/>
          <ac:spMkLst>
            <pc:docMk/>
            <pc:sldMk cId="2010584314" sldId="270"/>
            <ac:spMk id="7" creationId="{117B048D-E10E-4930-B6E1-772368D06A2E}"/>
          </ac:spMkLst>
        </pc:spChg>
        <pc:spChg chg="add del">
          <ac:chgData name="CHOI JUNHO" userId="2ed797a4709b55ca" providerId="LiveId" clId="{B85B9DB9-DC08-49E2-AE66-60597C8BC9AF}" dt="2019-10-25T03:07:02.207" v="594"/>
          <ac:spMkLst>
            <pc:docMk/>
            <pc:sldMk cId="2010584314" sldId="270"/>
            <ac:spMk id="8" creationId="{2F7698A7-CD42-4A15-AC09-2A9F8CB03A4E}"/>
          </ac:spMkLst>
        </pc:spChg>
        <pc:spChg chg="add mod">
          <ac:chgData name="CHOI JUNHO" userId="2ed797a4709b55ca" providerId="LiveId" clId="{B85B9DB9-DC08-49E2-AE66-60597C8BC9AF}" dt="2019-10-25T03:07:02.207" v="594"/>
          <ac:spMkLst>
            <pc:docMk/>
            <pc:sldMk cId="2010584314" sldId="270"/>
            <ac:spMk id="11" creationId="{3C4F82C0-F0B4-4E77-B71E-946CB900EE93}"/>
          </ac:spMkLst>
        </pc:spChg>
        <pc:spChg chg="add mod">
          <ac:chgData name="CHOI JUNHO" userId="2ed797a4709b55ca" providerId="LiveId" clId="{B85B9DB9-DC08-49E2-AE66-60597C8BC9AF}" dt="2019-10-25T03:07:02.207" v="594"/>
          <ac:spMkLst>
            <pc:docMk/>
            <pc:sldMk cId="2010584314" sldId="270"/>
            <ac:spMk id="12" creationId="{C750E563-F302-4F75-B9E6-7F101F724CE2}"/>
          </ac:spMkLst>
        </pc:spChg>
        <pc:spChg chg="add mod">
          <ac:chgData name="CHOI JUNHO" userId="2ed797a4709b55ca" providerId="LiveId" clId="{B85B9DB9-DC08-49E2-AE66-60597C8BC9AF}" dt="2019-10-25T03:07:02.207" v="594"/>
          <ac:spMkLst>
            <pc:docMk/>
            <pc:sldMk cId="2010584314" sldId="270"/>
            <ac:spMk id="13" creationId="{222B9C09-D39C-4FD7-A9B3-BFEC8A9D73D0}"/>
          </ac:spMkLst>
        </pc:spChg>
        <pc:graphicFrameChg chg="add del">
          <ac:chgData name="CHOI JUNHO" userId="2ed797a4709b55ca" providerId="LiveId" clId="{B85B9DB9-DC08-49E2-AE66-60597C8BC9AF}" dt="2019-10-25T03:06:57.879" v="592" actId="478"/>
          <ac:graphicFrameMkLst>
            <pc:docMk/>
            <pc:sldMk cId="2010584314" sldId="270"/>
            <ac:graphicFrameMk id="9" creationId="{83855A88-BA53-4FFC-95CF-FDE79EAEF7C8}"/>
          </ac:graphicFrameMkLst>
        </pc:graphicFrameChg>
        <pc:graphicFrameChg chg="add">
          <ac:chgData name="CHOI JUNHO" userId="2ed797a4709b55ca" providerId="LiveId" clId="{B85B9DB9-DC08-49E2-AE66-60597C8BC9AF}" dt="2019-10-25T03:06:58.210" v="593"/>
          <ac:graphicFrameMkLst>
            <pc:docMk/>
            <pc:sldMk cId="2010584314" sldId="270"/>
            <ac:graphicFrameMk id="10" creationId="{10B57DFF-9D4B-4303-9748-47D281BAB84A}"/>
          </ac:graphicFrameMkLst>
        </pc:graphicFrameChg>
      </pc:sldChg>
      <pc:sldMasterChg chg="modSldLayout">
        <pc:chgData name="CHOI JUNHO" userId="2ed797a4709b55ca" providerId="LiveId" clId="{B85B9DB9-DC08-49E2-AE66-60597C8BC9AF}" dt="2019-10-25T03:05:13.875" v="585" actId="20577"/>
        <pc:sldMasterMkLst>
          <pc:docMk/>
          <pc:sldMasterMk cId="2252684482" sldId="2147483648"/>
        </pc:sldMasterMkLst>
        <pc:sldLayoutChg chg="addSp delSp modSp">
          <pc:chgData name="CHOI JUNHO" userId="2ed797a4709b55ca" providerId="LiveId" clId="{B85B9DB9-DC08-49E2-AE66-60597C8BC9AF}" dt="2019-10-25T01:50:08.293" v="337" actId="1076"/>
          <pc:sldLayoutMkLst>
            <pc:docMk/>
            <pc:sldMasterMk cId="2252684482" sldId="2147483648"/>
            <pc:sldLayoutMk cId="17018372" sldId="2147483649"/>
          </pc:sldLayoutMkLst>
          <pc:spChg chg="mod">
            <ac:chgData name="CHOI JUNHO" userId="2ed797a4709b55ca" providerId="LiveId" clId="{B85B9DB9-DC08-49E2-AE66-60597C8BC9AF}" dt="2019-10-25T01:00:43.709" v="1" actId="1076"/>
            <ac:spMkLst>
              <pc:docMk/>
              <pc:sldMasterMk cId="2252684482" sldId="2147483648"/>
              <pc:sldLayoutMk cId="17018372" sldId="2147483649"/>
              <ac:spMk id="7" creationId="{00000000-0000-0000-0000-000000000000}"/>
            </ac:spMkLst>
          </pc:spChg>
          <pc:spChg chg="add mod">
            <ac:chgData name="CHOI JUNHO" userId="2ed797a4709b55ca" providerId="LiveId" clId="{B85B9DB9-DC08-49E2-AE66-60597C8BC9AF}" dt="2019-10-25T01:06:49.894" v="57" actId="1076"/>
            <ac:spMkLst>
              <pc:docMk/>
              <pc:sldMasterMk cId="2252684482" sldId="2147483648"/>
              <pc:sldLayoutMk cId="17018372" sldId="2147483649"/>
              <ac:spMk id="8" creationId="{FD2F9934-9D0C-4E19-AE89-48CB9973F4AD}"/>
            </ac:spMkLst>
          </pc:spChg>
          <pc:spChg chg="add mod">
            <ac:chgData name="CHOI JUNHO" userId="2ed797a4709b55ca" providerId="LiveId" clId="{B85B9DB9-DC08-49E2-AE66-60597C8BC9AF}" dt="2019-10-25T01:06:54.490" v="58" actId="1076"/>
            <ac:spMkLst>
              <pc:docMk/>
              <pc:sldMasterMk cId="2252684482" sldId="2147483648"/>
              <pc:sldLayoutMk cId="17018372" sldId="2147483649"/>
              <ac:spMk id="9" creationId="{04047FE0-99CA-4A25-A7D8-E3A981F3FFF0}"/>
            </ac:spMkLst>
          </pc:spChg>
          <pc:spChg chg="add mod">
            <ac:chgData name="CHOI JUNHO" userId="2ed797a4709b55ca" providerId="LiveId" clId="{B85B9DB9-DC08-49E2-AE66-60597C8BC9AF}" dt="2019-10-25T01:05:12.433" v="42" actId="571"/>
            <ac:spMkLst>
              <pc:docMk/>
              <pc:sldMasterMk cId="2252684482" sldId="2147483648"/>
              <pc:sldLayoutMk cId="17018372" sldId="2147483649"/>
              <ac:spMk id="11" creationId="{B0466DD5-62C1-4182-89A2-E023954D0F31}"/>
            </ac:spMkLst>
          </pc:spChg>
          <pc:spChg chg="add mod">
            <ac:chgData name="CHOI JUNHO" userId="2ed797a4709b55ca" providerId="LiveId" clId="{B85B9DB9-DC08-49E2-AE66-60597C8BC9AF}" dt="2019-10-25T01:09:59.655" v="96" actId="1076"/>
            <ac:spMkLst>
              <pc:docMk/>
              <pc:sldMasterMk cId="2252684482" sldId="2147483648"/>
              <pc:sldLayoutMk cId="17018372" sldId="2147483649"/>
              <ac:spMk id="13" creationId="{26B85E55-A23B-4282-B1C2-26BA012C5C07}"/>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19" creationId="{00000000-0000-0000-0000-000000000000}"/>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20" creationId="{00000000-0000-0000-0000-000000000000}"/>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21" creationId="{00000000-0000-0000-0000-000000000000}"/>
            </ac:spMkLst>
          </pc:spChg>
          <pc:graphicFrameChg chg="mod">
            <ac:chgData name="CHOI JUNHO" userId="2ed797a4709b55ca" providerId="LiveId" clId="{B85B9DB9-DC08-49E2-AE66-60597C8BC9AF}" dt="2019-10-25T01:22:43.813" v="128"/>
            <ac:graphicFrameMkLst>
              <pc:docMk/>
              <pc:sldMasterMk cId="2252684482" sldId="2147483648"/>
              <pc:sldLayoutMk cId="17018372" sldId="2147483649"/>
              <ac:graphicFrameMk id="2" creationId="{00000000-0000-0000-0000-000000000000}"/>
            </ac:graphicFrameMkLst>
          </pc:graphicFrameChg>
          <pc:graphicFrameChg chg="mod modGraphic">
            <ac:chgData name="CHOI JUNHO" userId="2ed797a4709b55ca" providerId="LiveId" clId="{B85B9DB9-DC08-49E2-AE66-60597C8BC9AF}" dt="2019-10-25T01:50:08.293" v="337" actId="1076"/>
            <ac:graphicFrameMkLst>
              <pc:docMk/>
              <pc:sldMasterMk cId="2252684482" sldId="2147483648"/>
              <pc:sldLayoutMk cId="17018372" sldId="2147483649"/>
              <ac:graphicFrameMk id="10" creationId="{00000000-0000-0000-0000-000000000000}"/>
            </ac:graphicFrameMkLst>
          </pc:graphicFrameChg>
          <pc:cxnChg chg="add del mod">
            <ac:chgData name="CHOI JUNHO" userId="2ed797a4709b55ca" providerId="LiveId" clId="{B85B9DB9-DC08-49E2-AE66-60597C8BC9AF}" dt="2019-10-25T01:07:41.860" v="68" actId="478"/>
            <ac:cxnSpMkLst>
              <pc:docMk/>
              <pc:sldMasterMk cId="2252684482" sldId="2147483648"/>
              <pc:sldLayoutMk cId="17018372" sldId="2147483649"/>
              <ac:cxnSpMk id="4" creationId="{21A55588-8C90-42F5-B98F-76F2A7D9B633}"/>
            </ac:cxnSpMkLst>
          </pc:cxnChg>
        </pc:sldLayoutChg>
        <pc:sldLayoutChg chg="delSp modSp">
          <pc:chgData name="CHOI JUNHO" userId="2ed797a4709b55ca" providerId="LiveId" clId="{B85B9DB9-DC08-49E2-AE66-60597C8BC9AF}" dt="2019-10-25T03:05:13.875" v="585" actId="20577"/>
          <pc:sldLayoutMkLst>
            <pc:docMk/>
            <pc:sldMasterMk cId="2252684482" sldId="2147483648"/>
            <pc:sldLayoutMk cId="2377320761" sldId="2147483650"/>
          </pc:sldLayoutMkLst>
          <pc:spChg chg="mod">
            <ac:chgData name="CHOI JUNHO" userId="2ed797a4709b55ca" providerId="LiveId" clId="{B85B9DB9-DC08-49E2-AE66-60597C8BC9AF}" dt="2019-10-25T03:04:46.090" v="561" actId="1035"/>
            <ac:spMkLst>
              <pc:docMk/>
              <pc:sldMasterMk cId="2252684482" sldId="2147483648"/>
              <pc:sldLayoutMk cId="2377320761" sldId="2147483650"/>
              <ac:spMk id="22" creationId="{00000000-0000-0000-0000-000000000000}"/>
            </ac:spMkLst>
          </pc:spChg>
          <pc:spChg chg="mod">
            <ac:chgData name="CHOI JUNHO" userId="2ed797a4709b55ca" providerId="LiveId" clId="{B85B9DB9-DC08-49E2-AE66-60597C8BC9AF}" dt="2019-10-25T03:04:52.185" v="562" actId="14100"/>
            <ac:spMkLst>
              <pc:docMk/>
              <pc:sldMasterMk cId="2252684482" sldId="2147483648"/>
              <pc:sldLayoutMk cId="2377320761" sldId="2147483650"/>
              <ac:spMk id="23" creationId="{00000000-0000-0000-0000-000000000000}"/>
            </ac:spMkLst>
          </pc:spChg>
          <pc:spChg chg="del">
            <ac:chgData name="CHOI JUNHO" userId="2ed797a4709b55ca" providerId="LiveId" clId="{B85B9DB9-DC08-49E2-AE66-60597C8BC9AF}" dt="2019-10-25T01:29:27.885" v="182" actId="478"/>
            <ac:spMkLst>
              <pc:docMk/>
              <pc:sldMasterMk cId="2252684482" sldId="2147483648"/>
              <pc:sldLayoutMk cId="2377320761" sldId="2147483650"/>
              <ac:spMk id="24" creationId="{00000000-0000-0000-0000-000000000000}"/>
            </ac:spMkLst>
          </pc:spChg>
          <pc:spChg chg="mod">
            <ac:chgData name="CHOI JUNHO" userId="2ed797a4709b55ca" providerId="LiveId" clId="{B85B9DB9-DC08-49E2-AE66-60597C8BC9AF}" dt="2019-10-25T03:04:58.853" v="563" actId="14100"/>
            <ac:spMkLst>
              <pc:docMk/>
              <pc:sldMasterMk cId="2252684482" sldId="2147483648"/>
              <pc:sldLayoutMk cId="2377320761" sldId="2147483650"/>
              <ac:spMk id="30" creationId="{00000000-0000-0000-0000-000000000000}"/>
            </ac:spMkLst>
          </pc:spChg>
          <pc:graphicFrameChg chg="mod modGraphic">
            <ac:chgData name="CHOI JUNHO" userId="2ed797a4709b55ca" providerId="LiveId" clId="{B85B9DB9-DC08-49E2-AE66-60597C8BC9AF}" dt="2019-10-25T03:05:13.875" v="585" actId="20577"/>
            <ac:graphicFrameMkLst>
              <pc:docMk/>
              <pc:sldMasterMk cId="2252684482" sldId="2147483648"/>
              <pc:sldLayoutMk cId="2377320761" sldId="2147483650"/>
              <ac:graphicFrameMk id="2" creationId="{00000000-0000-0000-0000-000000000000}"/>
            </ac:graphicFrameMkLst>
          </pc:graphicFrameChg>
        </pc:sldLayoutChg>
        <pc:sldLayoutChg chg="addSp delSp modSp">
          <pc:chgData name="CHOI JUNHO" userId="2ed797a4709b55ca" providerId="LiveId" clId="{B85B9DB9-DC08-49E2-AE66-60597C8BC9AF}" dt="2019-10-25T03:04:12.493" v="554" actId="1076"/>
          <pc:sldLayoutMkLst>
            <pc:docMk/>
            <pc:sldMasterMk cId="2252684482" sldId="2147483648"/>
            <pc:sldLayoutMk cId="2156045409" sldId="2147483651"/>
          </pc:sldLayoutMkLst>
          <pc:spChg chg="add mod">
            <ac:chgData name="CHOI JUNHO" userId="2ed797a4709b55ca" providerId="LiveId" clId="{B85B9DB9-DC08-49E2-AE66-60597C8BC9AF}" dt="2019-10-25T03:04:12.493" v="554" actId="1076"/>
            <ac:spMkLst>
              <pc:docMk/>
              <pc:sldMasterMk cId="2252684482" sldId="2147483648"/>
              <pc:sldLayoutMk cId="2156045409" sldId="2147483651"/>
              <ac:spMk id="5" creationId="{45E6D0DC-F064-4EBA-906A-BF1306784A62}"/>
            </ac:spMkLst>
          </pc:spChg>
          <pc:spChg chg="del">
            <ac:chgData name="CHOI JUNHO" userId="2ed797a4709b55ca" providerId="LiveId" clId="{B85B9DB9-DC08-49E2-AE66-60597C8BC9AF}" dt="2019-10-25T01:10:22.035" v="98" actId="478"/>
            <ac:spMkLst>
              <pc:docMk/>
              <pc:sldMasterMk cId="2252684482" sldId="2147483648"/>
              <pc:sldLayoutMk cId="2156045409" sldId="2147483651"/>
              <ac:spMk id="18" creationId="{00000000-0000-0000-0000-000000000000}"/>
            </ac:spMkLst>
          </pc:spChg>
          <pc:graphicFrameChg chg="add mod">
            <ac:chgData name="CHOI JUNHO" userId="2ed797a4709b55ca" providerId="LiveId" clId="{B85B9DB9-DC08-49E2-AE66-60597C8BC9AF}" dt="2019-10-25T01:38:42.511" v="268" actId="1076"/>
            <ac:graphicFrameMkLst>
              <pc:docMk/>
              <pc:sldMasterMk cId="2252684482" sldId="2147483648"/>
              <pc:sldLayoutMk cId="2156045409" sldId="2147483651"/>
              <ac:graphicFrameMk id="4" creationId="{B42A6570-5196-43DE-85B2-428460B9C59C}"/>
            </ac:graphicFrameMkLst>
          </pc:graphicFrameChg>
          <pc:graphicFrameChg chg="del">
            <ac:chgData name="CHOI JUNHO" userId="2ed797a4709b55ca" providerId="LiveId" clId="{B85B9DB9-DC08-49E2-AE66-60597C8BC9AF}" dt="2019-10-25T01:10:19.390" v="97" actId="478"/>
            <ac:graphicFrameMkLst>
              <pc:docMk/>
              <pc:sldMasterMk cId="2252684482" sldId="2147483648"/>
              <pc:sldLayoutMk cId="2156045409" sldId="2147483651"/>
              <ac:graphicFrameMk id="17" creationId="{00000000-0000-0000-0000-000000000000}"/>
            </ac:graphicFrameMkLst>
          </pc:graphicFrameChg>
        </pc:sldLayoutChg>
        <pc:sldLayoutChg chg="modSp">
          <pc:chgData name="CHOI JUNHO" userId="2ed797a4709b55ca" providerId="LiveId" clId="{B85B9DB9-DC08-49E2-AE66-60597C8BC9AF}" dt="2019-10-25T01:10:42.790" v="124" actId="207"/>
          <pc:sldLayoutMkLst>
            <pc:docMk/>
            <pc:sldMasterMk cId="2252684482" sldId="2147483648"/>
            <pc:sldLayoutMk cId="1950302476" sldId="2147483665"/>
          </pc:sldLayoutMkLst>
          <pc:spChg chg="mod">
            <ac:chgData name="CHOI JUNHO" userId="2ed797a4709b55ca" providerId="LiveId" clId="{B85B9DB9-DC08-49E2-AE66-60597C8BC9AF}" dt="2019-10-25T01:10:35.668" v="123" actId="207"/>
            <ac:spMkLst>
              <pc:docMk/>
              <pc:sldMasterMk cId="2252684482" sldId="2147483648"/>
              <pc:sldLayoutMk cId="1950302476" sldId="2147483665"/>
              <ac:spMk id="4" creationId="{00000000-0000-0000-0000-000000000000}"/>
            </ac:spMkLst>
          </pc:spChg>
          <pc:spChg chg="mod">
            <ac:chgData name="CHOI JUNHO" userId="2ed797a4709b55ca" providerId="LiveId" clId="{B85B9DB9-DC08-49E2-AE66-60597C8BC9AF}" dt="2019-10-25T01:10:42.790" v="124" actId="207"/>
            <ac:spMkLst>
              <pc:docMk/>
              <pc:sldMasterMk cId="2252684482" sldId="2147483648"/>
              <pc:sldLayoutMk cId="1950302476" sldId="2147483665"/>
              <ac:spMk id="12" creationId="{00000000-0000-0000-0000-000000000000}"/>
            </ac:spMkLst>
          </pc:spChg>
        </pc:sldLayoutChg>
      </pc:sldMasterChg>
    </pc:docChg>
  </pc:docChgLst>
  <pc:docChgLst>
    <pc:chgData name="CHOI JUNHO" userId="2ed797a4709b55ca" providerId="LiveId" clId="{7F92A87C-AAB4-4837-A6B3-D4D781BEB7A7}"/>
    <pc:docChg chg="custSel addSld modSld modMainMaster">
      <pc:chgData name="CHOI JUNHO" userId="2ed797a4709b55ca" providerId="LiveId" clId="{7F92A87C-AAB4-4837-A6B3-D4D781BEB7A7}" dt="2019-12-28T08:56:57.866" v="334"/>
      <pc:docMkLst>
        <pc:docMk/>
      </pc:docMkLst>
      <pc:sldChg chg="addSp delSp modSp add">
        <pc:chgData name="CHOI JUNHO" userId="2ed797a4709b55ca" providerId="LiveId" clId="{7F92A87C-AAB4-4837-A6B3-D4D781BEB7A7}" dt="2019-12-28T07:30:51.844" v="279" actId="1076"/>
        <pc:sldMkLst>
          <pc:docMk/>
          <pc:sldMk cId="947082625" sldId="277"/>
        </pc:sldMkLst>
        <pc:spChg chg="mod">
          <ac:chgData name="CHOI JUNHO" userId="2ed797a4709b55ca" providerId="LiveId" clId="{7F92A87C-AAB4-4837-A6B3-D4D781BEB7A7}" dt="2019-12-28T07:23:01.530" v="22" actId="20577"/>
          <ac:spMkLst>
            <pc:docMk/>
            <pc:sldMk cId="947082625" sldId="277"/>
            <ac:spMk id="2" creationId="{7959323A-BA29-4853-97C4-82E74244E3A8}"/>
          </ac:spMkLst>
        </pc:spChg>
        <pc:spChg chg="add mod">
          <ac:chgData name="CHOI JUNHO" userId="2ed797a4709b55ca" providerId="LiveId" clId="{7F92A87C-AAB4-4837-A6B3-D4D781BEB7A7}" dt="2019-12-28T07:27:19.487" v="166" actId="20577"/>
          <ac:spMkLst>
            <pc:docMk/>
            <pc:sldMk cId="947082625" sldId="277"/>
            <ac:spMk id="3" creationId="{7ABCC58B-C902-4B98-9934-5568B03423A9}"/>
          </ac:spMkLst>
        </pc:spChg>
        <pc:spChg chg="add mod">
          <ac:chgData name="CHOI JUNHO" userId="2ed797a4709b55ca" providerId="LiveId" clId="{7F92A87C-AAB4-4837-A6B3-D4D781BEB7A7}" dt="2019-12-28T07:23:41.948" v="25" actId="207"/>
          <ac:spMkLst>
            <pc:docMk/>
            <pc:sldMk cId="947082625" sldId="277"/>
            <ac:spMk id="4" creationId="{09835F90-31FF-4CE6-93EA-384398F864F1}"/>
          </ac:spMkLst>
        </pc:spChg>
        <pc:spChg chg="add mod">
          <ac:chgData name="CHOI JUNHO" userId="2ed797a4709b55ca" providerId="LiveId" clId="{7F92A87C-AAB4-4837-A6B3-D4D781BEB7A7}" dt="2019-12-28T07:23:48.569" v="36" actId="20577"/>
          <ac:spMkLst>
            <pc:docMk/>
            <pc:sldMk cId="947082625" sldId="277"/>
            <ac:spMk id="5" creationId="{0E15F842-68E6-43D1-8D78-CCFA96B7A5EF}"/>
          </ac:spMkLst>
        </pc:spChg>
        <pc:spChg chg="add mod">
          <ac:chgData name="CHOI JUNHO" userId="2ed797a4709b55ca" providerId="LiveId" clId="{7F92A87C-AAB4-4837-A6B3-D4D781BEB7A7}" dt="2019-12-28T07:24:01.453" v="51" actId="20577"/>
          <ac:spMkLst>
            <pc:docMk/>
            <pc:sldMk cId="947082625" sldId="277"/>
            <ac:spMk id="6" creationId="{C240C327-982E-4DF0-92EF-6CBCA002AE79}"/>
          </ac:spMkLst>
        </pc:spChg>
        <pc:spChg chg="add mod">
          <ac:chgData name="CHOI JUNHO" userId="2ed797a4709b55ca" providerId="LiveId" clId="{7F92A87C-AAB4-4837-A6B3-D4D781BEB7A7}" dt="2019-12-28T07:24:09.565" v="62" actId="20577"/>
          <ac:spMkLst>
            <pc:docMk/>
            <pc:sldMk cId="947082625" sldId="277"/>
            <ac:spMk id="7" creationId="{1CC14481-805C-41C6-8ACD-B0F5E46B49E1}"/>
          </ac:spMkLst>
        </pc:spChg>
        <pc:spChg chg="add mod">
          <ac:chgData name="CHOI JUNHO" userId="2ed797a4709b55ca" providerId="LiveId" clId="{7F92A87C-AAB4-4837-A6B3-D4D781BEB7A7}" dt="2019-12-28T07:26:01.465" v="80" actId="20577"/>
          <ac:spMkLst>
            <pc:docMk/>
            <pc:sldMk cId="947082625" sldId="277"/>
            <ac:spMk id="8" creationId="{2690B69F-F877-4C2E-B2F8-D0F82777EE3A}"/>
          </ac:spMkLst>
        </pc:spChg>
        <pc:spChg chg="add mod">
          <ac:chgData name="CHOI JUNHO" userId="2ed797a4709b55ca" providerId="LiveId" clId="{7F92A87C-AAB4-4837-A6B3-D4D781BEB7A7}" dt="2019-12-28T07:26:06.311" v="89" actId="20577"/>
          <ac:spMkLst>
            <pc:docMk/>
            <pc:sldMk cId="947082625" sldId="277"/>
            <ac:spMk id="9" creationId="{D419C03A-C743-48B8-88E4-062566973580}"/>
          </ac:spMkLst>
        </pc:spChg>
        <pc:spChg chg="add mod">
          <ac:chgData name="CHOI JUNHO" userId="2ed797a4709b55ca" providerId="LiveId" clId="{7F92A87C-AAB4-4837-A6B3-D4D781BEB7A7}" dt="2019-12-28T07:23:57.657" v="47" actId="20577"/>
          <ac:spMkLst>
            <pc:docMk/>
            <pc:sldMk cId="947082625" sldId="277"/>
            <ac:spMk id="17" creationId="{532ECC3C-20A5-4EE8-BECA-7DAD3707C007}"/>
          </ac:spMkLst>
        </pc:spChg>
        <pc:spChg chg="add mod">
          <ac:chgData name="CHOI JUNHO" userId="2ed797a4709b55ca" providerId="LiveId" clId="{7F92A87C-AAB4-4837-A6B3-D4D781BEB7A7}" dt="2019-12-28T07:30:11.199" v="266" actId="20577"/>
          <ac:spMkLst>
            <pc:docMk/>
            <pc:sldMk cId="947082625" sldId="277"/>
            <ac:spMk id="21" creationId="{C979A595-E402-41D4-9AF5-FFDF67201D69}"/>
          </ac:spMkLst>
        </pc:spChg>
        <pc:spChg chg="add del">
          <ac:chgData name="CHOI JUNHO" userId="2ed797a4709b55ca" providerId="LiveId" clId="{7F92A87C-AAB4-4837-A6B3-D4D781BEB7A7}" dt="2019-12-28T07:30:18.184" v="267" actId="478"/>
          <ac:spMkLst>
            <pc:docMk/>
            <pc:sldMk cId="947082625" sldId="277"/>
            <ac:spMk id="22" creationId="{36E04CEA-795C-45D2-AD13-441CEF28D5BD}"/>
          </ac:spMkLst>
        </pc:spChg>
        <pc:spChg chg="add del">
          <ac:chgData name="CHOI JUNHO" userId="2ed797a4709b55ca" providerId="LiveId" clId="{7F92A87C-AAB4-4837-A6B3-D4D781BEB7A7}" dt="2019-12-28T07:30:42.654" v="277" actId="478"/>
          <ac:spMkLst>
            <pc:docMk/>
            <pc:sldMk cId="947082625" sldId="277"/>
            <ac:spMk id="23" creationId="{0848C145-E74E-442F-960E-34AB06D3A05F}"/>
          </ac:spMkLst>
        </pc:spChg>
        <pc:spChg chg="add mod">
          <ac:chgData name="CHOI JUNHO" userId="2ed797a4709b55ca" providerId="LiveId" clId="{7F92A87C-AAB4-4837-A6B3-D4D781BEB7A7}" dt="2019-12-28T07:25:54.917" v="67" actId="255"/>
          <ac:spMkLst>
            <pc:docMk/>
            <pc:sldMk cId="947082625" sldId="277"/>
            <ac:spMk id="24" creationId="{BFF3DC12-16D0-4852-A918-14BB455A5AA9}"/>
          </ac:spMkLst>
        </pc:spChg>
        <pc:spChg chg="add mod">
          <ac:chgData name="CHOI JUNHO" userId="2ed797a4709b55ca" providerId="LiveId" clId="{7F92A87C-AAB4-4837-A6B3-D4D781BEB7A7}" dt="2019-12-28T07:25:44.196" v="65" actId="255"/>
          <ac:spMkLst>
            <pc:docMk/>
            <pc:sldMk cId="947082625" sldId="277"/>
            <ac:spMk id="26" creationId="{BD3BFB7D-AB9B-4BFD-84DB-576DDAF7F07B}"/>
          </ac:spMkLst>
        </pc:spChg>
        <pc:spChg chg="add">
          <ac:chgData name="CHOI JUNHO" userId="2ed797a4709b55ca" providerId="LiveId" clId="{7F92A87C-AAB4-4837-A6B3-D4D781BEB7A7}" dt="2019-12-28T07:23:22.127" v="23"/>
          <ac:spMkLst>
            <pc:docMk/>
            <pc:sldMk cId="947082625" sldId="277"/>
            <ac:spMk id="28" creationId="{8EDE36BC-446C-4495-AFBF-EF2B2AE0A8CF}"/>
          </ac:spMkLst>
        </pc:spChg>
        <pc:spChg chg="add">
          <ac:chgData name="CHOI JUNHO" userId="2ed797a4709b55ca" providerId="LiveId" clId="{7F92A87C-AAB4-4837-A6B3-D4D781BEB7A7}" dt="2019-12-28T07:23:22.127" v="23"/>
          <ac:spMkLst>
            <pc:docMk/>
            <pc:sldMk cId="947082625" sldId="277"/>
            <ac:spMk id="30" creationId="{5683E7D5-B666-42FE-9394-6C8BC344AB76}"/>
          </ac:spMkLst>
        </pc:spChg>
        <pc:spChg chg="add">
          <ac:chgData name="CHOI JUNHO" userId="2ed797a4709b55ca" providerId="LiveId" clId="{7F92A87C-AAB4-4837-A6B3-D4D781BEB7A7}" dt="2019-12-28T07:23:22.127" v="23"/>
          <ac:spMkLst>
            <pc:docMk/>
            <pc:sldMk cId="947082625" sldId="277"/>
            <ac:spMk id="32" creationId="{43C9ED10-45FE-4752-B5BE-FE49D67C539F}"/>
          </ac:spMkLst>
        </pc:spChg>
        <pc:spChg chg="mod">
          <ac:chgData name="CHOI JUNHO" userId="2ed797a4709b55ca" providerId="LiveId" clId="{7F92A87C-AAB4-4837-A6B3-D4D781BEB7A7}" dt="2019-12-28T07:26:13.758" v="90" actId="20577"/>
          <ac:spMkLst>
            <pc:docMk/>
            <pc:sldMk cId="947082625" sldId="277"/>
            <ac:spMk id="37" creationId="{01B69E5D-8521-4959-946C-429B1E324AD0}"/>
          </ac:spMkLst>
        </pc:spChg>
        <pc:spChg chg="add">
          <ac:chgData name="CHOI JUNHO" userId="2ed797a4709b55ca" providerId="LiveId" clId="{7F92A87C-AAB4-4837-A6B3-D4D781BEB7A7}" dt="2019-12-28T07:23:22.127" v="23"/>
          <ac:spMkLst>
            <pc:docMk/>
            <pc:sldMk cId="947082625" sldId="277"/>
            <ac:spMk id="38" creationId="{CDBB834D-792F-4592-AEE0-7EC2F4179A1F}"/>
          </ac:spMkLst>
        </pc:spChg>
        <pc:spChg chg="add">
          <ac:chgData name="CHOI JUNHO" userId="2ed797a4709b55ca" providerId="LiveId" clId="{7F92A87C-AAB4-4837-A6B3-D4D781BEB7A7}" dt="2019-12-28T07:23:22.127" v="23"/>
          <ac:spMkLst>
            <pc:docMk/>
            <pc:sldMk cId="947082625" sldId="277"/>
            <ac:spMk id="39" creationId="{81780DCC-CFC5-4945-8991-19F7ACDD9636}"/>
          </ac:spMkLst>
        </pc:spChg>
        <pc:spChg chg="add mod">
          <ac:chgData name="CHOI JUNHO" userId="2ed797a4709b55ca" providerId="LiveId" clId="{7F92A87C-AAB4-4837-A6B3-D4D781BEB7A7}" dt="2019-12-28T07:26:31.125" v="94" actId="255"/>
          <ac:spMkLst>
            <pc:docMk/>
            <pc:sldMk cId="947082625" sldId="277"/>
            <ac:spMk id="40" creationId="{C8DFA961-9C3C-4C30-864F-C8B2495CDE41}"/>
          </ac:spMkLst>
        </pc:spChg>
        <pc:spChg chg="add mod">
          <ac:chgData name="CHOI JUNHO" userId="2ed797a4709b55ca" providerId="LiveId" clId="{7F92A87C-AAB4-4837-A6B3-D4D781BEB7A7}" dt="2019-12-28T07:26:24.323" v="92" actId="255"/>
          <ac:spMkLst>
            <pc:docMk/>
            <pc:sldMk cId="947082625" sldId="277"/>
            <ac:spMk id="44" creationId="{BE7AD93A-2836-4E1C-AE24-F846820318D6}"/>
          </ac:spMkLst>
        </pc:spChg>
        <pc:spChg chg="add del">
          <ac:chgData name="CHOI JUNHO" userId="2ed797a4709b55ca" providerId="LiveId" clId="{7F92A87C-AAB4-4837-A6B3-D4D781BEB7A7}" dt="2019-12-28T07:27:40.527" v="170" actId="478"/>
          <ac:spMkLst>
            <pc:docMk/>
            <pc:sldMk cId="947082625" sldId="277"/>
            <ac:spMk id="45" creationId="{3EBC789E-6C5C-4240-AD83-DFEB05F5B457}"/>
          </ac:spMkLst>
        </pc:spChg>
        <pc:spChg chg="add mod">
          <ac:chgData name="CHOI JUNHO" userId="2ed797a4709b55ca" providerId="LiveId" clId="{7F92A87C-AAB4-4837-A6B3-D4D781BEB7A7}" dt="2019-12-28T07:26:36.546" v="95"/>
          <ac:spMkLst>
            <pc:docMk/>
            <pc:sldMk cId="947082625" sldId="277"/>
            <ac:spMk id="46" creationId="{5EAE26FF-F860-4A3F-9D74-184928F86D0B}"/>
          </ac:spMkLst>
        </pc:spChg>
        <pc:spChg chg="add">
          <ac:chgData name="CHOI JUNHO" userId="2ed797a4709b55ca" providerId="LiveId" clId="{7F92A87C-AAB4-4837-A6B3-D4D781BEB7A7}" dt="2019-12-28T07:23:22.127" v="23"/>
          <ac:spMkLst>
            <pc:docMk/>
            <pc:sldMk cId="947082625" sldId="277"/>
            <ac:spMk id="49" creationId="{1988FC1E-2678-4D1D-B8F1-954C53280967}"/>
          </ac:spMkLst>
        </pc:spChg>
        <pc:spChg chg="add">
          <ac:chgData name="CHOI JUNHO" userId="2ed797a4709b55ca" providerId="LiveId" clId="{7F92A87C-AAB4-4837-A6B3-D4D781BEB7A7}" dt="2019-12-28T07:23:22.127" v="23"/>
          <ac:spMkLst>
            <pc:docMk/>
            <pc:sldMk cId="947082625" sldId="277"/>
            <ac:spMk id="50" creationId="{81A23C83-5988-462D-892A-64C4AF094FE7}"/>
          </ac:spMkLst>
        </pc:spChg>
        <pc:spChg chg="add mod">
          <ac:chgData name="CHOI JUNHO" userId="2ed797a4709b55ca" providerId="LiveId" clId="{7F92A87C-AAB4-4837-A6B3-D4D781BEB7A7}" dt="2019-12-28T07:27:08.376" v="148" actId="20577"/>
          <ac:spMkLst>
            <pc:docMk/>
            <pc:sldMk cId="947082625" sldId="277"/>
            <ac:spMk id="52" creationId="{04E3BD09-EC53-430B-BF0C-BA5D024354E7}"/>
          </ac:spMkLst>
        </pc:spChg>
        <pc:spChg chg="add del mod">
          <ac:chgData name="CHOI JUNHO" userId="2ed797a4709b55ca" providerId="LiveId" clId="{7F92A87C-AAB4-4837-A6B3-D4D781BEB7A7}" dt="2019-12-28T07:30:31.556" v="274" actId="478"/>
          <ac:spMkLst>
            <pc:docMk/>
            <pc:sldMk cId="947082625" sldId="277"/>
            <ac:spMk id="53" creationId="{06C8F101-037A-4483-A348-2B6DF9996D78}"/>
          </ac:spMkLst>
        </pc:spChg>
        <pc:spChg chg="add mod">
          <ac:chgData name="CHOI JUNHO" userId="2ed797a4709b55ca" providerId="LiveId" clId="{7F92A87C-AAB4-4837-A6B3-D4D781BEB7A7}" dt="2019-12-28T07:27:05.760" v="143" actId="20577"/>
          <ac:spMkLst>
            <pc:docMk/>
            <pc:sldMk cId="947082625" sldId="277"/>
            <ac:spMk id="55" creationId="{943037CC-35FF-4656-9CF3-B0C66F6D0BD6}"/>
          </ac:spMkLst>
        </pc:spChg>
        <pc:spChg chg="add mod">
          <ac:chgData name="CHOI JUNHO" userId="2ed797a4709b55ca" providerId="LiveId" clId="{7F92A87C-AAB4-4837-A6B3-D4D781BEB7A7}" dt="2019-12-28T07:27:23" v="169" actId="20577"/>
          <ac:spMkLst>
            <pc:docMk/>
            <pc:sldMk cId="947082625" sldId="277"/>
            <ac:spMk id="57" creationId="{3129425B-B6EC-4222-8620-C66B5B9C08FB}"/>
          </ac:spMkLst>
        </pc:spChg>
        <pc:spChg chg="add mod">
          <ac:chgData name="CHOI JUNHO" userId="2ed797a4709b55ca" providerId="LiveId" clId="{7F92A87C-AAB4-4837-A6B3-D4D781BEB7A7}" dt="2019-12-28T07:27:14.769" v="159" actId="20577"/>
          <ac:spMkLst>
            <pc:docMk/>
            <pc:sldMk cId="947082625" sldId="277"/>
            <ac:spMk id="58" creationId="{1A17BE9D-02F0-4564-B9C4-A6A36F23F1F3}"/>
          </ac:spMkLst>
        </pc:spChg>
        <pc:spChg chg="mod">
          <ac:chgData name="CHOI JUNHO" userId="2ed797a4709b55ca" providerId="LiveId" clId="{7F92A87C-AAB4-4837-A6B3-D4D781BEB7A7}" dt="2019-12-28T07:28:06.280" v="210" actId="2"/>
          <ac:spMkLst>
            <pc:docMk/>
            <pc:sldMk cId="947082625" sldId="277"/>
            <ac:spMk id="62" creationId="{EA7F49A6-AD47-4013-A835-5A363DC025E7}"/>
          </ac:spMkLst>
        </pc:spChg>
        <pc:spChg chg="add mod">
          <ac:chgData name="CHOI JUNHO" userId="2ed797a4709b55ca" providerId="LiveId" clId="{7F92A87C-AAB4-4837-A6B3-D4D781BEB7A7}" dt="2019-12-28T07:30:28.680" v="273" actId="20577"/>
          <ac:spMkLst>
            <pc:docMk/>
            <pc:sldMk cId="947082625" sldId="277"/>
            <ac:spMk id="64" creationId="{64538490-E039-4AE2-BB9D-E3F934CFCF62}"/>
          </ac:spMkLst>
        </pc:spChg>
        <pc:spChg chg="add mod">
          <ac:chgData name="CHOI JUNHO" userId="2ed797a4709b55ca" providerId="LiveId" clId="{7F92A87C-AAB4-4837-A6B3-D4D781BEB7A7}" dt="2019-12-28T07:30:40.626" v="276" actId="1076"/>
          <ac:spMkLst>
            <pc:docMk/>
            <pc:sldMk cId="947082625" sldId="277"/>
            <ac:spMk id="65" creationId="{DB9AC99A-21C6-4469-9114-614A9A90B5F2}"/>
          </ac:spMkLst>
        </pc:spChg>
        <pc:spChg chg="add mod">
          <ac:chgData name="CHOI JUNHO" userId="2ed797a4709b55ca" providerId="LiveId" clId="{7F92A87C-AAB4-4837-A6B3-D4D781BEB7A7}" dt="2019-12-28T07:30:51.844" v="279" actId="1076"/>
          <ac:spMkLst>
            <pc:docMk/>
            <pc:sldMk cId="947082625" sldId="277"/>
            <ac:spMk id="66" creationId="{5B96B6FB-4927-4C65-A560-BB50AAC2ED4E}"/>
          </ac:spMkLst>
        </pc:spChg>
        <pc:grpChg chg="add">
          <ac:chgData name="CHOI JUNHO" userId="2ed797a4709b55ca" providerId="LiveId" clId="{7F92A87C-AAB4-4837-A6B3-D4D781BEB7A7}" dt="2019-12-28T07:23:22.127" v="23"/>
          <ac:grpSpMkLst>
            <pc:docMk/>
            <pc:sldMk cId="947082625" sldId="277"/>
            <ac:grpSpMk id="35" creationId="{0B862C06-495F-4C96-A4CD-EA7B9024429C}"/>
          </ac:grpSpMkLst>
        </pc:grpChg>
        <pc:grpChg chg="add">
          <ac:chgData name="CHOI JUNHO" userId="2ed797a4709b55ca" providerId="LiveId" clId="{7F92A87C-AAB4-4837-A6B3-D4D781BEB7A7}" dt="2019-12-28T07:23:22.127" v="23"/>
          <ac:grpSpMkLst>
            <pc:docMk/>
            <pc:sldMk cId="947082625" sldId="277"/>
            <ac:grpSpMk id="61" creationId="{FB6A67B7-0440-423D-8FC0-28C93D04129C}"/>
          </ac:grpSpMkLst>
        </pc:grpChg>
        <pc:picChg chg="add">
          <ac:chgData name="CHOI JUNHO" userId="2ed797a4709b55ca" providerId="LiveId" clId="{7F92A87C-AAB4-4837-A6B3-D4D781BEB7A7}" dt="2019-12-28T07:23:22.127" v="23"/>
          <ac:picMkLst>
            <pc:docMk/>
            <pc:sldMk cId="947082625" sldId="277"/>
            <ac:picMk id="15" creationId="{BD256A01-B77D-45A8-AE8C-48708935CB2A}"/>
          </ac:picMkLst>
        </pc:picChg>
        <pc:picChg chg="add">
          <ac:chgData name="CHOI JUNHO" userId="2ed797a4709b55ca" providerId="LiveId" clId="{7F92A87C-AAB4-4837-A6B3-D4D781BEB7A7}" dt="2019-12-28T07:23:22.127" v="23"/>
          <ac:picMkLst>
            <pc:docMk/>
            <pc:sldMk cId="947082625" sldId="277"/>
            <ac:picMk id="51" creationId="{FD685D4A-DB66-4484-8D97-6EAD73310DFB}"/>
          </ac:picMkLst>
        </pc:picChg>
        <pc:picChg chg="add">
          <ac:chgData name="CHOI JUNHO" userId="2ed797a4709b55ca" providerId="LiveId" clId="{7F92A87C-AAB4-4837-A6B3-D4D781BEB7A7}" dt="2019-12-28T07:23:22.127" v="23"/>
          <ac:picMkLst>
            <pc:docMk/>
            <pc:sldMk cId="947082625" sldId="277"/>
            <ac:picMk id="54" creationId="{537EB6EC-E0EC-487A-A2C8-A893EBC55201}"/>
          </ac:picMkLst>
        </pc:picChg>
        <pc:cxnChg chg="add">
          <ac:chgData name="CHOI JUNHO" userId="2ed797a4709b55ca" providerId="LiveId" clId="{7F92A87C-AAB4-4837-A6B3-D4D781BEB7A7}" dt="2019-12-28T07:23:22.127" v="23"/>
          <ac:cxnSpMkLst>
            <pc:docMk/>
            <pc:sldMk cId="947082625" sldId="277"/>
            <ac:cxnSpMk id="10" creationId="{E0826F1B-8FF2-4E76-AC44-2B3FF6AF2695}"/>
          </ac:cxnSpMkLst>
        </pc:cxnChg>
        <pc:cxnChg chg="add">
          <ac:chgData name="CHOI JUNHO" userId="2ed797a4709b55ca" providerId="LiveId" clId="{7F92A87C-AAB4-4837-A6B3-D4D781BEB7A7}" dt="2019-12-28T07:23:22.127" v="23"/>
          <ac:cxnSpMkLst>
            <pc:docMk/>
            <pc:sldMk cId="947082625" sldId="277"/>
            <ac:cxnSpMk id="11" creationId="{847B850D-8C85-4A53-AA88-17B1200FA366}"/>
          </ac:cxnSpMkLst>
        </pc:cxnChg>
        <pc:cxnChg chg="add">
          <ac:chgData name="CHOI JUNHO" userId="2ed797a4709b55ca" providerId="LiveId" clId="{7F92A87C-AAB4-4837-A6B3-D4D781BEB7A7}" dt="2019-12-28T07:23:22.127" v="23"/>
          <ac:cxnSpMkLst>
            <pc:docMk/>
            <pc:sldMk cId="947082625" sldId="277"/>
            <ac:cxnSpMk id="12" creationId="{1C4B242B-070E-4DA4-B82E-DC6BD08754D0}"/>
          </ac:cxnSpMkLst>
        </pc:cxnChg>
        <pc:cxnChg chg="add">
          <ac:chgData name="CHOI JUNHO" userId="2ed797a4709b55ca" providerId="LiveId" clId="{7F92A87C-AAB4-4837-A6B3-D4D781BEB7A7}" dt="2019-12-28T07:23:22.127" v="23"/>
          <ac:cxnSpMkLst>
            <pc:docMk/>
            <pc:sldMk cId="947082625" sldId="277"/>
            <ac:cxnSpMk id="13" creationId="{D937FA9A-C378-4324-88EA-1083C90F53E7}"/>
          </ac:cxnSpMkLst>
        </pc:cxnChg>
        <pc:cxnChg chg="add">
          <ac:chgData name="CHOI JUNHO" userId="2ed797a4709b55ca" providerId="LiveId" clId="{7F92A87C-AAB4-4837-A6B3-D4D781BEB7A7}" dt="2019-12-28T07:23:22.127" v="23"/>
          <ac:cxnSpMkLst>
            <pc:docMk/>
            <pc:sldMk cId="947082625" sldId="277"/>
            <ac:cxnSpMk id="14" creationId="{01C6483E-736B-4876-9EA9-8091D3C9D39A}"/>
          </ac:cxnSpMkLst>
        </pc:cxnChg>
        <pc:cxnChg chg="add">
          <ac:chgData name="CHOI JUNHO" userId="2ed797a4709b55ca" providerId="LiveId" clId="{7F92A87C-AAB4-4837-A6B3-D4D781BEB7A7}" dt="2019-12-28T07:23:22.127" v="23"/>
          <ac:cxnSpMkLst>
            <pc:docMk/>
            <pc:sldMk cId="947082625" sldId="277"/>
            <ac:cxnSpMk id="16" creationId="{2745E9B1-FB5C-4A96-9469-E7331F8F373D}"/>
          </ac:cxnSpMkLst>
        </pc:cxnChg>
        <pc:cxnChg chg="add">
          <ac:chgData name="CHOI JUNHO" userId="2ed797a4709b55ca" providerId="LiveId" clId="{7F92A87C-AAB4-4837-A6B3-D4D781BEB7A7}" dt="2019-12-28T07:23:22.127" v="23"/>
          <ac:cxnSpMkLst>
            <pc:docMk/>
            <pc:sldMk cId="947082625" sldId="277"/>
            <ac:cxnSpMk id="18" creationId="{36FAF4B6-1649-424D-AAED-747439FA65F3}"/>
          </ac:cxnSpMkLst>
        </pc:cxnChg>
        <pc:cxnChg chg="add">
          <ac:chgData name="CHOI JUNHO" userId="2ed797a4709b55ca" providerId="LiveId" clId="{7F92A87C-AAB4-4837-A6B3-D4D781BEB7A7}" dt="2019-12-28T07:23:22.127" v="23"/>
          <ac:cxnSpMkLst>
            <pc:docMk/>
            <pc:sldMk cId="947082625" sldId="277"/>
            <ac:cxnSpMk id="19" creationId="{92D3540F-C78E-47B6-A8EA-D9ECFFEF2174}"/>
          </ac:cxnSpMkLst>
        </pc:cxnChg>
        <pc:cxnChg chg="add">
          <ac:chgData name="CHOI JUNHO" userId="2ed797a4709b55ca" providerId="LiveId" clId="{7F92A87C-AAB4-4837-A6B3-D4D781BEB7A7}" dt="2019-12-28T07:23:22.127" v="23"/>
          <ac:cxnSpMkLst>
            <pc:docMk/>
            <pc:sldMk cId="947082625" sldId="277"/>
            <ac:cxnSpMk id="20" creationId="{D044B870-BE70-4474-A759-21BFE34415F8}"/>
          </ac:cxnSpMkLst>
        </pc:cxnChg>
        <pc:cxnChg chg="add">
          <ac:chgData name="CHOI JUNHO" userId="2ed797a4709b55ca" providerId="LiveId" clId="{7F92A87C-AAB4-4837-A6B3-D4D781BEB7A7}" dt="2019-12-28T07:23:22.127" v="23"/>
          <ac:cxnSpMkLst>
            <pc:docMk/>
            <pc:sldMk cId="947082625" sldId="277"/>
            <ac:cxnSpMk id="25" creationId="{73BEF36F-A4D7-47E5-85FD-A62573759E3F}"/>
          </ac:cxnSpMkLst>
        </pc:cxnChg>
        <pc:cxnChg chg="add">
          <ac:chgData name="CHOI JUNHO" userId="2ed797a4709b55ca" providerId="LiveId" clId="{7F92A87C-AAB4-4837-A6B3-D4D781BEB7A7}" dt="2019-12-28T07:23:22.127" v="23"/>
          <ac:cxnSpMkLst>
            <pc:docMk/>
            <pc:sldMk cId="947082625" sldId="277"/>
            <ac:cxnSpMk id="27" creationId="{313B46C2-553D-4E74-B04A-6AC14D99B3C5}"/>
          </ac:cxnSpMkLst>
        </pc:cxnChg>
        <pc:cxnChg chg="add">
          <ac:chgData name="CHOI JUNHO" userId="2ed797a4709b55ca" providerId="LiveId" clId="{7F92A87C-AAB4-4837-A6B3-D4D781BEB7A7}" dt="2019-12-28T07:23:22.127" v="23"/>
          <ac:cxnSpMkLst>
            <pc:docMk/>
            <pc:sldMk cId="947082625" sldId="277"/>
            <ac:cxnSpMk id="29" creationId="{9640EE09-0671-4F06-9959-663C5E57C791}"/>
          </ac:cxnSpMkLst>
        </pc:cxnChg>
        <pc:cxnChg chg="add">
          <ac:chgData name="CHOI JUNHO" userId="2ed797a4709b55ca" providerId="LiveId" clId="{7F92A87C-AAB4-4837-A6B3-D4D781BEB7A7}" dt="2019-12-28T07:23:22.127" v="23"/>
          <ac:cxnSpMkLst>
            <pc:docMk/>
            <pc:sldMk cId="947082625" sldId="277"/>
            <ac:cxnSpMk id="31" creationId="{2E4557EB-9479-4FCF-A9B3-7B576194D96D}"/>
          </ac:cxnSpMkLst>
        </pc:cxnChg>
        <pc:cxnChg chg="add">
          <ac:chgData name="CHOI JUNHO" userId="2ed797a4709b55ca" providerId="LiveId" clId="{7F92A87C-AAB4-4837-A6B3-D4D781BEB7A7}" dt="2019-12-28T07:23:22.127" v="23"/>
          <ac:cxnSpMkLst>
            <pc:docMk/>
            <pc:sldMk cId="947082625" sldId="277"/>
            <ac:cxnSpMk id="33" creationId="{6BCDCBAA-6D4D-4914-844E-2669991E5920}"/>
          </ac:cxnSpMkLst>
        </pc:cxnChg>
        <pc:cxnChg chg="add">
          <ac:chgData name="CHOI JUNHO" userId="2ed797a4709b55ca" providerId="LiveId" clId="{7F92A87C-AAB4-4837-A6B3-D4D781BEB7A7}" dt="2019-12-28T07:23:22.127" v="23"/>
          <ac:cxnSpMkLst>
            <pc:docMk/>
            <pc:sldMk cId="947082625" sldId="277"/>
            <ac:cxnSpMk id="34" creationId="{90668E5C-AAEC-478B-B34E-32EF15E57B4D}"/>
          </ac:cxnSpMkLst>
        </pc:cxnChg>
        <pc:cxnChg chg="add">
          <ac:chgData name="CHOI JUNHO" userId="2ed797a4709b55ca" providerId="LiveId" clId="{7F92A87C-AAB4-4837-A6B3-D4D781BEB7A7}" dt="2019-12-28T07:23:22.127" v="23"/>
          <ac:cxnSpMkLst>
            <pc:docMk/>
            <pc:sldMk cId="947082625" sldId="277"/>
            <ac:cxnSpMk id="41" creationId="{24E8919D-8F8E-45BE-9A3D-EDDDB46B6E18}"/>
          </ac:cxnSpMkLst>
        </pc:cxnChg>
        <pc:cxnChg chg="add">
          <ac:chgData name="CHOI JUNHO" userId="2ed797a4709b55ca" providerId="LiveId" clId="{7F92A87C-AAB4-4837-A6B3-D4D781BEB7A7}" dt="2019-12-28T07:23:22.127" v="23"/>
          <ac:cxnSpMkLst>
            <pc:docMk/>
            <pc:sldMk cId="947082625" sldId="277"/>
            <ac:cxnSpMk id="42" creationId="{812B98E6-C4B3-479C-BD7F-B6F15875EA1B}"/>
          </ac:cxnSpMkLst>
        </pc:cxnChg>
        <pc:cxnChg chg="add">
          <ac:chgData name="CHOI JUNHO" userId="2ed797a4709b55ca" providerId="LiveId" clId="{7F92A87C-AAB4-4837-A6B3-D4D781BEB7A7}" dt="2019-12-28T07:23:22.127" v="23"/>
          <ac:cxnSpMkLst>
            <pc:docMk/>
            <pc:sldMk cId="947082625" sldId="277"/>
            <ac:cxnSpMk id="43" creationId="{F8C50822-0EF5-47D1-B5DB-0C5459D23882}"/>
          </ac:cxnSpMkLst>
        </pc:cxnChg>
        <pc:cxnChg chg="add">
          <ac:chgData name="CHOI JUNHO" userId="2ed797a4709b55ca" providerId="LiveId" clId="{7F92A87C-AAB4-4837-A6B3-D4D781BEB7A7}" dt="2019-12-28T07:23:22.127" v="23"/>
          <ac:cxnSpMkLst>
            <pc:docMk/>
            <pc:sldMk cId="947082625" sldId="277"/>
            <ac:cxnSpMk id="47" creationId="{E64056ED-19FC-4824-A1AF-4BD96DA61C75}"/>
          </ac:cxnSpMkLst>
        </pc:cxnChg>
        <pc:cxnChg chg="add">
          <ac:chgData name="CHOI JUNHO" userId="2ed797a4709b55ca" providerId="LiveId" clId="{7F92A87C-AAB4-4837-A6B3-D4D781BEB7A7}" dt="2019-12-28T07:23:22.127" v="23"/>
          <ac:cxnSpMkLst>
            <pc:docMk/>
            <pc:sldMk cId="947082625" sldId="277"/>
            <ac:cxnSpMk id="48" creationId="{F2D45B9C-1E73-4538-BED4-FBC135DAC96A}"/>
          </ac:cxnSpMkLst>
        </pc:cxnChg>
        <pc:cxnChg chg="add mod">
          <ac:chgData name="CHOI JUNHO" userId="2ed797a4709b55ca" providerId="LiveId" clId="{7F92A87C-AAB4-4837-A6B3-D4D781BEB7A7}" dt="2019-12-28T07:27:05.402" v="141" actId="20577"/>
          <ac:cxnSpMkLst>
            <pc:docMk/>
            <pc:sldMk cId="947082625" sldId="277"/>
            <ac:cxnSpMk id="56" creationId="{8729ABDC-30F6-4D3C-B100-45E176D0168E}"/>
          </ac:cxnSpMkLst>
        </pc:cxnChg>
        <pc:cxnChg chg="add">
          <ac:chgData name="CHOI JUNHO" userId="2ed797a4709b55ca" providerId="LiveId" clId="{7F92A87C-AAB4-4837-A6B3-D4D781BEB7A7}" dt="2019-12-28T07:23:22.127" v="23"/>
          <ac:cxnSpMkLst>
            <pc:docMk/>
            <pc:sldMk cId="947082625" sldId="277"/>
            <ac:cxnSpMk id="59" creationId="{73AD62FE-056E-4D7B-A4F8-AC3DFE955738}"/>
          </ac:cxnSpMkLst>
        </pc:cxnChg>
        <pc:cxnChg chg="add">
          <ac:chgData name="CHOI JUNHO" userId="2ed797a4709b55ca" providerId="LiveId" clId="{7F92A87C-AAB4-4837-A6B3-D4D781BEB7A7}" dt="2019-12-28T07:23:22.127" v="23"/>
          <ac:cxnSpMkLst>
            <pc:docMk/>
            <pc:sldMk cId="947082625" sldId="277"/>
            <ac:cxnSpMk id="60" creationId="{39FC0685-4DC9-4C0A-9F23-B39792807F43}"/>
          </ac:cxnSpMkLst>
        </pc:cxnChg>
      </pc:sldChg>
      <pc:sldMasterChg chg="modSldLayout">
        <pc:chgData name="CHOI JUNHO" userId="2ed797a4709b55ca" providerId="LiveId" clId="{7F92A87C-AAB4-4837-A6B3-D4D781BEB7A7}" dt="2019-12-28T08:56:57.866" v="334"/>
        <pc:sldMasterMkLst>
          <pc:docMk/>
          <pc:sldMasterMk cId="2252684482" sldId="2147483648"/>
        </pc:sldMasterMkLst>
        <pc:sldLayoutChg chg="modSp">
          <pc:chgData name="CHOI JUNHO" userId="2ed797a4709b55ca" providerId="LiveId" clId="{7F92A87C-AAB4-4837-A6B3-D4D781BEB7A7}" dt="2019-12-28T08:56:57.866" v="334"/>
          <pc:sldLayoutMkLst>
            <pc:docMk/>
            <pc:sldMasterMk cId="2252684482" sldId="2147483648"/>
            <pc:sldLayoutMk cId="2377320761" sldId="2147483650"/>
          </pc:sldLayoutMkLst>
          <pc:spChg chg="mod">
            <ac:chgData name="CHOI JUNHO" userId="2ed797a4709b55ca" providerId="LiveId" clId="{7F92A87C-AAB4-4837-A6B3-D4D781BEB7A7}" dt="2019-12-28T08:56:53.406" v="302"/>
            <ac:spMkLst>
              <pc:docMk/>
              <pc:sldMasterMk cId="2252684482" sldId="2147483648"/>
              <pc:sldLayoutMk cId="2377320761" sldId="2147483650"/>
              <ac:spMk id="22" creationId="{00000000-0000-0000-0000-000000000000}"/>
            </ac:spMkLst>
          </pc:spChg>
          <pc:spChg chg="mod">
            <ac:chgData name="CHOI JUNHO" userId="2ed797a4709b55ca" providerId="LiveId" clId="{7F92A87C-AAB4-4837-A6B3-D4D781BEB7A7}" dt="2019-12-28T08:56:57.866" v="334"/>
            <ac:spMkLst>
              <pc:docMk/>
              <pc:sldMasterMk cId="2252684482" sldId="2147483648"/>
              <pc:sldLayoutMk cId="2377320761" sldId="2147483650"/>
              <ac:spMk id="23"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슬라이드 번호 개체 틀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AF36E0AB-72DB-4914-B63B-4064A28DAAD3}" type="slidenum">
              <a:rPr lang="ko-KR" altLang="en-US" smtClean="0"/>
              <a:t>‹#›</a:t>
            </a:fld>
            <a:endParaRPr lang="ko-KR" altLang="en-US"/>
          </a:p>
        </p:txBody>
      </p:sp>
      <p:sp>
        <p:nvSpPr>
          <p:cNvPr id="6" name="바닥글 개체 틀 5"/>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Tree>
    <p:extLst>
      <p:ext uri="{BB962C8B-B14F-4D97-AF65-F5344CB8AC3E}">
        <p14:creationId xmlns:p14="http://schemas.microsoft.com/office/powerpoint/2010/main" val="231769693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98FBB39A-9110-43FD-8DF2-684D1523A0BC}" type="datetime1">
              <a:rPr lang="ko-KR" altLang="en-US" smtClean="0"/>
              <a:t>2019-12-28 (Sat)</a:t>
            </a:fld>
            <a:endParaRPr lang="ko-KR" altLang="en-US"/>
          </a:p>
        </p:txBody>
      </p:sp>
      <p:sp>
        <p:nvSpPr>
          <p:cNvPr id="4" name="슬라이드 이미지 개체 틀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r>
              <a:rPr lang="en-US" altLang="ko-KR"/>
              <a:t>http://enjoyworks.co.kr</a:t>
            </a: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C7C86328-D4B1-4A1C-AA9B-B5511E95EE22}" type="slidenum">
              <a:rPr lang="ko-KR" altLang="en-US" smtClean="0"/>
              <a:t>‹#›</a:t>
            </a:fld>
            <a:endParaRPr lang="ko-KR" altLang="en-US"/>
          </a:p>
        </p:txBody>
      </p:sp>
    </p:spTree>
    <p:extLst>
      <p:ext uri="{BB962C8B-B14F-4D97-AF65-F5344CB8AC3E}">
        <p14:creationId xmlns:p14="http://schemas.microsoft.com/office/powerpoint/2010/main" val="2498208439"/>
      </p:ext>
    </p:extLst>
  </p:cSld>
  <p:clrMap bg1="lt1" tx1="dk1" bg2="lt2" tx2="dk2" accent1="accent1" accent2="accent2" accent3="accent3" accent4="accent4" accent5="accent5" accent6="accent6" hlink="hlink" folHlink="folHlink"/>
  <p:hf sldNum="0"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936428" cy="11035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rPr>
              <a:t>Copyrights 201</a:t>
            </a:r>
            <a:r>
              <a:rPr lang="en-US" altLang="ko-KR" sz="600" dirty="0">
                <a:solidFill>
                  <a:srgbClr val="8D95A0"/>
                </a:solidFill>
              </a:rPr>
              <a:t>9</a:t>
            </a:r>
            <a:r>
              <a:rPr sz="600" dirty="0">
                <a:solidFill>
                  <a:srgbClr val="8D95A0"/>
                </a:solidFill>
              </a:rPr>
              <a:t>  ©</a:t>
            </a:r>
            <a:r>
              <a:rPr lang="en-US" altLang="ko-KR" sz="600" dirty="0">
                <a:solidFill>
                  <a:srgbClr val="8D95A0"/>
                </a:solidFill>
              </a:rPr>
              <a:t> </a:t>
            </a:r>
            <a:r>
              <a:rPr lang="en-US" altLang="ko-KR" sz="600" dirty="0">
                <a:solidFill>
                  <a:schemeClr val="bg2">
                    <a:lumMod val="50000"/>
                  </a:schemeClr>
                </a:solidFill>
              </a:rPr>
              <a:t>Your company name</a:t>
            </a:r>
            <a:r>
              <a:rPr sz="600" dirty="0">
                <a:solidFill>
                  <a:srgbClr val="8D95A0"/>
                </a:solidFill>
              </a:rPr>
              <a:t>.  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6496971" cy="23038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sz="600" dirty="0">
                <a:solidFill>
                  <a:srgbClr val="8D95A0"/>
                </a:solidFill>
              </a:rPr>
              <a:t>This report contains information that is confidential and proprietary to petdoc and is solely for the use of Petdoc personnel. No part of it may be used, circulated, quoted, or reproduced for distribution outside</a:t>
            </a:r>
            <a:endParaRPr lang="en-US" sz="600" dirty="0">
              <a:solidFill>
                <a:srgbClr val="8D95A0"/>
              </a:solidFill>
            </a:endParaRP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chemeClr val="bg2">
                    <a:lumMod val="50000"/>
                  </a:schemeClr>
                </a:solidFill>
              </a:rPr>
              <a:t>Your company name</a:t>
            </a:r>
            <a:r>
              <a:rPr lang="en-US" sz="600" dirty="0">
                <a:solidFill>
                  <a:srgbClr val="8D95A0"/>
                </a:solidFill>
              </a:rPr>
              <a:t>. If you are not the intended recipient of this report, you are hereby notified that the use, circulation, quoting, or reproducing of this report is strictly prohibited and may be unlawful.</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FF5A5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i="0" dirty="0"/>
              <a:t>Confidential</a:t>
            </a:r>
          </a:p>
        </p:txBody>
      </p:sp>
    </p:spTree>
    <p:extLst>
      <p:ext uri="{BB962C8B-B14F-4D97-AF65-F5344CB8AC3E}">
        <p14:creationId xmlns:p14="http://schemas.microsoft.com/office/powerpoint/2010/main" val="17018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15604540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4" name="제목 개체 틀 9"/>
          <p:cNvSpPr>
            <a:spLocks noGrp="1"/>
          </p:cNvSpPr>
          <p:nvPr>
            <p:ph type="title" hasCustomPrompt="1"/>
          </p:nvPr>
        </p:nvSpPr>
        <p:spPr>
          <a:xfrm>
            <a:off x="431372" y="2286628"/>
            <a:ext cx="11425269" cy="849577"/>
          </a:xfrm>
          <a:prstGeom prst="rect">
            <a:avLst/>
          </a:prstGeom>
        </p:spPr>
        <p:txBody>
          <a:bodyPr vert="horz" lIns="91440" tIns="45720" rIns="91440" bIns="45720" rtlCol="0" anchor="ctr">
            <a:noAutofit/>
          </a:bodyPr>
          <a:lstStyle>
            <a:lvl1pPr algn="ctr">
              <a:defRPr sz="2800" baseline="0">
                <a:solidFill>
                  <a:schemeClr val="tx1"/>
                </a:solidFill>
              </a:defRPr>
            </a:lvl1pPr>
          </a:lstStyle>
          <a:p>
            <a:r>
              <a:rPr lang="ko-KR" altLang="en-US" dirty="0"/>
              <a:t>메뉴 그룹 타이틀 명 작성</a:t>
            </a:r>
          </a:p>
        </p:txBody>
      </p:sp>
      <p:cxnSp>
        <p:nvCxnSpPr>
          <p:cNvPr id="6" name="직선 연결선 5"/>
          <p:cNvCxnSpPr/>
          <p:nvPr userDrawn="1"/>
        </p:nvCxnSpPr>
        <p:spPr>
          <a:xfrm>
            <a:off x="1687374" y="3236979"/>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userDrawn="1"/>
        </p:nvCxnSpPr>
        <p:spPr>
          <a:xfrm>
            <a:off x="1687374" y="2180861"/>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텍스트 개체 틀 18"/>
          <p:cNvSpPr>
            <a:spLocks noGrp="1"/>
          </p:cNvSpPr>
          <p:nvPr>
            <p:ph type="body" sz="quarter" idx="10" hasCustomPrompt="1"/>
          </p:nvPr>
        </p:nvSpPr>
        <p:spPr>
          <a:xfrm>
            <a:off x="1687373" y="3332989"/>
            <a:ext cx="8953804" cy="672075"/>
          </a:xfrm>
          <a:prstGeom prst="rect">
            <a:avLst/>
          </a:prstGeom>
        </p:spPr>
        <p:txBody>
          <a:bodyPr anchor="t" anchorCtr="0"/>
          <a:lstStyle>
            <a:lvl1pPr algn="ctr">
              <a:defRPr sz="900" baseline="0">
                <a:solidFill>
                  <a:schemeClr val="bg1">
                    <a:lumMod val="50000"/>
                  </a:schemeClr>
                </a:solidFill>
              </a:defRPr>
            </a:lvl1pPr>
          </a:lstStyle>
          <a:p>
            <a:pPr lvl="0"/>
            <a:r>
              <a:rPr lang="ko-KR" altLang="en-US" dirty="0"/>
              <a:t>메뉴 그룹 하위 </a:t>
            </a:r>
            <a:r>
              <a:rPr lang="en-US" altLang="ko-KR" dirty="0"/>
              <a:t>Depth</a:t>
            </a:r>
            <a:r>
              <a:rPr lang="ko-KR" altLang="en-US" dirty="0"/>
              <a:t>에 대한 개략적인 수록내용 서술</a:t>
            </a:r>
            <a:r>
              <a:rPr lang="en-US" altLang="ko-KR" dirty="0"/>
              <a:t>.</a:t>
            </a:r>
            <a:endParaRPr lang="ko-KR" altLang="en-US" dirty="0"/>
          </a:p>
        </p:txBody>
      </p:sp>
    </p:spTree>
    <p:extLst>
      <p:ext uri="{BB962C8B-B14F-4D97-AF65-F5344CB8AC3E}">
        <p14:creationId xmlns:p14="http://schemas.microsoft.com/office/powerpoint/2010/main" val="1950302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ription">
    <p:spTree>
      <p:nvGrpSpPr>
        <p:cNvPr id="1" name=""/>
        <p:cNvGrpSpPr/>
        <p:nvPr/>
      </p:nvGrpSpPr>
      <p:grpSpPr>
        <a:xfrm>
          <a:off x="0" y="0"/>
          <a:ext cx="0" cy="0"/>
          <a:chOff x="0" y="0"/>
          <a:chExt cx="0" cy="0"/>
        </a:xfrm>
      </p:grpSpPr>
      <p:graphicFrame>
        <p:nvGraphicFramePr>
          <p:cNvPr id="2" name="표 1"/>
          <p:cNvGraphicFramePr>
            <a:graphicFrameLocks noGrp="1"/>
          </p:cNvGraphicFramePr>
          <p:nvPr userDrawn="1">
            <p:extLst>
              <p:ext uri="{D42A27DB-BD31-4B8C-83A1-F6EECF244321}">
                <p14:modId xmlns:p14="http://schemas.microsoft.com/office/powerpoint/2010/main" val="3247006672"/>
              </p:ext>
            </p:extLst>
          </p:nvPr>
        </p:nvGraphicFramePr>
        <p:xfrm>
          <a:off x="47328" y="60081"/>
          <a:ext cx="12095665" cy="6399685"/>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gridCol w="2976331">
                  <a:extLst>
                    <a:ext uri="{9D8B030D-6E8A-4147-A177-3AD203B41FA5}">
                      <a16:colId xmlns:a16="http://schemas.microsoft.com/office/drawing/2014/main" val="20001"/>
                    </a:ext>
                  </a:extLst>
                </a:gridCol>
                <a:gridCol w="1055397">
                  <a:extLst>
                    <a:ext uri="{9D8B030D-6E8A-4147-A177-3AD203B41FA5}">
                      <a16:colId xmlns:a16="http://schemas.microsoft.com/office/drawing/2014/main" val="20002"/>
                    </a:ext>
                  </a:extLst>
                </a:gridCol>
                <a:gridCol w="3361093">
                  <a:extLst>
                    <a:ext uri="{9D8B030D-6E8A-4147-A177-3AD203B41FA5}">
                      <a16:colId xmlns:a16="http://schemas.microsoft.com/office/drawing/2014/main" val="20003"/>
                    </a:ext>
                  </a:extLst>
                </a:gridCol>
                <a:gridCol w="2370770">
                  <a:extLst>
                    <a:ext uri="{9D8B030D-6E8A-4147-A177-3AD203B41FA5}">
                      <a16:colId xmlns:a16="http://schemas.microsoft.com/office/drawing/2014/main" val="20004"/>
                    </a:ext>
                  </a:extLst>
                </a:gridCol>
                <a:gridCol w="555955">
                  <a:extLst>
                    <a:ext uri="{9D8B030D-6E8A-4147-A177-3AD203B41FA5}">
                      <a16:colId xmlns:a16="http://schemas.microsoft.com/office/drawing/2014/main" val="20006"/>
                    </a:ext>
                  </a:extLst>
                </a:gridCol>
                <a:gridCol w="623991">
                  <a:extLst>
                    <a:ext uri="{9D8B030D-6E8A-4147-A177-3AD203B41FA5}">
                      <a16:colId xmlns:a16="http://schemas.microsoft.com/office/drawing/2014/main" val="20007"/>
                    </a:ext>
                  </a:extLst>
                </a:gridCol>
              </a:tblGrid>
              <a:tr h="0">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Page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Group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R w="3175" cap="flat" cmpd="sng" algn="ctr">
                      <a:solidFill>
                        <a:schemeClr val="bg1">
                          <a:lumMod val="85000"/>
                        </a:schemeClr>
                      </a:solidFill>
                      <a:prstDash val="solid"/>
                      <a:round/>
                      <a:headEnd type="none" w="med" len="med"/>
                      <a:tailEnd type="none" w="med" len="med"/>
                    </a:ln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latin typeface="+mn-ea"/>
                          <a:ea typeface="+mn-ea"/>
                        </a:rPr>
                        <a:t>Description.</a:t>
                      </a:r>
                      <a:endParaRPr lang="ko-KR" altLang="en-US" sz="1000" b="1"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dirty="0">
                          <a:solidFill>
                            <a:schemeClr val="tx1"/>
                          </a:solidFill>
                          <a:latin typeface="+mn-ea"/>
                          <a:ea typeface="+mn-ea"/>
                        </a:rPr>
                        <a:t>Page.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r h="6094885">
                <a:tc gridSpan="4">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no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gridSpan="3">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T w="3175" cap="flat" cmpd="sng" algn="ctr">
                      <a:solidFill>
                        <a:schemeClr val="bg1">
                          <a:lumMod val="85000"/>
                        </a:schemeClr>
                      </a:solidFill>
                      <a:prstDash val="solid"/>
                      <a:round/>
                      <a:headEnd type="none" w="med" len="med"/>
                      <a:tailEnd type="none" w="med" len="med"/>
                    </a:lnT>
                    <a:no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22" name="텍스트 개체 틀 18"/>
          <p:cNvSpPr>
            <a:spLocks noGrp="1"/>
          </p:cNvSpPr>
          <p:nvPr>
            <p:ph type="body" sz="quarter" idx="10" hasCustomPrompt="1"/>
          </p:nvPr>
        </p:nvSpPr>
        <p:spPr>
          <a:xfrm>
            <a:off x="1199457" y="110748"/>
            <a:ext cx="2965331"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페이지 명 작성</a:t>
            </a:r>
          </a:p>
        </p:txBody>
      </p:sp>
      <p:sp>
        <p:nvSpPr>
          <p:cNvPr id="23" name="텍스트 개체 틀 18"/>
          <p:cNvSpPr>
            <a:spLocks noGrp="1"/>
          </p:cNvSpPr>
          <p:nvPr>
            <p:ph type="body" sz="quarter" idx="11" hasCustomPrompt="1"/>
          </p:nvPr>
        </p:nvSpPr>
        <p:spPr>
          <a:xfrm>
            <a:off x="5231904" y="110748"/>
            <a:ext cx="3329469"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그룹 타이틀 명 작성</a:t>
            </a:r>
          </a:p>
        </p:txBody>
      </p:sp>
    </p:spTree>
    <p:extLst>
      <p:ext uri="{BB962C8B-B14F-4D97-AF65-F5344CB8AC3E}">
        <p14:creationId xmlns:p14="http://schemas.microsoft.com/office/powerpoint/2010/main" val="23773207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68448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5" r:id="rId3"/>
    <p:sldLayoutId id="2147483650" r:id="rId4"/>
  </p:sldLayoutIdLst>
  <p:hf hdr="0" ftr="0" dt="0"/>
  <p:txStyles>
    <p:titleStyle>
      <a:lvl1pPr algn="l" defTabSz="914400" rtl="0" eaLnBrk="1" latinLnBrk="1" hangingPunct="1">
        <a:spcBef>
          <a:spcPct val="0"/>
        </a:spcBef>
        <a:buNone/>
        <a:defRPr sz="3000" kern="1200">
          <a:solidFill>
            <a:schemeClr val="tx1"/>
          </a:solidFill>
          <a:latin typeface="+mj-lt"/>
          <a:ea typeface="+mj-ea"/>
          <a:cs typeface="+mj-cs"/>
        </a:defRPr>
      </a:lvl1pPr>
    </p:titleStyle>
    <p:bodyStyle>
      <a:lvl1pPr marL="0" indent="0" algn="l" defTabSz="914400" rtl="0" eaLnBrk="1" latinLnBrk="1"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 Id="rId3"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 Id="rId3"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 Id="rId3"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 Id="rId3"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 Id="rId3" Type="http://schemas.openxmlformats.org/officeDocument/2006/relationships/image" Target="../media/image4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4.png"/><Relationship Id="rId3" Type="http://schemas.openxmlformats.org/officeDocument/2006/relationships/image" Target="../media/image4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6.png"/><Relationship Id="rId3" Type="http://schemas.openxmlformats.org/officeDocument/2006/relationships/image" Target="../media/image4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8.png"/><Relationship Id="rId3" Type="http://schemas.openxmlformats.org/officeDocument/2006/relationships/image" Target="../media/image4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제목 1"/>
          <p:cNvSpPr>
            <a:spLocks noGrp="1"/>
          </p:cNvSpPr>
          <p:nvPr>
            <p:ph type="title"/>
          </p:nvPr>
        </p:nvSpPr>
        <p:spPr/>
        <p:txBody>
          <a:bodyPr/>
          <a:lstStyle/>
          <a:p>
            <a:r>
              <a:rPr lang="ko-KR" altLang="en-US" dirty="0">
                <a:latin typeface="맑은 고딕"/>
                <a:ea typeface="맑은 고딕"/>
              </a:rPr>
              <a:t>주간발표회 화면설계서</a:t>
            </a:r>
          </a:p>
        </p:txBody>
      </p:sp>
      <p:sp>
        <p:nvSpPr>
          <p:cNvPr id="4" name="텍스트 개체 틀 2"/>
          <p:cNvSpPr>
            <a:spLocks noGrp="1"/>
          </p:cNvSpPr>
          <p:nvPr>
            <p:ph type="body" sz="quarter" idx="10"/>
          </p:nvPr>
        </p:nvSpPr>
        <p:spPr/>
        <p:txBody>
          <a:bodyPr/>
          <a:lstStyle/>
          <a:p>
            <a:r>
              <a:rPr lang="en-US" altLang="ko-KR" dirty="0">
                <a:solidFill>
                  <a:schemeClr val="tx1"/>
                </a:solidFill>
                <a:latin typeface="맑은 고딕"/>
                <a:ea typeface="맑은 고딕"/>
              </a:rPr>
              <a:t>v1.4.0</a:t>
            </a:r>
          </a:p>
        </p:txBody>
      </p:sp>
      <p:sp>
        <p:nvSpPr>
          <p:cNvPr id="5" name="텍스트 개체 틀 3"/>
          <p:cNvSpPr>
            <a:spLocks noGrp="1"/>
          </p:cNvSpPr>
          <p:nvPr>
            <p:ph type="body" sz="quarter" idx="11"/>
          </p:nvPr>
        </p:nvSpPr>
        <p:spPr/>
        <p:txBody>
          <a:bodyPr/>
          <a:lstStyle/>
          <a:p>
            <a:r>
              <a:rPr lang="en-US" altLang="ko-KR" dirty="0">
                <a:solidFill>
                  <a:schemeClr val="tx1"/>
                </a:solidFill>
                <a:latin typeface="맑은 고딕"/>
                <a:ea typeface="맑은 고딕"/>
              </a:rPr>
              <a:t>2026.09.27</a:t>
            </a:r>
          </a:p>
        </p:txBody>
      </p:sp>
      <p:sp>
        <p:nvSpPr>
          <p:cNvPr id="6" name="텍스트 개체 틀 4"/>
          <p:cNvSpPr>
            <a:spLocks noGrp="1"/>
          </p:cNvSpPr>
          <p:nvPr>
            <p:ph type="body" sz="quarter" idx="12"/>
          </p:nvPr>
        </p:nvSpPr>
        <p:spPr/>
        <p:txBody>
          <a:bodyPr/>
          <a:lstStyle/>
          <a:p>
            <a:r>
              <a:rPr lang="ko-KR" altLang="en-US" dirty="0">
                <a:solidFill>
                  <a:schemeClr val="tx1"/>
                </a:solidFill>
                <a:latin typeface="맑은 고딕"/>
                <a:ea typeface="맑은 고딕"/>
              </a:rPr>
              <a:t>홍길동</a:t>
            </a:r>
          </a:p>
        </p:txBody>
      </p:sp>
    </p:spTree>
    <p:extLst>
      <p:ext uri="{BB962C8B-B14F-4D97-AF65-F5344CB8AC3E}">
        <p14:creationId xmlns:p14="http://schemas.microsoft.com/office/powerpoint/2010/main" val="2612761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4" name="표 2"/>
          <p:cNvGraphicFramePr>
            <a:graphicFrameLocks noGrp="1"/>
          </p:cNvGraphicFramePr>
          <p:nvPr>
            <p:extLst>
              <p:ext uri="{D42A27DB-BD31-4B8C-83A1-F6EECF244321}">
                <p14:modId xmlns:p14="http://schemas.microsoft.com/office/powerpoint/2010/main" val="2970646287"/>
              </p:ext>
            </p:extLst>
          </p:nvPr>
        </p:nvGraphicFramePr>
        <p:xfrm>
          <a:off x="1197870" y="1700808"/>
          <a:ext cx="9796260" cy="2913483"/>
        </p:xfrm>
        <a:graphic>
          <a:graphicData uri="http://schemas.openxmlformats.org/drawingml/2006/table">
            <a:tbl>
              <a:tblPr>
                <a:tableStyleId>{5C22544A-7EE6-4342-B048-85BDC9FD1C3A}</a:tableStyleId>
              </a:tblPr>
              <a:tblGrid>
                <a:gridCol w="979622">
                  <a:extLst>
                    <a:ext uri="{9D8B030D-6E8A-4147-A177-3AD203B41FA5}">
                      <a16:colId xmlns:a16="http://schemas.microsoft.com/office/drawing/2014/main" val="20000"/>
                    </a:ext>
                  </a:extLst>
                </a:gridCol>
                <a:gridCol w="1246799">
                  <a:extLst>
                    <a:ext uri="{9D8B030D-6E8A-4147-A177-3AD203B41FA5}">
                      <a16:colId xmlns:a16="http://schemas.microsoft.com/office/drawing/2014/main" val="20001"/>
                    </a:ext>
                  </a:extLst>
                </a:gridCol>
                <a:gridCol w="5521529">
                  <a:extLst>
                    <a:ext uri="{9D8B030D-6E8A-4147-A177-3AD203B41FA5}">
                      <a16:colId xmlns:a16="http://schemas.microsoft.com/office/drawing/2014/main" val="20002"/>
                    </a:ext>
                  </a:extLst>
                </a:gridCol>
                <a:gridCol w="1068681">
                  <a:extLst>
                    <a:ext uri="{9D8B030D-6E8A-4147-A177-3AD203B41FA5}">
                      <a16:colId xmlns:a16="http://schemas.microsoft.com/office/drawing/2014/main" val="20004"/>
                    </a:ext>
                  </a:extLst>
                </a:gridCol>
                <a:gridCol w="979629">
                  <a:extLst>
                    <a:ext uri="{9D8B030D-6E8A-4147-A177-3AD203B41FA5}">
                      <a16:colId xmlns:a16="http://schemas.microsoft.com/office/drawing/2014/main" val="20005"/>
                    </a:ext>
                  </a:extLst>
                </a:gridCol>
              </a:tblGrid>
              <a:tr h="342763">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Owner.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1340">
                <a:tc>
                  <a:txBody>
                    <a:bodyPr/>
                    <a:lstStyle/>
                    <a:p>
                      <a:pPr algn="ctr" latinLnBrk="1"/>
                      <a:r>
                        <a:rPr lang="en-US" altLang="ko-KR" sz="900" dirty="0">
                          <a:solidFill>
                            <a:schemeClr val="tx1"/>
                          </a:solidFill>
                          <a:latin typeface="맑은 고딕"/>
                          <a:ea typeface="맑은 고딕"/>
                        </a:rPr>
                        <a:t>v1.0.0</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맑은 고딕"/>
                          <a:ea typeface="맑은 고딕"/>
                        </a:rPr>
                        <a:t>2026/09/26</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r>
                        <a:rPr lang="ko-KR" altLang="en-US" sz="900" dirty="0">
                          <a:solidFill>
                            <a:schemeClr val="tx1"/>
                          </a:solidFill>
                          <a:latin typeface="맑은 고딕"/>
                          <a:ea typeface="맑은 고딕"/>
                        </a:rPr>
                        <a:t>초안. 1차 필수 기능 화면 18개와 참고 화면 5개. 일정 입력은 사용자 제안안(옵션 D)으로 그렸다</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맑은 고딕"/>
                          <a:ea typeface="맑은 고딕"/>
                        </a:rPr>
                        <a:t>전체</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latin typeface="맑은 고딕"/>
                          <a:ea typeface="맑은 고딕"/>
                        </a:rPr>
                        <a:t>홍길동</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1340">
                <a:tc>
                  <a:txBody>
                    <a:bodyPr/>
                    <a:lstStyle/>
                    <a:p>
                      <a:pPr algn="ctr" latinLnBrk="1"/>
                      <a:r>
                        <a:rPr>
                          <a:latin typeface="맑은 고딕"/>
                          <a:ea typeface="맑은 고딕"/>
                        </a:rPr>
                        <a:t>v1.1.0</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a:latin typeface="맑은 고딕"/>
                          <a:ea typeface="맑은 고딕"/>
                        </a:rPr>
                        <a:t>2026/09/27</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a:latin typeface="맑은 고딕"/>
                          <a:ea typeface="맑은 고딕"/>
                        </a:rPr>
                        <a:t>모든 화면을 스마트폰 앱, PC 앱, 웹에서 같이 쓰게 바꿈. 관리자는 팀 역할과 겹칠 수 있음. 2차 기능 표시 뺌(운영자 제외)</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a:latin typeface="맑은 고딕"/>
                          <a:ea typeface="맑은 고딕"/>
                        </a:rPr>
                        <a:t>전체</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a:latin typeface="맑은 고딕"/>
                          <a:ea typeface="맑은 고딕"/>
                        </a:rPr>
                        <a:t>홍길동</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1340">
                <a:tc>
                  <a:txBody>
                    <a:bodyPr/>
                    <a:lstStyle/>
                    <a:p>
                      <a:pPr algn="ctr" latinLnBrk="1"/>
                      <a:r>
                        <a:rPr>
                          <a:latin typeface="맑은 고딕"/>
                          <a:ea typeface="맑은 고딕"/>
                        </a:rPr>
                        <a:t>v1.2.0</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r>
                        <a:rPr>
                          <a:latin typeface="맑은 고딕"/>
                          <a:ea typeface="맑은 고딕"/>
                        </a:rPr>
                        <a:t>2026/09/27</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a:latin typeface="맑은 고딕"/>
                          <a:ea typeface="맑은 고딕"/>
                        </a:rPr>
                        <a:t>용어 정리. 앱 안 역할은 서비스 관리자·운영자, 서버와 DB 를 다루는 사람은 시스템 관리자·운영자. 화면 글자는 그대로</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a:latin typeface="맑은 고딕"/>
                          <a:ea typeface="맑은 고딕"/>
                        </a:rPr>
                        <a:t>개요, 설명 전체</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a:latin typeface="맑은 고딕"/>
                          <a:ea typeface="맑은 고딕"/>
                        </a:rPr>
                        <a:t>홍길동</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1340">
                <a:tc>
                  <a:txBody>
                    <a:bodyPr/>
                    <a:lstStyle/>
                    <a:p>
                      <a:pPr algn="ctr" latinLnBrk="1"/>
                      <a:r>
                        <a:rPr>
                          <a:latin typeface="맑은 고딕"/>
                          <a:ea typeface="맑은 고딕"/>
                        </a:rPr>
                        <a:t>v1.3.0</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r>
                        <a:rPr>
                          <a:latin typeface="맑은 고딕"/>
                          <a:ea typeface="맑은 고딕"/>
                        </a:rPr>
                        <a:t>2026/09/27</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a:latin typeface="맑은 고딕"/>
                          <a:ea typeface="맑은 고딕"/>
                        </a:rPr>
                        <a:t>화면에서 2차 기능(서비스 운영자) 표시를 모두 뺌</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a:latin typeface="맑은 고딕"/>
                          <a:ea typeface="맑은 고딕"/>
                        </a:rPr>
                        <a:t>G-01, 개요</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a:latin typeface="맑은 고딕"/>
                          <a:ea typeface="맑은 고딕"/>
                        </a:rPr>
                        <a:t>홍길동</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1340">
                <a:tc>
                  <a:txBody>
                    <a:bodyPr/>
                    <a:lstStyle/>
                    <a:p>
                      <a:pPr algn="ctr" latinLnBrk="1"/>
                      <a:r>
                        <a:rPr>
                          <a:latin typeface="맑은 고딕"/>
                          <a:ea typeface="맑은 고딕"/>
                        </a:rPr>
                        <a:t>v1.4.0</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r>
                        <a:rPr>
                          <a:latin typeface="맑은 고딕"/>
                          <a:ea typeface="맑은 고딕"/>
                        </a:rPr>
                        <a:t>2026/09/27</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a:latin typeface="맑은 고딕"/>
                          <a:ea typeface="맑은 고딕"/>
                        </a:rPr>
                        <a:t>이메일 로그인으로 바꿈(A-01, A-02). 비밀번호 찾기(A-03), 새 비밀번호(A-04) 추가. 기술 스택과 일정 입력 방식은 정해진 것으로 고침</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a:latin typeface="맑은 고딕"/>
                          <a:ea typeface="맑은 고딕"/>
                        </a:rPr>
                        <a:t>A-01~A-04, 개요, C-03</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a:latin typeface="맑은 고딕"/>
                          <a:ea typeface="맑은 고딕"/>
                        </a:rPr>
                        <a:t>홍길동</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0015"/>
                  </a:ext>
                </a:extLst>
              </a:tr>
            </a:tbl>
          </a:graphicData>
        </a:graphic>
      </p:graphicFrame>
      <p:sp>
        <p:nvSpPr>
          <p:cNvPr id="5"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2</a:t>
            </a:fld>
            <a:endParaRPr lang="ko-KR" altLang="en-US" sz="900" dirty="0"/>
          </a:p>
        </p:txBody>
      </p:sp>
    </p:spTree>
    <p:extLst>
      <p:ext uri="{BB962C8B-B14F-4D97-AF65-F5344CB8AC3E}">
        <p14:creationId xmlns:p14="http://schemas.microsoft.com/office/powerpoint/2010/main"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제목 1">
            <a:extLst>
              <a:ext uri="{FF2B5EF4-FFF2-40B4-BE49-F238E27FC236}">
                <a16:creationId xmlns:a16="http://schemas.microsoft.com/office/drawing/2014/main" id="{84FE7BD8-CFC6-4079-BAE3-BDDFC826F1C7}"/>
              </a:ext>
            </a:extLst>
          </p:cNvPr>
          <p:cNvSpPr>
            <a:spLocks noGrp="1"/>
          </p:cNvSpPr>
          <p:nvPr>
            <p:ph type="title"/>
          </p:nvPr>
        </p:nvSpPr>
        <p:spPr/>
        <p:txBody>
          <a:bodyPr/>
          <a:lstStyle/>
          <a:p>
            <a:r>
              <a:rPr lang="ko-KR" altLang="en-US" dirty="0"/>
              <a:t>서비스 개요</a:t>
            </a:r>
          </a:p>
        </p:txBody>
      </p:sp>
      <p:graphicFrame>
        <p:nvGraphicFramePr>
          <p:cNvPr id="4" name="표 2">
            <a:extLst>
              <a:ext uri="{FF2B5EF4-FFF2-40B4-BE49-F238E27FC236}">
                <a16:creationId xmlns:a16="http://schemas.microsoft.com/office/drawing/2014/main" id="{2597D4FB-0C0F-4941-887D-E5E16C17540A}"/>
              </a:ext>
            </a:extLst>
          </p:cNvPr>
          <p:cNvGraphicFramePr>
            <a:graphicFrameLocks noGrp="1"/>
          </p:cNvGraphicFramePr>
          <p:nvPr>
            <p:extLst>
              <p:ext uri="{D42A27DB-BD31-4B8C-83A1-F6EECF244321}">
                <p14:modId xmlns:p14="http://schemas.microsoft.com/office/powerpoint/2010/main" val="1916490890"/>
              </p:ext>
            </p:extLst>
          </p:nvPr>
        </p:nvGraphicFramePr>
        <p:xfrm>
          <a:off x="1197870" y="1268760"/>
          <a:ext cx="9796258" cy="4991529"/>
        </p:xfrm>
        <a:graphic>
          <a:graphicData uri="http://schemas.openxmlformats.org/drawingml/2006/table">
            <a:tbl>
              <a:tblPr>
                <a:tableStyleId>{5C22544A-7EE6-4342-B048-85BDC9FD1C3A}</a:tableStyleId>
              </a:tblPr>
              <a:tblGrid>
                <a:gridCol w="1318078">
                  <a:extLst>
                    <a:ext uri="{9D8B030D-6E8A-4147-A177-3AD203B41FA5}">
                      <a16:colId xmlns:a16="http://schemas.microsoft.com/office/drawing/2014/main" val="20000"/>
                    </a:ext>
                  </a:extLst>
                </a:gridCol>
                <a:gridCol w="282606">
                  <a:extLst>
                    <a:ext uri="{9D8B030D-6E8A-4147-A177-3AD203B41FA5}">
                      <a16:colId xmlns:a16="http://schemas.microsoft.com/office/drawing/2014/main" val="20005"/>
                    </a:ext>
                  </a:extLst>
                </a:gridCol>
                <a:gridCol w="282606">
                  <a:extLst>
                    <a:ext uri="{9D8B030D-6E8A-4147-A177-3AD203B41FA5}">
                      <a16:colId xmlns:a16="http://schemas.microsoft.com/office/drawing/2014/main" val="1932864301"/>
                    </a:ext>
                  </a:extLst>
                </a:gridCol>
                <a:gridCol w="282606">
                  <a:extLst>
                    <a:ext uri="{9D8B030D-6E8A-4147-A177-3AD203B41FA5}">
                      <a16:colId xmlns:a16="http://schemas.microsoft.com/office/drawing/2014/main" val="627806087"/>
                    </a:ext>
                  </a:extLst>
                </a:gridCol>
                <a:gridCol w="282606">
                  <a:extLst>
                    <a:ext uri="{9D8B030D-6E8A-4147-A177-3AD203B41FA5}">
                      <a16:colId xmlns:a16="http://schemas.microsoft.com/office/drawing/2014/main" val="371778404"/>
                    </a:ext>
                  </a:extLst>
                </a:gridCol>
                <a:gridCol w="282606">
                  <a:extLst>
                    <a:ext uri="{9D8B030D-6E8A-4147-A177-3AD203B41FA5}">
                      <a16:colId xmlns:a16="http://schemas.microsoft.com/office/drawing/2014/main" val="305405284"/>
                    </a:ext>
                  </a:extLst>
                </a:gridCol>
                <a:gridCol w="282606">
                  <a:extLst>
                    <a:ext uri="{9D8B030D-6E8A-4147-A177-3AD203B41FA5}">
                      <a16:colId xmlns:a16="http://schemas.microsoft.com/office/drawing/2014/main" val="29543921"/>
                    </a:ext>
                  </a:extLst>
                </a:gridCol>
                <a:gridCol w="282606">
                  <a:extLst>
                    <a:ext uri="{9D8B030D-6E8A-4147-A177-3AD203B41FA5}">
                      <a16:colId xmlns:a16="http://schemas.microsoft.com/office/drawing/2014/main" val="4273928552"/>
                    </a:ext>
                  </a:extLst>
                </a:gridCol>
                <a:gridCol w="282606">
                  <a:extLst>
                    <a:ext uri="{9D8B030D-6E8A-4147-A177-3AD203B41FA5}">
                      <a16:colId xmlns:a16="http://schemas.microsoft.com/office/drawing/2014/main" val="844272191"/>
                    </a:ext>
                  </a:extLst>
                </a:gridCol>
                <a:gridCol w="282606">
                  <a:extLst>
                    <a:ext uri="{9D8B030D-6E8A-4147-A177-3AD203B41FA5}">
                      <a16:colId xmlns:a16="http://schemas.microsoft.com/office/drawing/2014/main" val="1347387674"/>
                    </a:ext>
                  </a:extLst>
                </a:gridCol>
                <a:gridCol w="282606">
                  <a:extLst>
                    <a:ext uri="{9D8B030D-6E8A-4147-A177-3AD203B41FA5}">
                      <a16:colId xmlns:a16="http://schemas.microsoft.com/office/drawing/2014/main" val="1781131391"/>
                    </a:ext>
                  </a:extLst>
                </a:gridCol>
                <a:gridCol w="282606">
                  <a:extLst>
                    <a:ext uri="{9D8B030D-6E8A-4147-A177-3AD203B41FA5}">
                      <a16:colId xmlns:a16="http://schemas.microsoft.com/office/drawing/2014/main" val="384615516"/>
                    </a:ext>
                  </a:extLst>
                </a:gridCol>
                <a:gridCol w="282606">
                  <a:extLst>
                    <a:ext uri="{9D8B030D-6E8A-4147-A177-3AD203B41FA5}">
                      <a16:colId xmlns:a16="http://schemas.microsoft.com/office/drawing/2014/main" val="2585931872"/>
                    </a:ext>
                  </a:extLst>
                </a:gridCol>
                <a:gridCol w="282606">
                  <a:extLst>
                    <a:ext uri="{9D8B030D-6E8A-4147-A177-3AD203B41FA5}">
                      <a16:colId xmlns:a16="http://schemas.microsoft.com/office/drawing/2014/main" val="1608020694"/>
                    </a:ext>
                  </a:extLst>
                </a:gridCol>
                <a:gridCol w="282606">
                  <a:extLst>
                    <a:ext uri="{9D8B030D-6E8A-4147-A177-3AD203B41FA5}">
                      <a16:colId xmlns:a16="http://schemas.microsoft.com/office/drawing/2014/main" val="4164423105"/>
                    </a:ext>
                  </a:extLst>
                </a:gridCol>
                <a:gridCol w="282606">
                  <a:extLst>
                    <a:ext uri="{9D8B030D-6E8A-4147-A177-3AD203B41FA5}">
                      <a16:colId xmlns:a16="http://schemas.microsoft.com/office/drawing/2014/main" val="3233058977"/>
                    </a:ext>
                  </a:extLst>
                </a:gridCol>
                <a:gridCol w="282606">
                  <a:extLst>
                    <a:ext uri="{9D8B030D-6E8A-4147-A177-3AD203B41FA5}">
                      <a16:colId xmlns:a16="http://schemas.microsoft.com/office/drawing/2014/main" val="2889151618"/>
                    </a:ext>
                  </a:extLst>
                </a:gridCol>
                <a:gridCol w="282606">
                  <a:extLst>
                    <a:ext uri="{9D8B030D-6E8A-4147-A177-3AD203B41FA5}">
                      <a16:colId xmlns:a16="http://schemas.microsoft.com/office/drawing/2014/main" val="560411669"/>
                    </a:ext>
                  </a:extLst>
                </a:gridCol>
                <a:gridCol w="282606">
                  <a:extLst>
                    <a:ext uri="{9D8B030D-6E8A-4147-A177-3AD203B41FA5}">
                      <a16:colId xmlns:a16="http://schemas.microsoft.com/office/drawing/2014/main" val="3884846165"/>
                    </a:ext>
                  </a:extLst>
                </a:gridCol>
                <a:gridCol w="282606">
                  <a:extLst>
                    <a:ext uri="{9D8B030D-6E8A-4147-A177-3AD203B41FA5}">
                      <a16:colId xmlns:a16="http://schemas.microsoft.com/office/drawing/2014/main" val="1129982004"/>
                    </a:ext>
                  </a:extLst>
                </a:gridCol>
                <a:gridCol w="282606">
                  <a:extLst>
                    <a:ext uri="{9D8B030D-6E8A-4147-A177-3AD203B41FA5}">
                      <a16:colId xmlns:a16="http://schemas.microsoft.com/office/drawing/2014/main" val="921361012"/>
                    </a:ext>
                  </a:extLst>
                </a:gridCol>
                <a:gridCol w="282606">
                  <a:extLst>
                    <a:ext uri="{9D8B030D-6E8A-4147-A177-3AD203B41FA5}">
                      <a16:colId xmlns:a16="http://schemas.microsoft.com/office/drawing/2014/main" val="1082313226"/>
                    </a:ext>
                  </a:extLst>
                </a:gridCol>
                <a:gridCol w="282606">
                  <a:extLst>
                    <a:ext uri="{9D8B030D-6E8A-4147-A177-3AD203B41FA5}">
                      <a16:colId xmlns:a16="http://schemas.microsoft.com/office/drawing/2014/main" val="3555641462"/>
                    </a:ext>
                  </a:extLst>
                </a:gridCol>
                <a:gridCol w="282606">
                  <a:extLst>
                    <a:ext uri="{9D8B030D-6E8A-4147-A177-3AD203B41FA5}">
                      <a16:colId xmlns:a16="http://schemas.microsoft.com/office/drawing/2014/main" val="2046748408"/>
                    </a:ext>
                  </a:extLst>
                </a:gridCol>
                <a:gridCol w="282606">
                  <a:extLst>
                    <a:ext uri="{9D8B030D-6E8A-4147-A177-3AD203B41FA5}">
                      <a16:colId xmlns:a16="http://schemas.microsoft.com/office/drawing/2014/main" val="61301162"/>
                    </a:ext>
                  </a:extLst>
                </a:gridCol>
                <a:gridCol w="282606">
                  <a:extLst>
                    <a:ext uri="{9D8B030D-6E8A-4147-A177-3AD203B41FA5}">
                      <a16:colId xmlns:a16="http://schemas.microsoft.com/office/drawing/2014/main" val="151961678"/>
                    </a:ext>
                  </a:extLst>
                </a:gridCol>
                <a:gridCol w="282606">
                  <a:extLst>
                    <a:ext uri="{9D8B030D-6E8A-4147-A177-3AD203B41FA5}">
                      <a16:colId xmlns:a16="http://schemas.microsoft.com/office/drawing/2014/main" val="3307757913"/>
                    </a:ext>
                  </a:extLst>
                </a:gridCol>
                <a:gridCol w="282606">
                  <a:extLst>
                    <a:ext uri="{9D8B030D-6E8A-4147-A177-3AD203B41FA5}">
                      <a16:colId xmlns:a16="http://schemas.microsoft.com/office/drawing/2014/main" val="2537069362"/>
                    </a:ext>
                  </a:extLst>
                </a:gridCol>
                <a:gridCol w="282606">
                  <a:extLst>
                    <a:ext uri="{9D8B030D-6E8A-4147-A177-3AD203B41FA5}">
                      <a16:colId xmlns:a16="http://schemas.microsoft.com/office/drawing/2014/main" val="3220850051"/>
                    </a:ext>
                  </a:extLst>
                </a:gridCol>
                <a:gridCol w="282606">
                  <a:extLst>
                    <a:ext uri="{9D8B030D-6E8A-4147-A177-3AD203B41FA5}">
                      <a16:colId xmlns:a16="http://schemas.microsoft.com/office/drawing/2014/main" val="4047037587"/>
                    </a:ext>
                  </a:extLst>
                </a:gridCol>
                <a:gridCol w="282606">
                  <a:extLst>
                    <a:ext uri="{9D8B030D-6E8A-4147-A177-3AD203B41FA5}">
                      <a16:colId xmlns:a16="http://schemas.microsoft.com/office/drawing/2014/main" val="1193031526"/>
                    </a:ext>
                  </a:extLst>
                </a:gridCol>
              </a:tblGrid>
              <a:tr h="260216">
                <a:tc>
                  <a:txBody>
                    <a:bodyPr/>
                    <a:lstStyle/>
                    <a:p>
                      <a:pPr algn="ctr" latinLnBrk="1"/>
                      <a:r>
                        <a:rPr lang="ko-KR" altLang="en-US" sz="1000" b="1" dirty="0">
                          <a:solidFill>
                            <a:schemeClr val="tx1"/>
                          </a:solidFill>
                        </a:rPr>
                        <a:t>구분</a:t>
                      </a: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0">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000" b="1" dirty="0">
                          <a:solidFill>
                            <a:schemeClr val="tx1"/>
                          </a:solidFill>
                        </a:rPr>
                        <a:t>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0"/>
                  </a:ext>
                </a:extLst>
              </a:tr>
              <a:tr h="551915">
                <a:tc>
                  <a:txBody>
                    <a:bodyPr/>
                    <a:lstStyle/>
                    <a:p>
                      <a:pPr algn="ctr" latinLnBrk="1">
                        <a:lnSpc>
                          <a:spcPct val="120000"/>
                        </a:lnSpc>
                      </a:pPr>
                      <a:r>
                        <a:rPr lang="ko-KR" altLang="en-US" sz="900" dirty="0">
                          <a:solidFill>
                            <a:schemeClr val="tx1"/>
                          </a:solidFill>
                          <a:latin typeface="+mn-ea"/>
                          <a:ea typeface="+mn-ea"/>
                        </a:rPr>
                        <a:t>기획배경</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모임 일정을 잡을 때마다 회원에게 전화를 돌렸다.</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공지 문구를 매번 AI 에 다시 써 달라고 했다.</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발표 녹화 파일을 찾아 올리는 일이 번거로웠다.</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1"/>
                  </a:ext>
                </a:extLst>
              </a:tr>
              <a:tr h="504056">
                <a:tc>
                  <a:txBody>
                    <a:bodyPr/>
                    <a:lstStyle/>
                    <a:p>
                      <a:pPr algn="ctr" latinLnBrk="1">
                        <a:lnSpc>
                          <a:spcPct val="120000"/>
                        </a:lnSpc>
                      </a:pPr>
                      <a:r>
                        <a:rPr lang="ko-KR" altLang="en-US" sz="900" dirty="0">
                          <a:solidFill>
                            <a:schemeClr val="tx1"/>
                          </a:solidFill>
                          <a:latin typeface="+mn-ea"/>
                          <a:ea typeface="+mn-ea"/>
                        </a:rPr>
                        <a:t>기획목적</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일정 조율, 공지, 자료 공유를 앱 하나에서 대충 끝낸다.</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누가 운영을 맡아도 같은 방식으로 모임을 굴린다.</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2"/>
                  </a:ext>
                </a:extLst>
              </a:tr>
              <a:tr h="504056">
                <a:tc>
                  <a:txBody>
                    <a:bodyPr/>
                    <a:lstStyle/>
                    <a:p>
                      <a:pPr algn="ctr" latinLnBrk="1">
                        <a:lnSpc>
                          <a:spcPct val="120000"/>
                        </a:lnSpc>
                      </a:pPr>
                      <a:r>
                        <a:rPr lang="ko-KR" altLang="en-US" sz="900" dirty="0">
                          <a:solidFill>
                            <a:schemeClr val="tx1"/>
                          </a:solidFill>
                          <a:latin typeface="+mn-ea"/>
                          <a:ea typeface="+mn-ea"/>
                        </a:rPr>
                        <a:t>기대효과</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일정 요청부터 확정 공지까지 전화 0통.</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공지 작성에서 디스코드 도착까지 10초 안.</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녹화 파일은 지정 폴더에서 고르기 한 번으로 올린다.</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3"/>
                  </a:ext>
                </a:extLst>
              </a:tr>
              <a:tr h="504056">
                <a:tc>
                  <a:txBody>
                    <a:bodyPr/>
                    <a:lstStyle/>
                    <a:p>
                      <a:pPr algn="ctr" latinLnBrk="1">
                        <a:lnSpc>
                          <a:spcPct val="120000"/>
                        </a:lnSpc>
                      </a:pPr>
                      <a:r>
                        <a:rPr lang="ko-KR" altLang="en-US" sz="900" dirty="0">
                          <a:solidFill>
                            <a:schemeClr val="tx1"/>
                          </a:solidFill>
                          <a:latin typeface="+mn-ea"/>
                          <a:ea typeface="+mn-ea"/>
                        </a:rPr>
                        <a:t>기능요약</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일정 조율. 요청, 가능 시간 입력, 후보 투표, 확정, 변경.</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공지. 템플릿, 임시 저장, 발송, 실패 다시 보내기.</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자료. 어느 기기에서나 올리고 자료실에서 내려받기. PC 앱과 웹은 녹화 폴더를 지정한다.</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서비스 관리자. 역할, 팀과 공지방, 대상별 공지. 회원가입과 로그인.</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921827172"/>
                  </a:ext>
                </a:extLst>
              </a:tr>
              <a:tr h="504056">
                <a:tc>
                  <a:txBody>
                    <a:bodyPr/>
                    <a:lstStyle/>
                    <a:p>
                      <a:pPr algn="ctr" latinLnBrk="1">
                        <a:lnSpc>
                          <a:spcPct val="120000"/>
                        </a:lnSpc>
                      </a:pPr>
                      <a:r>
                        <a:rPr lang="ko-KR" altLang="en-US" sz="900" dirty="0">
                          <a:solidFill>
                            <a:schemeClr val="tx1"/>
                          </a:solidFill>
                          <a:latin typeface="+mn-ea"/>
                          <a:ea typeface="+mn-ea"/>
                        </a:rPr>
                        <a:t>기타사항</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구현은 네이티브 앱이다. 모든 화면이 스마트폰 앱, PC 앱, 웹에서 같은 기능으로 동작한다.</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기술 스택은 Flutter + Supabase 셀프호스팅 + Go 보조 서버로 정했다. 로그인은 이메일로 한다.</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데모 HTML 은 같은 원본에서 만들었다. 설명 보기를 켜면 이 문서의 Description 이 보인다.</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맑은 고딕"/>
                          <a:ea typeface="맑은 고딕"/>
                        </a:rPr>
                        <a:t>용어. 앱 안의 역할은 문서에서 서비스 관리자라 쓰고 화면에는 관리자로 보인다. 서버, DB, Studio 를 다루는 사람은 시스템 관리자, 시스템 운영자라 쓴다.</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4171527082"/>
                  </a:ext>
                </a:extLst>
              </a:tr>
            </a:tbl>
          </a:graphicData>
        </a:graphic>
      </p:graphicFrame>
      <p:sp>
        <p:nvSpPr>
          <p:cNvPr id="5" name="TextBox 4">
            <a:extLst>
              <a:ext uri="{FF2B5EF4-FFF2-40B4-BE49-F238E27FC236}">
                <a16:creationId xmlns:a16="http://schemas.microsoft.com/office/drawing/2014/main" id="{67F700A4-35BE-48E8-B4CE-95643D148D21}"/>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3</a:t>
            </a:fld>
            <a:endParaRPr lang="ko-KR" altLang="en-US" sz="900" dirty="0"/>
          </a:p>
        </p:txBody>
      </p:sp>
      <p:sp>
        <p:nvSpPr>
          <p:cNvPr id="6" name="TextBox 5"/>
          <p:cNvSpPr txBox="1"/>
          <p:nvPr/>
        </p:nvSpPr>
        <p:spPr>
          <a:xfrm>
            <a:off x="1188000" y="5400000"/>
            <a:ext cx="9792000" cy="360000"/>
          </a:xfrm>
          <a:prstGeom prst="rect">
            <a:avLst/>
          </a:prstGeom>
          <a:noFill/>
        </p:spPr>
        <p:txBody>
          <a:bodyPr wrap="square">
            <a:spAutoFit/>
          </a:bodyPr>
          <a:lstStyle/>
          <a:p>
            <a:r>
              <a:rPr sz="900" b="0">
                <a:solidFill>
                  <a:srgbClr val="404040"/>
                </a:solidFill>
                <a:latin typeface="맑은 고딕"/>
                <a:ea typeface="맑은 고딕"/>
              </a:rPr>
              <a:t>기획일정은 WBS 일정표를 따른다.</a:t>
            </a:r>
          </a:p>
          <a:p>
            <a:r>
              <a:rPr sz="900" b="0">
                <a:solidFill>
                  <a:srgbClr val="404040"/>
                </a:solidFill>
                <a:latin typeface="맑은 고딕"/>
                <a:ea typeface="맑은 고딕"/>
              </a:rPr>
              <a:t>1차 기간 2026-09-21 ~ 2026-11-20. 와이어프레임 초안 홍길동, 화면 검수 이영희.</a:t>
            </a:r>
          </a:p>
        </p:txBody>
      </p:sp>
    </p:spTree>
    <p:extLst>
      <p:ext uri="{BB962C8B-B14F-4D97-AF65-F5344CB8AC3E}">
        <p14:creationId xmlns:p14="http://schemas.microsoft.com/office/powerpoint/2010/main" val="3982823181"/>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화면 목록 (1/2)</a:t>
            </a:r>
          </a:p>
        </p:txBody>
      </p:sp>
      <p:sp>
        <p:nvSpPr>
          <p:cNvPr id="4"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4</a:t>
            </a:r>
          </a:p>
        </p:txBody>
      </p:sp>
      <p:graphicFrame>
        <p:nvGraphicFramePr>
          <p:cNvPr id="5" name="표 2"/>
          <p:cNvGraphicFramePr>
            <a:graphicFrameLocks noGrp="1"/>
          </p:cNvGraphicFramePr>
          <p:nvPr>
            <p:extLst>
              <p:ext uri="{D42A27DB-BD31-4B8C-83A1-F6EECF244321}">
                <p14:modId xmlns:p14="http://schemas.microsoft.com/office/powerpoint/2010/main" val="2970646287"/>
              </p:ext>
            </p:extLst>
          </p:nvPr>
        </p:nvGraphicFramePr>
        <p:xfrm>
          <a:off x="720000" y="1368000"/>
          <a:ext cx="9864000" cy="2913483"/>
        </p:xfrm>
        <a:graphic>
          <a:graphicData uri="http://schemas.openxmlformats.org/drawingml/2006/table">
            <a:tbl>
              <a:tblPr>
                <a:tableStyleId>{5C22544A-7EE6-4342-B048-85BDC9FD1C3A}</a:tableStyleId>
              </a:tblPr>
              <a:tblGrid>
                <a:gridCol w="792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gridCol w="936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4"/>
                    </a:ext>
                  </a:extLst>
                </a:gridCol>
                <a:gridCol w="3960000">
                  <a:extLst>
                    <a:ext uri="{9D8B030D-6E8A-4147-A177-3AD203B41FA5}">
                      <a16:colId xmlns:a16="http://schemas.microsoft.com/office/drawing/2014/main" val="20005"/>
                    </a:ext>
                  </a:extLst>
                </a:gridCol>
                <a:gridCol w="576000">
                  <a:extLst>
                    <a:ext uri="{9D8B030D-6E8A-4147-A177-3AD203B41FA5}">
                      <a16:colId xmlns:a16="http://schemas.microsoft.com/office/drawing/2014/main" val="20005"/>
                    </a:ext>
                  </a:extLst>
                </a:gridCol>
              </a:tblGrid>
              <a:tr h="309600">
                <a:tc>
                  <a:txBody>
                    <a:bodyPr/>
                    <a:lstStyle/>
                    <a:p>
                      <a:pPr algn="ctr" latinLnBrk="1" marL="0" indent="0">
                        <a:buNone/>
                      </a:pPr>
                      <a:r>
                        <a:rPr lang="en-US" altLang="ko-KR" sz="900" b="1" dirty="0">
                          <a:solidFill>
                            <a:schemeClr val="tx1"/>
                          </a:solidFill>
                          <a:latin typeface="맑은 고딕"/>
                          <a:ea typeface="맑은 고딕"/>
                        </a:rPr>
                        <a:t>화면 ID</a:t>
                      </a: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marL="0" indent="0">
                        <a:buNone/>
                      </a:pPr>
                      <a:r>
                        <a:rPr lang="en-US" altLang="ko-KR" sz="900" b="1" dirty="0">
                          <a:solidFill>
                            <a:schemeClr val="tx1"/>
                          </a:solidFill>
                          <a:latin typeface="맑은 고딕"/>
                          <a:ea typeface="맑은 고딕"/>
                        </a:rPr>
                        <a:t>화면명</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marL="0" indent="0">
                        <a:buNone/>
                      </a:pPr>
                      <a:r>
                        <a:rPr lang="en-US" altLang="ko-KR" sz="900" b="1" dirty="0">
                          <a:solidFill>
                            <a:schemeClr val="tx1"/>
                          </a:solidFill>
                          <a:latin typeface="맑은 고딕"/>
                          <a:ea typeface="맑은 고딕"/>
                        </a:rPr>
                        <a:t>그룹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tabLst/>
                        <a:defRPr/>
                        <a:buNone/>
                      </a:pPr>
                      <a:r>
                        <a:rPr lang="en-US" altLang="ko-KR" sz="900" b="1" dirty="0">
                          <a:solidFill>
                            <a:schemeClr val="tx1"/>
                          </a:solidFill>
                          <a:latin typeface="맑은 고딕"/>
                          <a:ea typeface="맑은 고딕"/>
                        </a:rPr>
                        <a:t>플랫폼</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tabLst/>
                        <a:defRPr/>
                        <a:buNone/>
                      </a:pPr>
                      <a:r>
                        <a:rPr lang="en-US" altLang="ko-KR" sz="900" b="1" dirty="0">
                          <a:solidFill>
                            <a:schemeClr val="tx1"/>
                          </a:solidFill>
                          <a:latin typeface="맑은 고딕"/>
                          <a:ea typeface="맑은 고딕"/>
                        </a:rPr>
                        <a:t>관련 요구사항</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tabLst/>
                        <a:defRPr/>
                        <a:buNone/>
                      </a:pPr>
                      <a:r>
                        <a:rPr lang="en-US" altLang="ko-KR" sz="900" b="1" dirty="0">
                          <a:solidFill>
                            <a:schemeClr val="tx1"/>
                          </a:solidFill>
                          <a:latin typeface="맑은 고딕"/>
                          <a:ea typeface="맑은 고딕"/>
                        </a:rPr>
                        <a:t>데모</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09600">
                <a:tc>
                  <a:txBody>
                    <a:bodyPr/>
                    <a:lstStyle/>
                    <a:p>
                      <a:pPr algn="ctr" latinLnBrk="1" marL="0" indent="0">
                        <a:buNone/>
                      </a:pPr>
                      <a:r>
                        <a:rPr lang="en-US" altLang="ko-KR" sz="850" dirty="0">
                          <a:solidFill>
                            <a:schemeClr val="tx1"/>
                          </a:solidFill>
                          <a:latin typeface="맑은 고딕"/>
                          <a:ea typeface="맑은 고딕"/>
                        </a:rPr>
                        <a:t>A-01</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로그인</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시작</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FR-29, SR-01</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A-02</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회원가입</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시작</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FR-28, SR-01</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A-03</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비밀번호 찾기</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시작</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FR-29</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A-04</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새 비밀번호 정하기</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시작</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FR-29, SR-01</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B-01</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홈</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홈</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FR-11</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B-02</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알림</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홈</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FR-07, FR-09, FR-12, FR-13</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C-01</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일정 현황</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일정</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FR-06, FR-07, FR-09</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C-02</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일정 요청 만들기</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일정</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FR-06, FR-07</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C-03</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가능 시간 입력 1단계 날 고르기</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일정</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FR-08</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C-04</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가능 시간 입력 2단계 시간 정하기</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일정</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FR-08, FR-09</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C-05</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후보 시간 투표</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일정</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FR-09, FR-10</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C-06</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확정 일정과 일정 변경</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일정</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FR-11, FR-12, FR-13</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D-01</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공지 목록</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공지</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FR-02, FR-03, RR-01</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화면 목록 (2/2)</a:t>
            </a:r>
          </a:p>
        </p:txBody>
      </p:sp>
      <p:sp>
        <p:nvSpPr>
          <p:cNvPr id="4"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5</a:t>
            </a:r>
          </a:p>
        </p:txBody>
      </p:sp>
      <p:graphicFrame>
        <p:nvGraphicFramePr>
          <p:cNvPr id="5" name="표 2"/>
          <p:cNvGraphicFramePr>
            <a:graphicFrameLocks noGrp="1"/>
          </p:cNvGraphicFramePr>
          <p:nvPr>
            <p:extLst>
              <p:ext uri="{D42A27DB-BD31-4B8C-83A1-F6EECF244321}">
                <p14:modId xmlns:p14="http://schemas.microsoft.com/office/powerpoint/2010/main" val="2970646287"/>
              </p:ext>
            </p:extLst>
          </p:nvPr>
        </p:nvGraphicFramePr>
        <p:xfrm>
          <a:off x="720000" y="1368000"/>
          <a:ext cx="9864000" cy="2913483"/>
        </p:xfrm>
        <a:graphic>
          <a:graphicData uri="http://schemas.openxmlformats.org/drawingml/2006/table">
            <a:tbl>
              <a:tblPr>
                <a:tableStyleId>{5C22544A-7EE6-4342-B048-85BDC9FD1C3A}</a:tableStyleId>
              </a:tblPr>
              <a:tblGrid>
                <a:gridCol w="792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gridCol w="936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4"/>
                    </a:ext>
                  </a:extLst>
                </a:gridCol>
                <a:gridCol w="3960000">
                  <a:extLst>
                    <a:ext uri="{9D8B030D-6E8A-4147-A177-3AD203B41FA5}">
                      <a16:colId xmlns:a16="http://schemas.microsoft.com/office/drawing/2014/main" val="20005"/>
                    </a:ext>
                  </a:extLst>
                </a:gridCol>
                <a:gridCol w="576000">
                  <a:extLst>
                    <a:ext uri="{9D8B030D-6E8A-4147-A177-3AD203B41FA5}">
                      <a16:colId xmlns:a16="http://schemas.microsoft.com/office/drawing/2014/main" val="20005"/>
                    </a:ext>
                  </a:extLst>
                </a:gridCol>
              </a:tblGrid>
              <a:tr h="309600">
                <a:tc>
                  <a:txBody>
                    <a:bodyPr/>
                    <a:lstStyle/>
                    <a:p>
                      <a:pPr algn="ctr" latinLnBrk="1" marL="0" indent="0">
                        <a:buNone/>
                      </a:pPr>
                      <a:r>
                        <a:rPr lang="en-US" altLang="ko-KR" sz="900" b="1" dirty="0">
                          <a:solidFill>
                            <a:schemeClr val="tx1"/>
                          </a:solidFill>
                          <a:latin typeface="맑은 고딕"/>
                          <a:ea typeface="맑은 고딕"/>
                        </a:rPr>
                        <a:t>화면 ID</a:t>
                      </a: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marL="0" indent="0">
                        <a:buNone/>
                      </a:pPr>
                      <a:r>
                        <a:rPr lang="en-US" altLang="ko-KR" sz="900" b="1" dirty="0">
                          <a:solidFill>
                            <a:schemeClr val="tx1"/>
                          </a:solidFill>
                          <a:latin typeface="맑은 고딕"/>
                          <a:ea typeface="맑은 고딕"/>
                        </a:rPr>
                        <a:t>화면명</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marL="0" indent="0">
                        <a:buNone/>
                      </a:pPr>
                      <a:r>
                        <a:rPr lang="en-US" altLang="ko-KR" sz="900" b="1" dirty="0">
                          <a:solidFill>
                            <a:schemeClr val="tx1"/>
                          </a:solidFill>
                          <a:latin typeface="맑은 고딕"/>
                          <a:ea typeface="맑은 고딕"/>
                        </a:rPr>
                        <a:t>그룹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tabLst/>
                        <a:defRPr/>
                        <a:buNone/>
                      </a:pPr>
                      <a:r>
                        <a:rPr lang="en-US" altLang="ko-KR" sz="900" b="1" dirty="0">
                          <a:solidFill>
                            <a:schemeClr val="tx1"/>
                          </a:solidFill>
                          <a:latin typeface="맑은 고딕"/>
                          <a:ea typeface="맑은 고딕"/>
                        </a:rPr>
                        <a:t>플랫폼</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tabLst/>
                        <a:defRPr/>
                        <a:buNone/>
                      </a:pPr>
                      <a:r>
                        <a:rPr lang="en-US" altLang="ko-KR" sz="900" b="1" dirty="0">
                          <a:solidFill>
                            <a:schemeClr val="tx1"/>
                          </a:solidFill>
                          <a:latin typeface="맑은 고딕"/>
                          <a:ea typeface="맑은 고딕"/>
                        </a:rPr>
                        <a:t>관련 요구사항</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tabLst/>
                        <a:defRPr/>
                        <a:buNone/>
                      </a:pPr>
                      <a:r>
                        <a:rPr lang="en-US" altLang="ko-KR" sz="900" b="1" dirty="0">
                          <a:solidFill>
                            <a:schemeClr val="tx1"/>
                          </a:solidFill>
                          <a:latin typeface="맑은 고딕"/>
                          <a:ea typeface="맑은 고딕"/>
                        </a:rPr>
                        <a:t>데모</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09600">
                <a:tc>
                  <a:txBody>
                    <a:bodyPr/>
                    <a:lstStyle/>
                    <a:p>
                      <a:pPr algn="ctr" latinLnBrk="1" marL="0" indent="0">
                        <a:buNone/>
                      </a:pPr>
                      <a:r>
                        <a:rPr lang="en-US" altLang="ko-KR" sz="850" dirty="0">
                          <a:solidFill>
                            <a:schemeClr val="tx1"/>
                          </a:solidFill>
                          <a:latin typeface="맑은 고딕"/>
                          <a:ea typeface="맑은 고딕"/>
                        </a:rPr>
                        <a:t>D-02</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공지 작성</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공지</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FR-01, FR-02, FR-03, FR-25, FR-26</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D-03</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템플릿 관리</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공지</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FR-01</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E-01</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자료실</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자료</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FR-18, FR-19, SR-06</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E-02</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자료 올리기</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자료</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FR-14, FR-15, FR-16, FR-17, PR-06, RR-03</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F-01</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내 정보와 활동 기록</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내 정보</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FR-30, FR-20, FR-23</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G-01</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회원과 역할 관리</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서비스 관리</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FR-20, FR-22, FR-23, SR-03</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G-02</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팀과 공지방 관리</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서비스 관리</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FR-04, FR-05, FR-27, SR-04</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G-03</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대상별 공지 발송</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서비스 관리</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앱 · PC · 웹</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FR-24, FR-26</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있음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R-01</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디스코드 공지방</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참고 화면</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디스코드</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FR-03, FR-13, FR-26</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없음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R-02</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휴대폰 알림</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참고 화면</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휴대폰</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FR-07, FR-12</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없음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R-03</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공통 팝업</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참고 화면</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공통</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공통</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없음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R-04</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상태 화면</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참고 화면</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공통</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PR-02, RR-01</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없음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09600">
                <a:tc>
                  <a:txBody>
                    <a:bodyPr/>
                    <a:lstStyle/>
                    <a:p>
                      <a:pPr algn="ctr" latinLnBrk="1" marL="0" indent="0">
                        <a:buNone/>
                      </a:pPr>
                      <a:r>
                        <a:rPr lang="en-US" altLang="ko-KR" sz="850" dirty="0">
                          <a:solidFill>
                            <a:schemeClr val="tx1"/>
                          </a:solidFill>
                          <a:latin typeface="맑은 고딕"/>
                          <a:ea typeface="맑은 고딕"/>
                        </a:rPr>
                        <a:t>R-05</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PC 앱 첫 실행</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참고 화면</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PC 앱</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ko-KR" altLang="en-US" sz="850" dirty="0">
                          <a:solidFill>
                            <a:schemeClr val="tx1"/>
                          </a:solidFill>
                          <a:latin typeface="맑은 고딕"/>
                          <a:ea typeface="맑은 고딕"/>
                        </a:rPr>
                        <a:t>FR-14, FR-29</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없음</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공통 가이드 · 내비게이션과 역할별 분기</a:t>
            </a:r>
          </a:p>
        </p:txBody>
      </p:sp>
      <p:sp>
        <p:nvSpPr>
          <p:cNvPr id="4"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6</a:t>
            </a:r>
          </a:p>
        </p:txBody>
      </p:sp>
      <p:sp>
        <p:nvSpPr>
          <p:cNvPr id="5" name="TextBox 5"/>
          <p:cNvSpPr txBox="1"/>
          <p:nvPr/>
        </p:nvSpPr>
        <p:spPr>
          <a:xfrm>
            <a:off x="720000" y="1224000"/>
            <a:ext cx="5400000" cy="216000"/>
          </a:xfrm>
          <a:prstGeom prst="rect">
            <a:avLst/>
          </a:prstGeom>
          <a:noFill/>
        </p:spPr>
        <p:txBody>
          <a:bodyPr wrap="square">
            <a:spAutoFit/>
          </a:bodyPr>
          <a:lstStyle/>
          <a:p>
            <a:r>
              <a:rPr sz="1000" b="1">
                <a:solidFill>
                  <a:srgbClr val="1A1A1A"/>
                </a:solidFill>
                <a:latin typeface="맑은 고딕"/>
                <a:ea typeface="맑은 고딕"/>
              </a:rPr>
              <a:t>내비게이션</a:t>
            </a:r>
          </a:p>
        </p:txBody>
      </p:sp>
      <p:graphicFrame>
        <p:nvGraphicFramePr>
          <p:cNvPr id="6" name="표 2"/>
          <p:cNvGraphicFramePr>
            <a:graphicFrameLocks noGrp="1"/>
          </p:cNvGraphicFramePr>
          <p:nvPr>
            <p:extLst>
              <p:ext uri="{D42A27DB-BD31-4B8C-83A1-F6EECF244321}">
                <p14:modId xmlns:p14="http://schemas.microsoft.com/office/powerpoint/2010/main" val="2970646287"/>
              </p:ext>
            </p:extLst>
          </p:nvPr>
        </p:nvGraphicFramePr>
        <p:xfrm>
          <a:off x="720000" y="1476000"/>
          <a:ext cx="10656000" cy="2913483"/>
        </p:xfrm>
        <a:graphic>
          <a:graphicData uri="http://schemas.openxmlformats.org/drawingml/2006/table">
            <a:tbl>
              <a:tblPr>
                <a:tableStyleId>{5C22544A-7EE6-4342-B048-85BDC9FD1C3A}</a:tableStyleId>
              </a:tblPr>
              <a:tblGrid>
                <a:gridCol w="1224000">
                  <a:extLst>
                    <a:ext uri="{9D8B030D-6E8A-4147-A177-3AD203B41FA5}">
                      <a16:colId xmlns:a16="http://schemas.microsoft.com/office/drawing/2014/main" val="20000"/>
                    </a:ext>
                  </a:extLst>
                </a:gridCol>
                <a:gridCol w="9432000">
                  <a:extLst>
                    <a:ext uri="{9D8B030D-6E8A-4147-A177-3AD203B41FA5}">
                      <a16:colId xmlns:a16="http://schemas.microsoft.com/office/drawing/2014/main" val="20001"/>
                    </a:ext>
                  </a:extLst>
                </a:gridCol>
              </a:tblGrid>
              <a:tr h="273600">
                <a:tc>
                  <a:txBody>
                    <a:bodyPr/>
                    <a:lstStyle/>
                    <a:p>
                      <a:pPr algn="ctr" latinLnBrk="1" marL="0" indent="0">
                        <a:buNone/>
                      </a:pPr>
                      <a:r>
                        <a:rPr lang="en-US" altLang="ko-KR" sz="900" b="1" dirty="0">
                          <a:solidFill>
                            <a:schemeClr val="tx1"/>
                          </a:solidFill>
                          <a:latin typeface="맑은 고딕"/>
                          <a:ea typeface="맑은 고딕"/>
                        </a:rPr>
                        <a:t>구분</a:t>
                      </a: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marL="0" indent="0">
                        <a:buNone/>
                      </a:pPr>
                      <a:r>
                        <a:rPr lang="en-US" altLang="ko-KR" sz="900" b="1" dirty="0">
                          <a:solidFill>
                            <a:schemeClr val="tx1"/>
                          </a:solidFill>
                          <a:latin typeface="맑은 고딕"/>
                          <a:ea typeface="맑은 고딕"/>
                        </a:rPr>
                        <a:t>규칙</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3600">
                <a:tc>
                  <a:txBody>
                    <a:bodyPr/>
                    <a:lstStyle/>
                    <a:p>
                      <a:pPr algn="ctr" latinLnBrk="1" marL="0" indent="0">
                        <a:buNone/>
                      </a:pPr>
                      <a:r>
                        <a:rPr lang="en-US" altLang="ko-KR" sz="850" dirty="0">
                          <a:solidFill>
                            <a:schemeClr val="tx1"/>
                          </a:solidFill>
                          <a:latin typeface="맑은 고딕"/>
                          <a:ea typeface="맑은 고딕"/>
                        </a:rPr>
                        <a:t>공통</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모든 화면이 스마트폰 앱, PC 앱, 웹에서 같은 기능으로 동작한다. 한 기기에서 바꾼 내용은 다른 기기에 바로 보인다</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273600">
                <a:tc>
                  <a:txBody>
                    <a:bodyPr/>
                    <a:lstStyle/>
                    <a:p>
                      <a:pPr algn="ctr" latinLnBrk="1" marL="0" indent="0">
                        <a:buNone/>
                      </a:pPr>
                      <a:r>
                        <a:rPr lang="en-US" altLang="ko-KR" sz="850" dirty="0">
                          <a:solidFill>
                            <a:schemeClr val="tx1"/>
                          </a:solidFill>
                          <a:latin typeface="맑은 고딕"/>
                          <a:ea typeface="맑은 고딕"/>
                        </a:rPr>
                        <a:t>스마트폰 앱</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하단 탭 5개(홈, 일정, 공지, 자료, 내 정보). 자료 올리기는 자료실에서 연다. 서비스 관리자는 내 정보의 관리자 화면 버튼으로 관리 화면을 연다</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273600">
                <a:tc>
                  <a:txBody>
                    <a:bodyPr/>
                    <a:lstStyle/>
                    <a:p>
                      <a:pPr algn="ctr" latinLnBrk="1" marL="0" indent="0">
                        <a:buNone/>
                      </a:pPr>
                      <a:r>
                        <a:rPr lang="en-US" altLang="ko-KR" sz="850" dirty="0">
                          <a:solidFill>
                            <a:schemeClr val="tx1"/>
                          </a:solidFill>
                          <a:latin typeface="맑은 고딕"/>
                          <a:ea typeface="맑은 고딕"/>
                        </a:rPr>
                        <a:t>PC 앱</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왼쪽 메뉴(홈, 일정, 공지, 자료실, 자료 올리기, 내 정보, 관리자). 관리자 메뉴는 서비스 관리자에게만 보인다. 녹화 폴더를 늘 지켜본다</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273600">
                <a:tc>
                  <a:txBody>
                    <a:bodyPr/>
                    <a:lstStyle/>
                    <a:p>
                      <a:pPr algn="ctr" latinLnBrk="1" marL="0" indent="0">
                        <a:buNone/>
                      </a:pPr>
                      <a:r>
                        <a:rPr lang="en-US" altLang="ko-KR" sz="850" dirty="0">
                          <a:solidFill>
                            <a:schemeClr val="tx1"/>
                          </a:solidFill>
                          <a:latin typeface="맑은 고딕"/>
                          <a:ea typeface="맑은 고딕"/>
                        </a:rPr>
                        <a:t>웹</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PC 앱과 같은 배치. 폴더 지정은 Chrome·Edge 에서만 되고 다른 브라우저는 파일 고르기와 끌어다 놓기</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7" name="TextBox 6"/>
          <p:cNvSpPr txBox="1"/>
          <p:nvPr/>
        </p:nvSpPr>
        <p:spPr>
          <a:xfrm>
            <a:off x="720000" y="3096000"/>
            <a:ext cx="5400000" cy="216000"/>
          </a:xfrm>
          <a:prstGeom prst="rect">
            <a:avLst/>
          </a:prstGeom>
          <a:noFill/>
        </p:spPr>
        <p:txBody>
          <a:bodyPr wrap="square">
            <a:spAutoFit/>
          </a:bodyPr>
          <a:lstStyle/>
          <a:p>
            <a:r>
              <a:rPr sz="1000" b="1">
                <a:solidFill>
                  <a:srgbClr val="1A1A1A"/>
                </a:solidFill>
                <a:latin typeface="맑은 고딕"/>
                <a:ea typeface="맑은 고딕"/>
              </a:rPr>
              <a:t>역할별로 보이는 기능 (분기처리)</a:t>
            </a:r>
          </a:p>
        </p:txBody>
      </p:sp>
      <p:graphicFrame>
        <p:nvGraphicFramePr>
          <p:cNvPr id="8" name="표 2"/>
          <p:cNvGraphicFramePr>
            <a:graphicFrameLocks noGrp="1"/>
          </p:cNvGraphicFramePr>
          <p:nvPr>
            <p:extLst>
              <p:ext uri="{D42A27DB-BD31-4B8C-83A1-F6EECF244321}">
                <p14:modId xmlns:p14="http://schemas.microsoft.com/office/powerpoint/2010/main" val="2970646287"/>
              </p:ext>
            </p:extLst>
          </p:nvPr>
        </p:nvGraphicFramePr>
        <p:xfrm>
          <a:off x="720000" y="3348000"/>
          <a:ext cx="10656000" cy="2913483"/>
        </p:xfrm>
        <a:graphic>
          <a:graphicData uri="http://schemas.openxmlformats.org/drawingml/2006/table">
            <a:tbl>
              <a:tblPr>
                <a:tableStyleId>{5C22544A-7EE6-4342-B048-85BDC9FD1C3A}</a:tableStyleId>
              </a:tblPr>
              <a:tblGrid>
                <a:gridCol w="3456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252000">
                <a:tc>
                  <a:txBody>
                    <a:bodyPr/>
                    <a:lstStyle/>
                    <a:p>
                      <a:pPr algn="ctr" latinLnBrk="1" marL="0" indent="0">
                        <a:buNone/>
                      </a:pPr>
                      <a:r>
                        <a:rPr lang="en-US" altLang="ko-KR" sz="900" b="1" dirty="0">
                          <a:solidFill>
                            <a:schemeClr val="tx1"/>
                          </a:solidFill>
                          <a:latin typeface="맑은 고딕"/>
                          <a:ea typeface="맑은 고딕"/>
                        </a:rPr>
                        <a:t>화면</a:t>
                      </a: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marL="0" indent="0">
                        <a:buNone/>
                      </a:pPr>
                      <a:r>
                        <a:rPr lang="en-US" altLang="ko-KR" sz="900" b="1" dirty="0">
                          <a:solidFill>
                            <a:schemeClr val="tx1"/>
                          </a:solidFill>
                          <a:latin typeface="맑은 고딕"/>
                          <a:ea typeface="맑은 고딕"/>
                        </a:rPr>
                        <a:t>서비스 관리자</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marL="0" indent="0">
                        <a:buNone/>
                      </a:pPr>
                      <a:r>
                        <a:rPr lang="en-US" altLang="ko-KR" sz="900" b="1" dirty="0">
                          <a:solidFill>
                            <a:schemeClr val="tx1"/>
                          </a:solidFill>
                          <a:latin typeface="맑은 고딕"/>
                          <a:ea typeface="맑은 고딕"/>
                        </a:rPr>
                        <a:t>팀장</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tabLst/>
                        <a:defRPr/>
                        <a:buNone/>
                      </a:pPr>
                      <a:r>
                        <a:rPr lang="en-US" altLang="ko-KR" sz="900" b="1" dirty="0">
                          <a:solidFill>
                            <a:schemeClr val="tx1"/>
                          </a:solidFill>
                          <a:latin typeface="맑은 고딕"/>
                          <a:ea typeface="맑은 고딕"/>
                        </a:rPr>
                        <a:t>부팀장</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tabLst/>
                        <a:defRPr/>
                        <a:buNone/>
                      </a:pPr>
                      <a:r>
                        <a:rPr lang="en-US" altLang="ko-KR" sz="900" b="1" dirty="0">
                          <a:solidFill>
                            <a:schemeClr val="tx1"/>
                          </a:solidFill>
                          <a:latin typeface="맑은 고딕"/>
                          <a:ea typeface="맑은 고딕"/>
                        </a:rPr>
                        <a:t>회원</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52000">
                <a:tc>
                  <a:txBody>
                    <a:bodyPr/>
                    <a:lstStyle/>
                    <a:p>
                      <a:pPr algn="l" latinLnBrk="1" marL="0" indent="0">
                        <a:buNone/>
                      </a:pPr>
                      <a:r>
                        <a:rPr lang="en-US" altLang="ko-KR" sz="850" dirty="0">
                          <a:solidFill>
                            <a:schemeClr val="tx1"/>
                          </a:solidFill>
                          <a:latin typeface="맑은 고딕"/>
                          <a:ea typeface="맑은 고딕"/>
                        </a:rPr>
                        <a:t>일정 요청 보내기, 재촉</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252000">
                <a:tc>
                  <a:txBody>
                    <a:bodyPr/>
                    <a:lstStyle/>
                    <a:p>
                      <a:pPr algn="l" latinLnBrk="1" marL="0" indent="0">
                        <a:buNone/>
                      </a:pPr>
                      <a:r>
                        <a:rPr lang="en-US" altLang="ko-KR" sz="850" dirty="0">
                          <a:solidFill>
                            <a:schemeClr val="tx1"/>
                          </a:solidFill>
                          <a:latin typeface="맑은 고딕"/>
                          <a:ea typeface="맑은 고딕"/>
                        </a:rPr>
                        <a:t>일정 변경 시작</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252000">
                <a:tc>
                  <a:txBody>
                    <a:bodyPr/>
                    <a:lstStyle/>
                    <a:p>
                      <a:pPr algn="l" latinLnBrk="1" marL="0" indent="0">
                        <a:buNone/>
                      </a:pPr>
                      <a:r>
                        <a:rPr lang="en-US" altLang="ko-KR" sz="850" dirty="0">
                          <a:solidFill>
                            <a:schemeClr val="tx1"/>
                          </a:solidFill>
                          <a:latin typeface="맑은 고딕"/>
                          <a:ea typeface="맑은 고딕"/>
                        </a:rPr>
                        <a:t>공지 쓰기</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O (대상 4종)</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O (부팀장·팀원)</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252000">
                <a:tc>
                  <a:txBody>
                    <a:bodyPr/>
                    <a:lstStyle/>
                    <a:p>
                      <a:pPr algn="l" latinLnBrk="1" marL="0" indent="0">
                        <a:buNone/>
                      </a:pPr>
                      <a:r>
                        <a:rPr lang="en-US" altLang="ko-KR" sz="850" dirty="0">
                          <a:solidFill>
                            <a:schemeClr val="tx1"/>
                          </a:solidFill>
                          <a:latin typeface="맑은 고딕"/>
                          <a:ea typeface="맑은 고딕"/>
                        </a:rPr>
                        <a:t>템플릿 관리</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252000">
                <a:tc>
                  <a:txBody>
                    <a:bodyPr/>
                    <a:lstStyle/>
                    <a:p>
                      <a:pPr algn="l" latinLnBrk="1" marL="0" indent="0">
                        <a:buNone/>
                      </a:pPr>
                      <a:r>
                        <a:rPr lang="en-US" altLang="ko-KR" sz="850" dirty="0">
                          <a:solidFill>
                            <a:schemeClr val="tx1"/>
                          </a:solidFill>
                          <a:latin typeface="맑은 고딕"/>
                          <a:ea typeface="맑은 고딕"/>
                        </a:rPr>
                        <a:t>가능 시간 입력, 투표</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252000">
                <a:tc>
                  <a:txBody>
                    <a:bodyPr/>
                    <a:lstStyle/>
                    <a:p>
                      <a:pPr algn="l" latinLnBrk="1" marL="0" indent="0">
                        <a:buNone/>
                      </a:pPr>
                      <a:r>
                        <a:rPr lang="en-US" altLang="ko-KR" sz="850" dirty="0">
                          <a:solidFill>
                            <a:schemeClr val="tx1"/>
                          </a:solidFill>
                          <a:latin typeface="맑은 고딕"/>
                          <a:ea typeface="맑은 고딕"/>
                        </a:rPr>
                        <a:t>자료실, 자료 올리기</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252000">
                <a:tc>
                  <a:txBody>
                    <a:bodyPr/>
                    <a:lstStyle/>
                    <a:p>
                      <a:pPr algn="l" latinLnBrk="1" marL="0" indent="0">
                        <a:buNone/>
                      </a:pPr>
                      <a:r>
                        <a:rPr lang="en-US" altLang="ko-KR" sz="850" dirty="0">
                          <a:solidFill>
                            <a:schemeClr val="tx1"/>
                          </a:solidFill>
                          <a:latin typeface="맑은 고딕"/>
                          <a:ea typeface="맑은 고딕"/>
                        </a:rPr>
                        <a:t>서비스 관리자 화면</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en-US" altLang="ko-KR" sz="850" dirty="0">
                          <a:solidFill>
                            <a:schemeClr val="tx1"/>
                          </a:solidFill>
                          <a:latin typeface="맑은 고딕"/>
                          <a:ea typeface="맑은 고딕"/>
                        </a:rPr>
                        <a:t>-</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marL="0" indent="0">
                        <a:buNone/>
                      </a:pPr>
                      <a:r>
                        <a:rPr lang="ko-KR" altLang="en-US" sz="850" dirty="0">
                          <a:solidFill>
                            <a:schemeClr val="tx1"/>
                          </a:solidFill>
                          <a:latin typeface="맑은 고딕"/>
                          <a:ea typeface="맑은 고딕"/>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9" name="TextBox 7"/>
          <p:cNvSpPr txBox="1"/>
          <p:nvPr/>
        </p:nvSpPr>
        <p:spPr>
          <a:xfrm>
            <a:off x="720000" y="5508000"/>
            <a:ext cx="10656000" cy="360000"/>
          </a:xfrm>
          <a:prstGeom prst="rect">
            <a:avLst/>
          </a:prstGeom>
          <a:noFill/>
        </p:spPr>
        <p:txBody>
          <a:bodyPr wrap="square">
            <a:spAutoFit/>
          </a:bodyPr>
          <a:lstStyle/>
          <a:p>
            <a:r>
              <a:rPr sz="900" b="0">
                <a:solidFill>
                  <a:srgbClr val="404040"/>
                </a:solidFill>
                <a:latin typeface="맑은 고딕"/>
                <a:ea typeface="맑은 고딕"/>
              </a:rPr>
              <a:t>서비스 관리자는 팀 역할(팀장, 부팀장, 회원)과 겹칠 수 있다. 겹치면 두 역할의 기능을 모두 쓴다. 예시 데이터는 홍길동 = 서비스 관리자 + 팀장, 이영희 = 부팀장, 김철수·박민수 = 회원이다.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공통 가이드 · 알림 정책과 공통 상태</a:t>
            </a:r>
          </a:p>
        </p:txBody>
      </p:sp>
      <p:sp>
        <p:nvSpPr>
          <p:cNvPr id="4"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7</a:t>
            </a:r>
          </a:p>
        </p:txBody>
      </p:sp>
      <p:sp>
        <p:nvSpPr>
          <p:cNvPr id="5" name="TextBox 5"/>
          <p:cNvSpPr txBox="1"/>
          <p:nvPr/>
        </p:nvSpPr>
        <p:spPr>
          <a:xfrm>
            <a:off x="720000" y="1224000"/>
            <a:ext cx="5400000" cy="216000"/>
          </a:xfrm>
          <a:prstGeom prst="rect">
            <a:avLst/>
          </a:prstGeom>
          <a:noFill/>
        </p:spPr>
        <p:txBody>
          <a:bodyPr wrap="square">
            <a:spAutoFit/>
          </a:bodyPr>
          <a:lstStyle/>
          <a:p>
            <a:r>
              <a:rPr sz="1000" b="1">
                <a:solidFill>
                  <a:srgbClr val="1A1A1A"/>
                </a:solidFill>
                <a:latin typeface="맑은 고딕"/>
                <a:ea typeface="맑은 고딕"/>
              </a:rPr>
              <a:t>알림 정책</a:t>
            </a:r>
          </a:p>
        </p:txBody>
      </p:sp>
      <p:graphicFrame>
        <p:nvGraphicFramePr>
          <p:cNvPr id="6" name="표 2"/>
          <p:cNvGraphicFramePr>
            <a:graphicFrameLocks noGrp="1"/>
          </p:cNvGraphicFramePr>
          <p:nvPr>
            <p:extLst>
              <p:ext uri="{D42A27DB-BD31-4B8C-83A1-F6EECF244321}">
                <p14:modId xmlns:p14="http://schemas.microsoft.com/office/powerpoint/2010/main" val="2970646287"/>
              </p:ext>
            </p:extLst>
          </p:nvPr>
        </p:nvGraphicFramePr>
        <p:xfrm>
          <a:off x="720000" y="1476000"/>
          <a:ext cx="10656000" cy="2913483"/>
        </p:xfrm>
        <a:graphic>
          <a:graphicData uri="http://schemas.openxmlformats.org/drawingml/2006/table">
            <a:tbl>
              <a:tblPr>
                <a:tableStyleId>{5C22544A-7EE6-4342-B048-85BDC9FD1C3A}</a:tableStyleId>
              </a:tblPr>
              <a:tblGrid>
                <a:gridCol w="2880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gridCol w="3816000">
                  <a:extLst>
                    <a:ext uri="{9D8B030D-6E8A-4147-A177-3AD203B41FA5}">
                      <a16:colId xmlns:a16="http://schemas.microsoft.com/office/drawing/2014/main" val="20004"/>
                    </a:ext>
                  </a:extLst>
                </a:gridCol>
              </a:tblGrid>
              <a:tr h="288000">
                <a:tc>
                  <a:txBody>
                    <a:bodyPr/>
                    <a:lstStyle/>
                    <a:p>
                      <a:pPr algn="ctr" latinLnBrk="1" marL="0" indent="0">
                        <a:buNone/>
                      </a:pPr>
                      <a:r>
                        <a:rPr lang="en-US" altLang="ko-KR" sz="900" b="1" dirty="0">
                          <a:solidFill>
                            <a:schemeClr val="tx1"/>
                          </a:solidFill>
                          <a:latin typeface="맑은 고딕"/>
                          <a:ea typeface="맑은 고딕"/>
                        </a:rPr>
                        <a:t>알림</a:t>
                      </a: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marL="0" indent="0">
                        <a:buNone/>
                      </a:pPr>
                      <a:r>
                        <a:rPr lang="en-US" altLang="ko-KR" sz="900" b="1" dirty="0">
                          <a:solidFill>
                            <a:schemeClr val="tx1"/>
                          </a:solidFill>
                          <a:latin typeface="맑은 고딕"/>
                          <a:ea typeface="맑은 고딕"/>
                        </a:rPr>
                        <a:t>받는 사람</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marL="0" indent="0">
                        <a:buNone/>
                      </a:pPr>
                      <a:r>
                        <a:rPr lang="en-US" altLang="ko-KR" sz="900" b="1" dirty="0">
                          <a:solidFill>
                            <a:schemeClr val="tx1"/>
                          </a:solidFill>
                          <a:latin typeface="맑은 고딕"/>
                          <a:ea typeface="맑은 고딕"/>
                        </a:rPr>
                        <a:t>앱 안</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tabLst/>
                        <a:defRPr/>
                        <a:buNone/>
                      </a:pPr>
                      <a:r>
                        <a:rPr lang="en-US" altLang="ko-KR" sz="900" b="1" dirty="0">
                          <a:solidFill>
                            <a:schemeClr val="tx1"/>
                          </a:solidFill>
                          <a:latin typeface="맑은 고딕"/>
                          <a:ea typeface="맑은 고딕"/>
                        </a:rPr>
                        <a:t>디스코드</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88000">
                <a:tc>
                  <a:txBody>
                    <a:bodyPr/>
                    <a:lstStyle/>
                    <a:p>
                      <a:pPr algn="l" latinLnBrk="1" marL="0" indent="0">
                        <a:buNone/>
                      </a:pPr>
                      <a:r>
                        <a:rPr lang="en-US" altLang="ko-KR" sz="850" dirty="0">
                          <a:solidFill>
                            <a:schemeClr val="tx1"/>
                          </a:solidFill>
                          <a:latin typeface="맑은 고딕"/>
                          <a:ea typeface="맑은 고딕"/>
                        </a:rPr>
                        <a:t>일정 입력 요청</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참여자</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팀 공지방</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288000">
                <a:tc>
                  <a:txBody>
                    <a:bodyPr/>
                    <a:lstStyle/>
                    <a:p>
                      <a:pPr algn="l" latinLnBrk="1" marL="0" indent="0">
                        <a:buNone/>
                      </a:pPr>
                      <a:r>
                        <a:rPr lang="en-US" altLang="ko-KR" sz="850" dirty="0">
                          <a:solidFill>
                            <a:schemeClr val="tx1"/>
                          </a:solidFill>
                          <a:latin typeface="맑은 고딕"/>
                          <a:ea typeface="맑은 고딕"/>
                        </a:rPr>
                        <a:t>후보 시간 나옴</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참여자</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팀 공지방</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288000">
                <a:tc>
                  <a:txBody>
                    <a:bodyPr/>
                    <a:lstStyle/>
                    <a:p>
                      <a:pPr algn="l" latinLnBrk="1" marL="0" indent="0">
                        <a:buNone/>
                      </a:pPr>
                      <a:r>
                        <a:rPr lang="en-US" altLang="ko-KR" sz="850" dirty="0">
                          <a:solidFill>
                            <a:schemeClr val="tx1"/>
                          </a:solidFill>
                          <a:latin typeface="맑은 고딕"/>
                          <a:ea typeface="맑은 고딕"/>
                        </a:rPr>
                        <a:t>일정 확정</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팀 전체</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팀 공지방, 자동 공지</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288000">
                <a:tc>
                  <a:txBody>
                    <a:bodyPr/>
                    <a:lstStyle/>
                    <a:p>
                      <a:pPr algn="l" latinLnBrk="1" marL="0" indent="0">
                        <a:buNone/>
                      </a:pPr>
                      <a:r>
                        <a:rPr lang="en-US" altLang="ko-KR" sz="850" dirty="0">
                          <a:solidFill>
                            <a:schemeClr val="tx1"/>
                          </a:solidFill>
                          <a:latin typeface="맑은 고딕"/>
                          <a:ea typeface="맑은 고딕"/>
                        </a:rPr>
                        <a:t>일정 변경, 다시 투표</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참여자 전원</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팀 공지방</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288000">
                <a:tc>
                  <a:txBody>
                    <a:bodyPr/>
                    <a:lstStyle/>
                    <a:p>
                      <a:pPr algn="l" latinLnBrk="1" marL="0" indent="0">
                        <a:buNone/>
                      </a:pPr>
                      <a:r>
                        <a:rPr lang="en-US" altLang="ko-KR" sz="850" dirty="0">
                          <a:solidFill>
                            <a:schemeClr val="tx1"/>
                          </a:solidFill>
                          <a:latin typeface="맑은 고딕"/>
                          <a:ea typeface="맑은 고딕"/>
                        </a:rPr>
                        <a:t>자료 올라옴</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팀 전체</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buNone/>
                      </a:pPr>
                      <a:r>
                        <a:rPr lang="ko-KR" altLang="en-US" sz="850" dirty="0">
                          <a:solidFill>
                            <a:schemeClr val="tx1"/>
                          </a:solidFill>
                          <a:latin typeface="맑은 고딕"/>
                          <a:ea typeface="맑은 고딕"/>
                        </a:rPr>
                        <a:t>O</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latinLnBrk="1" marL="0" indent="0">
                        <a:buNone/>
                      </a:pPr>
                      <a:r>
                        <a:rPr lang="en-US" altLang="ko-KR" sz="850" dirty="0">
                          <a:solidFill>
                            <a:schemeClr val="tx1"/>
                          </a:solidFill>
                          <a:latin typeface="맑은 고딕"/>
                          <a:ea typeface="맑은 고딕"/>
                        </a:rPr>
                        <a:t>공지를 보낼 때만</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7" name="TextBox 6"/>
          <p:cNvSpPr txBox="1"/>
          <p:nvPr/>
        </p:nvSpPr>
        <p:spPr>
          <a:xfrm>
            <a:off x="720000" y="3528000"/>
            <a:ext cx="10656000" cy="1440000"/>
          </a:xfrm>
          <a:prstGeom prst="rect">
            <a:avLst/>
          </a:prstGeom>
          <a:noFill/>
        </p:spPr>
        <p:txBody>
          <a:bodyPr wrap="square">
            <a:spAutoFit/>
          </a:bodyPr>
          <a:lstStyle/>
          <a:p>
            <a:r>
              <a:rPr sz="950" b="0">
                <a:solidFill>
                  <a:srgbClr val="333333"/>
                </a:solidFill>
                <a:latin typeface="맑은 고딕"/>
                <a:ea typeface="맑은 고딕"/>
              </a:rPr>
              <a:t>알림은 앱 안의 알림 목록과 디스코드 공지방 두 곳이다. 휴대폰과 PC 알림은 디스코드 앱이 띄운다(R-02).</a:t>
            </a:r>
          </a:p>
          <a:p>
            <a:r>
              <a:rPr sz="950" b="0">
                <a:solidFill>
                  <a:srgbClr val="333333"/>
                </a:solidFill>
                <a:latin typeface="맑은 고딕"/>
                <a:ea typeface="맑은 고딕"/>
              </a:rPr>
              <a:t>알림을 한 기기에서 읽으면 다른 기기에서도 읽음이 된다.</a:t>
            </a:r>
          </a:p>
          <a:p>
            <a:r>
              <a:rPr sz="950" b="0">
                <a:solidFill>
                  <a:srgbClr val="333333"/>
                </a:solidFill>
                <a:latin typeface="맑은 고딕"/>
                <a:ea typeface="맑은 고딕"/>
              </a:rPr>
              <a:t>팝업은 확인형, 위험 확인형, 입력형, 선택형, 토스트 다섯 가지만 쓴다(R-03).</a:t>
            </a:r>
          </a:p>
          <a:p>
            <a:r>
              <a:rPr sz="950" b="0">
                <a:solidFill>
                  <a:srgbClr val="333333"/>
                </a:solidFill>
                <a:latin typeface="맑은 고딕"/>
                <a:ea typeface="맑은 고딕"/>
              </a:rPr>
              <a:t>목록 화면은 불러오는 중, 빈 목록, 오류, 권한 없음 네 상태를 가진다(R-04).</a:t>
            </a:r>
          </a:p>
          <a:p>
            <a:r>
              <a:rPr sz="950" b="0">
                <a:solidFill>
                  <a:srgbClr val="333333"/>
                </a:solidFill>
                <a:latin typeface="맑은 고딕"/>
                <a:ea typeface="맑은 고딕"/>
              </a:rPr>
              <a:t>되돌리기 어려운 동작(일정 변경, 로그아웃)은 빨간 글자 버튼과 위험 확인형 팝업을 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User flow</a:t>
            </a:r>
          </a:p>
        </p:txBody>
      </p:sp>
      <p:sp>
        <p:nvSpPr>
          <p:cNvPr id="4"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8</a:t>
            </a:r>
          </a:p>
        </p:txBody>
      </p:sp>
      <p:sp>
        <p:nvSpPr>
          <p:cNvPr id="5" name="Rectangle 5"/>
          <p:cNvSpPr/>
          <p:nvPr/>
        </p:nvSpPr>
        <p:spPr>
          <a:xfrm>
            <a:off x="432000" y="1368000"/>
            <a:ext cx="1152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6"/>
          <p:cNvSpPr/>
          <p:nvPr/>
        </p:nvSpPr>
        <p:spPr>
          <a:xfrm>
            <a:off x="432000" y="1692000"/>
            <a:ext cx="1152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7"/>
          <p:cNvSpPr/>
          <p:nvPr/>
        </p:nvSpPr>
        <p:spPr>
          <a:xfrm>
            <a:off x="1584000" y="1368000"/>
            <a:ext cx="2547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8"/>
          <p:cNvSpPr/>
          <p:nvPr/>
        </p:nvSpPr>
        <p:spPr>
          <a:xfrm>
            <a:off x="1584000" y="1692000"/>
            <a:ext cx="2547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9"/>
          <p:cNvSpPr txBox="1"/>
          <p:nvPr/>
        </p:nvSpPr>
        <p:spPr>
          <a:xfrm>
            <a:off x="1638000" y="1425600"/>
            <a:ext cx="2439000" cy="216000"/>
          </a:xfrm>
          <a:prstGeom prst="rect">
            <a:avLst/>
          </a:prstGeom>
          <a:noFill/>
        </p:spPr>
        <p:txBody>
          <a:bodyPr wrap="square">
            <a:spAutoFit/>
          </a:bodyPr>
          <a:lstStyle/>
          <a:p>
            <a:r>
              <a:rPr sz="900" b="1">
                <a:solidFill>
                  <a:srgbClr val="1A1A1A"/>
                </a:solidFill>
                <a:latin typeface="맑은 고딕"/>
                <a:ea typeface="맑은 고딕"/>
              </a:rPr>
              <a:t>1 STEP. 요청</a:t>
            </a:r>
          </a:p>
        </p:txBody>
      </p:sp>
      <p:sp>
        <p:nvSpPr>
          <p:cNvPr id="10" name="Rectangle 10"/>
          <p:cNvSpPr/>
          <p:nvPr/>
        </p:nvSpPr>
        <p:spPr>
          <a:xfrm>
            <a:off x="4131000" y="1368000"/>
            <a:ext cx="2547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1"/>
          <p:cNvSpPr/>
          <p:nvPr/>
        </p:nvSpPr>
        <p:spPr>
          <a:xfrm>
            <a:off x="4131000" y="1692000"/>
            <a:ext cx="2547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2"/>
          <p:cNvSpPr txBox="1"/>
          <p:nvPr/>
        </p:nvSpPr>
        <p:spPr>
          <a:xfrm>
            <a:off x="4185000" y="1425600"/>
            <a:ext cx="2439000" cy="216000"/>
          </a:xfrm>
          <a:prstGeom prst="rect">
            <a:avLst/>
          </a:prstGeom>
          <a:noFill/>
        </p:spPr>
        <p:txBody>
          <a:bodyPr wrap="square">
            <a:spAutoFit/>
          </a:bodyPr>
          <a:lstStyle/>
          <a:p>
            <a:r>
              <a:rPr sz="900" b="1">
                <a:solidFill>
                  <a:srgbClr val="1A1A1A"/>
                </a:solidFill>
                <a:latin typeface="맑은 고딕"/>
                <a:ea typeface="맑은 고딕"/>
              </a:rPr>
              <a:t>2 STEP. 가능 시간 입력</a:t>
            </a:r>
          </a:p>
        </p:txBody>
      </p:sp>
      <p:sp>
        <p:nvSpPr>
          <p:cNvPr id="13" name="Rectangle 13"/>
          <p:cNvSpPr/>
          <p:nvPr/>
        </p:nvSpPr>
        <p:spPr>
          <a:xfrm>
            <a:off x="6678000" y="1368000"/>
            <a:ext cx="2547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4"/>
          <p:cNvSpPr/>
          <p:nvPr/>
        </p:nvSpPr>
        <p:spPr>
          <a:xfrm>
            <a:off x="6678000" y="1692000"/>
            <a:ext cx="2547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5"/>
          <p:cNvSpPr txBox="1"/>
          <p:nvPr/>
        </p:nvSpPr>
        <p:spPr>
          <a:xfrm>
            <a:off x="6732000" y="1425600"/>
            <a:ext cx="2439000" cy="216000"/>
          </a:xfrm>
          <a:prstGeom prst="rect">
            <a:avLst/>
          </a:prstGeom>
          <a:noFill/>
        </p:spPr>
        <p:txBody>
          <a:bodyPr wrap="square">
            <a:spAutoFit/>
          </a:bodyPr>
          <a:lstStyle/>
          <a:p>
            <a:r>
              <a:rPr sz="900" b="1">
                <a:solidFill>
                  <a:srgbClr val="1A1A1A"/>
                </a:solidFill>
                <a:latin typeface="맑은 고딕"/>
                <a:ea typeface="맑은 고딕"/>
              </a:rPr>
              <a:t>3 STEP. 투표</a:t>
            </a:r>
          </a:p>
        </p:txBody>
      </p:sp>
      <p:sp>
        <p:nvSpPr>
          <p:cNvPr id="16" name="Rectangle 16"/>
          <p:cNvSpPr/>
          <p:nvPr/>
        </p:nvSpPr>
        <p:spPr>
          <a:xfrm>
            <a:off x="9225000" y="1368000"/>
            <a:ext cx="2547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7"/>
          <p:cNvSpPr/>
          <p:nvPr/>
        </p:nvSpPr>
        <p:spPr>
          <a:xfrm>
            <a:off x="9225000" y="1692000"/>
            <a:ext cx="2547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8"/>
          <p:cNvSpPr txBox="1"/>
          <p:nvPr/>
        </p:nvSpPr>
        <p:spPr>
          <a:xfrm>
            <a:off x="9279000" y="1425600"/>
            <a:ext cx="2439000" cy="216000"/>
          </a:xfrm>
          <a:prstGeom prst="rect">
            <a:avLst/>
          </a:prstGeom>
          <a:noFill/>
        </p:spPr>
        <p:txBody>
          <a:bodyPr wrap="square">
            <a:spAutoFit/>
          </a:bodyPr>
          <a:lstStyle/>
          <a:p>
            <a:r>
              <a:rPr sz="900" b="1">
                <a:solidFill>
                  <a:srgbClr val="1A1A1A"/>
                </a:solidFill>
                <a:latin typeface="맑은 고딕"/>
                <a:ea typeface="맑은 고딕"/>
              </a:rPr>
              <a:t>4 STEP. 확정과 변경</a:t>
            </a:r>
          </a:p>
        </p:txBody>
      </p:sp>
      <p:sp>
        <p:nvSpPr>
          <p:cNvPr id="19" name="TextBox 19"/>
          <p:cNvSpPr txBox="1"/>
          <p:nvPr/>
        </p:nvSpPr>
        <p:spPr>
          <a:xfrm>
            <a:off x="468000" y="3780000"/>
            <a:ext cx="1080000" cy="432000"/>
          </a:xfrm>
          <a:prstGeom prst="rect">
            <a:avLst/>
          </a:prstGeom>
          <a:noFill/>
        </p:spPr>
        <p:txBody>
          <a:bodyPr wrap="square">
            <a:spAutoFit/>
          </a:bodyPr>
          <a:lstStyle/>
          <a:p>
            <a:pPr algn="ctr"/>
            <a:r>
              <a:rPr sz="950" b="1">
                <a:solidFill>
                  <a:srgbClr val="1A1A1A"/>
                </a:solidFill>
                <a:latin typeface="맑은 고딕"/>
                <a:ea typeface="맑은 고딕"/>
              </a:rPr>
              <a:t>일정 조율</a:t>
            </a:r>
          </a:p>
          <a:p>
            <a:pPr algn="ctr"/>
            <a:r>
              <a:rPr sz="950" b="1">
                <a:solidFill>
                  <a:srgbClr val="1A1A1A"/>
                </a:solidFill>
                <a:latin typeface="맑은 고딕"/>
                <a:ea typeface="맑은 고딕"/>
              </a:rPr>
              <a:t>User flow</a:t>
            </a:r>
          </a:p>
        </p:txBody>
      </p:sp>
      <p:sp>
        <p:nvSpPr>
          <p:cNvPr id="20" name="Terminator 20"/>
          <p:cNvSpPr/>
          <p:nvPr/>
        </p:nvSpPr>
        <p:spPr>
          <a:xfrm>
            <a:off x="2245500" y="1872000"/>
            <a:ext cx="1224000" cy="288000"/>
          </a:xfrm>
          <a:prstGeom prst="flowChartTerminator">
            <a:avLst/>
          </a:prstGeom>
          <a:solidFill>
            <a:srgbClr val="D9D9D9"/>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START</a:t>
            </a:r>
          </a:p>
        </p:txBody>
      </p:sp>
      <p:sp>
        <p:nvSpPr>
          <p:cNvPr id="21" name="Process 21"/>
          <p:cNvSpPr/>
          <p:nvPr/>
        </p:nvSpPr>
        <p:spPr>
          <a:xfrm>
            <a:off x="2245500" y="2340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팀장이 일정 요청 만들기</a:t>
            </a:r>
          </a:p>
        </p:txBody>
      </p:sp>
      <p:sp>
        <p:nvSpPr>
          <p:cNvPr id="22" name="Process 22"/>
          <p:cNvSpPr/>
          <p:nvPr/>
        </p:nvSpPr>
        <p:spPr>
          <a:xfrm>
            <a:off x="2245500" y="2808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대상 주와 진행 예상 시간 정하기</a:t>
            </a:r>
          </a:p>
        </p:txBody>
      </p:sp>
      <p:sp>
        <p:nvSpPr>
          <p:cNvPr id="23" name="Process 23"/>
          <p:cNvSpPr/>
          <p:nvPr/>
        </p:nvSpPr>
        <p:spPr>
          <a:xfrm>
            <a:off x="2245500" y="3276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요청 보내기</a:t>
            </a:r>
          </a:p>
        </p:txBody>
      </p:sp>
      <p:sp>
        <p:nvSpPr>
          <p:cNvPr id="24" name="Process 24"/>
          <p:cNvSpPr/>
          <p:nvPr/>
        </p:nvSpPr>
        <p:spPr>
          <a:xfrm>
            <a:off x="2245500" y="3744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참여자에게 알림 (앱, 디스코드)</a:t>
            </a:r>
          </a:p>
        </p:txBody>
      </p:sp>
      <p:cxnSp>
        <p:nvCxnSpPr>
          <p:cNvPr id="25" name="Connector 25"/>
          <p:cNvCxnSpPr/>
          <p:nvPr/>
        </p:nvCxnSpPr>
        <p:spPr>
          <a:xfrm>
            <a:off x="2857500"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6" name="Connector 26"/>
          <p:cNvCxnSpPr/>
          <p:nvPr/>
        </p:nvCxnSpPr>
        <p:spPr>
          <a:xfrm>
            <a:off x="2857500" y="2628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Connector 27"/>
          <p:cNvCxnSpPr/>
          <p:nvPr/>
        </p:nvCxnSpPr>
        <p:spPr>
          <a:xfrm>
            <a:off x="2857500" y="309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8"/>
          <p:cNvCxnSpPr/>
          <p:nvPr/>
        </p:nvCxnSpPr>
        <p:spPr>
          <a:xfrm>
            <a:off x="2857500" y="3564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Process 29"/>
          <p:cNvSpPr/>
          <p:nvPr/>
        </p:nvSpPr>
        <p:spPr>
          <a:xfrm>
            <a:off x="4792500" y="1872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안 되는 날, 바뀔 수도 있는 날 표시</a:t>
            </a:r>
          </a:p>
        </p:txBody>
      </p:sp>
      <p:sp>
        <p:nvSpPr>
          <p:cNvPr id="30" name="Process 30"/>
          <p:cNvSpPr/>
          <p:nvPr/>
        </p:nvSpPr>
        <p:spPr>
          <a:xfrm>
            <a:off x="4792500" y="2340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되는 날의 시간 정하기</a:t>
            </a:r>
          </a:p>
        </p:txBody>
      </p:sp>
      <p:sp>
        <p:nvSpPr>
          <p:cNvPr id="31" name="Process 31"/>
          <p:cNvSpPr/>
          <p:nvPr/>
        </p:nvSpPr>
        <p:spPr>
          <a:xfrm>
            <a:off x="4792500" y="2808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제출</a:t>
            </a:r>
          </a:p>
        </p:txBody>
      </p:sp>
      <p:sp>
        <p:nvSpPr>
          <p:cNvPr id="32" name="Decision 32"/>
          <p:cNvSpPr/>
          <p:nvPr/>
        </p:nvSpPr>
        <p:spPr>
          <a:xfrm>
            <a:off x="4720500" y="3276000"/>
            <a:ext cx="1368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전원 제출?</a:t>
            </a:r>
          </a:p>
        </p:txBody>
      </p:sp>
      <p:sp>
        <p:nvSpPr>
          <p:cNvPr id="33" name="Process 33"/>
          <p:cNvSpPr/>
          <p:nvPr/>
        </p:nvSpPr>
        <p:spPr>
          <a:xfrm>
            <a:off x="4792500" y="3852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후보 시간 산출</a:t>
            </a:r>
          </a:p>
        </p:txBody>
      </p:sp>
      <p:sp>
        <p:nvSpPr>
          <p:cNvPr id="34" name="Process 34"/>
          <p:cNvSpPr/>
          <p:nvPr/>
        </p:nvSpPr>
        <p:spPr>
          <a:xfrm>
            <a:off x="4792500" y="4320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마감 전 재촉 알림</a:t>
            </a:r>
          </a:p>
        </p:txBody>
      </p:sp>
      <p:cxnSp>
        <p:nvCxnSpPr>
          <p:cNvPr id="35" name="Connector 35"/>
          <p:cNvCxnSpPr/>
          <p:nvPr/>
        </p:nvCxnSpPr>
        <p:spPr>
          <a:xfrm>
            <a:off x="5404500"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6" name="Connector 36"/>
          <p:cNvCxnSpPr/>
          <p:nvPr/>
        </p:nvCxnSpPr>
        <p:spPr>
          <a:xfrm>
            <a:off x="5404500" y="2628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7" name="Connector 37"/>
          <p:cNvCxnSpPr/>
          <p:nvPr/>
        </p:nvCxnSpPr>
        <p:spPr>
          <a:xfrm>
            <a:off x="5404500" y="309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8" name="Connector 38"/>
          <p:cNvCxnSpPr/>
          <p:nvPr/>
        </p:nvCxnSpPr>
        <p:spPr>
          <a:xfrm>
            <a:off x="5404500" y="3672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TextBox 39"/>
          <p:cNvSpPr txBox="1"/>
          <p:nvPr/>
        </p:nvSpPr>
        <p:spPr>
          <a:xfrm>
            <a:off x="5422500" y="3643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40" name="Connector 40"/>
          <p:cNvCxnSpPr/>
          <p:nvPr/>
        </p:nvCxnSpPr>
        <p:spPr>
          <a:xfrm>
            <a:off x="6088500" y="3474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41" name="Connector 41"/>
          <p:cNvCxnSpPr/>
          <p:nvPr/>
        </p:nvCxnSpPr>
        <p:spPr>
          <a:xfrm>
            <a:off x="6196500" y="3474000"/>
            <a:ext cx="0" cy="990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42" name="Connector 42"/>
          <p:cNvCxnSpPr/>
          <p:nvPr/>
        </p:nvCxnSpPr>
        <p:spPr>
          <a:xfrm flipH="1">
            <a:off x="6016500" y="4464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43" name="TextBox 43"/>
          <p:cNvSpPr txBox="1"/>
          <p:nvPr/>
        </p:nvSpPr>
        <p:spPr>
          <a:xfrm>
            <a:off x="6070500" y="3312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cxnSp>
        <p:nvCxnSpPr>
          <p:cNvPr id="44" name="Connector 44"/>
          <p:cNvCxnSpPr/>
          <p:nvPr/>
        </p:nvCxnSpPr>
        <p:spPr>
          <a:xfrm>
            <a:off x="5404500" y="414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45" name="Process 45"/>
          <p:cNvSpPr/>
          <p:nvPr/>
        </p:nvSpPr>
        <p:spPr>
          <a:xfrm>
            <a:off x="7339500" y="1872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후보 시간 알림</a:t>
            </a:r>
          </a:p>
        </p:txBody>
      </p:sp>
      <p:sp>
        <p:nvSpPr>
          <p:cNvPr id="46" name="Process 46"/>
          <p:cNvSpPr/>
          <p:nvPr/>
        </p:nvSpPr>
        <p:spPr>
          <a:xfrm>
            <a:off x="7339500" y="2340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후보에 투표 (여러 개)</a:t>
            </a:r>
          </a:p>
        </p:txBody>
      </p:sp>
      <p:sp>
        <p:nvSpPr>
          <p:cNvPr id="47" name="Decision 47"/>
          <p:cNvSpPr/>
          <p:nvPr/>
        </p:nvSpPr>
        <p:spPr>
          <a:xfrm>
            <a:off x="7267500" y="2808000"/>
            <a:ext cx="1368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전원 투표?</a:t>
            </a:r>
          </a:p>
        </p:txBody>
      </p:sp>
      <p:sp>
        <p:nvSpPr>
          <p:cNvPr id="48" name="Process 48"/>
          <p:cNvSpPr/>
          <p:nvPr/>
        </p:nvSpPr>
        <p:spPr>
          <a:xfrm>
            <a:off x="7339500" y="3384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최다 득표로 확정</a:t>
            </a:r>
          </a:p>
        </p:txBody>
      </p:sp>
      <p:sp>
        <p:nvSpPr>
          <p:cNvPr id="49" name="Process 49"/>
          <p:cNvSpPr/>
          <p:nvPr/>
        </p:nvSpPr>
        <p:spPr>
          <a:xfrm>
            <a:off x="7339500" y="3852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투표 기다리기</a:t>
            </a:r>
          </a:p>
        </p:txBody>
      </p:sp>
      <p:cxnSp>
        <p:nvCxnSpPr>
          <p:cNvPr id="50" name="Connector 50"/>
          <p:cNvCxnSpPr/>
          <p:nvPr/>
        </p:nvCxnSpPr>
        <p:spPr>
          <a:xfrm>
            <a:off x="7951500"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1" name="Connector 51"/>
          <p:cNvCxnSpPr/>
          <p:nvPr/>
        </p:nvCxnSpPr>
        <p:spPr>
          <a:xfrm>
            <a:off x="7951500" y="2628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2" name="Connector 52"/>
          <p:cNvCxnSpPr/>
          <p:nvPr/>
        </p:nvCxnSpPr>
        <p:spPr>
          <a:xfrm>
            <a:off x="7951500" y="3204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53" name="TextBox 53"/>
          <p:cNvSpPr txBox="1"/>
          <p:nvPr/>
        </p:nvSpPr>
        <p:spPr>
          <a:xfrm>
            <a:off x="7969500" y="3175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54" name="Connector 54"/>
          <p:cNvCxnSpPr/>
          <p:nvPr/>
        </p:nvCxnSpPr>
        <p:spPr>
          <a:xfrm>
            <a:off x="8635500" y="3006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5" name="Connector 55"/>
          <p:cNvCxnSpPr/>
          <p:nvPr/>
        </p:nvCxnSpPr>
        <p:spPr>
          <a:xfrm>
            <a:off x="8743500" y="3006000"/>
            <a:ext cx="0" cy="990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6" name="Connector 56"/>
          <p:cNvCxnSpPr/>
          <p:nvPr/>
        </p:nvCxnSpPr>
        <p:spPr>
          <a:xfrm flipH="1">
            <a:off x="8563500" y="3996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57" name="TextBox 57"/>
          <p:cNvSpPr txBox="1"/>
          <p:nvPr/>
        </p:nvSpPr>
        <p:spPr>
          <a:xfrm>
            <a:off x="8617500" y="2844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cxnSp>
        <p:nvCxnSpPr>
          <p:cNvPr id="58" name="Connector 58"/>
          <p:cNvCxnSpPr/>
          <p:nvPr/>
        </p:nvCxnSpPr>
        <p:spPr>
          <a:xfrm>
            <a:off x="7951500" y="3672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59" name="Process 59"/>
          <p:cNvSpPr/>
          <p:nvPr/>
        </p:nvSpPr>
        <p:spPr>
          <a:xfrm>
            <a:off x="9886500" y="1872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디스코드 자동 공지</a:t>
            </a:r>
          </a:p>
        </p:txBody>
      </p:sp>
      <p:sp>
        <p:nvSpPr>
          <p:cNvPr id="60" name="Process 60"/>
          <p:cNvSpPr/>
          <p:nvPr/>
        </p:nvSpPr>
        <p:spPr>
          <a:xfrm>
            <a:off x="9886500" y="2340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확정 일정 보기</a:t>
            </a:r>
          </a:p>
        </p:txBody>
      </p:sp>
      <p:sp>
        <p:nvSpPr>
          <p:cNvPr id="61" name="Decision 61"/>
          <p:cNvSpPr/>
          <p:nvPr/>
        </p:nvSpPr>
        <p:spPr>
          <a:xfrm>
            <a:off x="9814500" y="2808000"/>
            <a:ext cx="1368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팀장이 변경 시작?</a:t>
            </a:r>
          </a:p>
        </p:txBody>
      </p:sp>
      <p:sp>
        <p:nvSpPr>
          <p:cNvPr id="62" name="Process 62"/>
          <p:cNvSpPr/>
          <p:nvPr/>
        </p:nvSpPr>
        <p:spPr>
          <a:xfrm>
            <a:off x="9886500" y="3384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이전 확정 취소</a:t>
            </a:r>
          </a:p>
        </p:txBody>
      </p:sp>
      <p:sp>
        <p:nvSpPr>
          <p:cNvPr id="63" name="Process 63"/>
          <p:cNvSpPr/>
          <p:nvPr/>
        </p:nvSpPr>
        <p:spPr>
          <a:xfrm>
            <a:off x="9886500" y="3852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전원 알림</a:t>
            </a:r>
          </a:p>
        </p:txBody>
      </p:sp>
      <p:sp>
        <p:nvSpPr>
          <p:cNvPr id="64" name="Connector 64"/>
          <p:cNvSpPr/>
          <p:nvPr/>
        </p:nvSpPr>
        <p:spPr>
          <a:xfrm>
            <a:off x="10354500" y="4320000"/>
            <a:ext cx="288000" cy="288000"/>
          </a:xfrm>
          <a:prstGeom prst="flowChartConnector">
            <a:avLst/>
          </a:prstGeom>
          <a:solidFill>
            <a:srgbClr val="262626"/>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00">
                <a:solidFill>
                  <a:srgbClr val="FFFFFF"/>
                </a:solidFill>
                <a:latin typeface="맑은 고딕"/>
                <a:ea typeface="맑은 고딕"/>
              </a:rPr>
              <a:t>3</a:t>
            </a:r>
          </a:p>
        </p:txBody>
      </p:sp>
      <p:sp>
        <p:nvSpPr>
          <p:cNvPr id="65" name="Terminator 65"/>
          <p:cNvSpPr/>
          <p:nvPr/>
        </p:nvSpPr>
        <p:spPr>
          <a:xfrm>
            <a:off x="9886500" y="4788000"/>
            <a:ext cx="1224000" cy="288000"/>
          </a:xfrm>
          <a:prstGeom prst="flowChartTerminator">
            <a:avLst/>
          </a:prstGeom>
          <a:solidFill>
            <a:srgbClr val="D9D9D9"/>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END</a:t>
            </a:r>
          </a:p>
        </p:txBody>
      </p:sp>
      <p:cxnSp>
        <p:nvCxnSpPr>
          <p:cNvPr id="66" name="Connector 66"/>
          <p:cNvCxnSpPr/>
          <p:nvPr/>
        </p:nvCxnSpPr>
        <p:spPr>
          <a:xfrm>
            <a:off x="10498500"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7" name="Connector 67"/>
          <p:cNvCxnSpPr/>
          <p:nvPr/>
        </p:nvCxnSpPr>
        <p:spPr>
          <a:xfrm>
            <a:off x="10498500" y="2628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8" name="Connector 68"/>
          <p:cNvCxnSpPr/>
          <p:nvPr/>
        </p:nvCxnSpPr>
        <p:spPr>
          <a:xfrm>
            <a:off x="10498500" y="3204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69" name="TextBox 69"/>
          <p:cNvSpPr txBox="1"/>
          <p:nvPr/>
        </p:nvSpPr>
        <p:spPr>
          <a:xfrm>
            <a:off x="10516500" y="3175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70" name="Connector 70"/>
          <p:cNvCxnSpPr/>
          <p:nvPr/>
        </p:nvCxnSpPr>
        <p:spPr>
          <a:xfrm>
            <a:off x="11182500" y="3006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71" name="Connector 71"/>
          <p:cNvCxnSpPr/>
          <p:nvPr/>
        </p:nvCxnSpPr>
        <p:spPr>
          <a:xfrm>
            <a:off x="11290500" y="3006000"/>
            <a:ext cx="0" cy="1926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72" name="Connector 72"/>
          <p:cNvCxnSpPr/>
          <p:nvPr/>
        </p:nvCxnSpPr>
        <p:spPr>
          <a:xfrm flipH="1">
            <a:off x="11110500" y="4932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73" name="TextBox 73"/>
          <p:cNvSpPr txBox="1"/>
          <p:nvPr/>
        </p:nvSpPr>
        <p:spPr>
          <a:xfrm>
            <a:off x="11164500" y="2844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cxnSp>
        <p:nvCxnSpPr>
          <p:cNvPr id="74" name="Connector 74"/>
          <p:cNvCxnSpPr/>
          <p:nvPr/>
        </p:nvCxnSpPr>
        <p:spPr>
          <a:xfrm>
            <a:off x="10498500" y="3672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5" name="Connector 75"/>
          <p:cNvCxnSpPr/>
          <p:nvPr/>
        </p:nvCxnSpPr>
        <p:spPr>
          <a:xfrm>
            <a:off x="10498500" y="414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6" name="Connector 76"/>
          <p:cNvCxnSpPr/>
          <p:nvPr/>
        </p:nvCxnSpPr>
        <p:spPr>
          <a:xfrm>
            <a:off x="3469500" y="3888000"/>
            <a:ext cx="5895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77" name="Connector 77"/>
          <p:cNvCxnSpPr/>
          <p:nvPr/>
        </p:nvCxnSpPr>
        <p:spPr>
          <a:xfrm flipV="1">
            <a:off x="4059000" y="2016000"/>
            <a:ext cx="0" cy="1872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78" name="Connector 78"/>
          <p:cNvCxnSpPr/>
          <p:nvPr/>
        </p:nvCxnSpPr>
        <p:spPr>
          <a:xfrm>
            <a:off x="4059000" y="2016000"/>
            <a:ext cx="7335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9" name="Connector 79"/>
          <p:cNvCxnSpPr/>
          <p:nvPr/>
        </p:nvCxnSpPr>
        <p:spPr>
          <a:xfrm>
            <a:off x="6016500" y="3996000"/>
            <a:ext cx="5895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80" name="Connector 80"/>
          <p:cNvCxnSpPr/>
          <p:nvPr/>
        </p:nvCxnSpPr>
        <p:spPr>
          <a:xfrm flipV="1">
            <a:off x="6606000" y="2016000"/>
            <a:ext cx="0" cy="1980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81" name="Connector 81"/>
          <p:cNvCxnSpPr/>
          <p:nvPr/>
        </p:nvCxnSpPr>
        <p:spPr>
          <a:xfrm>
            <a:off x="6606000" y="2016000"/>
            <a:ext cx="7335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2" name="Connector 82"/>
          <p:cNvCxnSpPr/>
          <p:nvPr/>
        </p:nvCxnSpPr>
        <p:spPr>
          <a:xfrm>
            <a:off x="8563500" y="3528000"/>
            <a:ext cx="5895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83" name="Connector 83"/>
          <p:cNvCxnSpPr/>
          <p:nvPr/>
        </p:nvCxnSpPr>
        <p:spPr>
          <a:xfrm flipV="1">
            <a:off x="9153000" y="2016000"/>
            <a:ext cx="0" cy="1512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84" name="Connector 84"/>
          <p:cNvCxnSpPr/>
          <p:nvPr/>
        </p:nvCxnSpPr>
        <p:spPr>
          <a:xfrm>
            <a:off x="9153000" y="2016000"/>
            <a:ext cx="7335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User flow</a:t>
            </a:r>
          </a:p>
        </p:txBody>
      </p:sp>
      <p:sp>
        <p:nvSpPr>
          <p:cNvPr id="4"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9</a:t>
            </a:r>
          </a:p>
        </p:txBody>
      </p:sp>
      <p:sp>
        <p:nvSpPr>
          <p:cNvPr id="5" name="Rectangle 5"/>
          <p:cNvSpPr/>
          <p:nvPr/>
        </p:nvSpPr>
        <p:spPr>
          <a:xfrm>
            <a:off x="432000" y="1368000"/>
            <a:ext cx="1152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6"/>
          <p:cNvSpPr/>
          <p:nvPr/>
        </p:nvSpPr>
        <p:spPr>
          <a:xfrm>
            <a:off x="432000" y="1692000"/>
            <a:ext cx="1152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7"/>
          <p:cNvSpPr/>
          <p:nvPr/>
        </p:nvSpPr>
        <p:spPr>
          <a:xfrm>
            <a:off x="1584000" y="1368000"/>
            <a:ext cx="3396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8"/>
          <p:cNvSpPr/>
          <p:nvPr/>
        </p:nvSpPr>
        <p:spPr>
          <a:xfrm>
            <a:off x="1584000" y="1692000"/>
            <a:ext cx="3396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9"/>
          <p:cNvSpPr txBox="1"/>
          <p:nvPr/>
        </p:nvSpPr>
        <p:spPr>
          <a:xfrm>
            <a:off x="1638000" y="1425600"/>
            <a:ext cx="3288000" cy="216000"/>
          </a:xfrm>
          <a:prstGeom prst="rect">
            <a:avLst/>
          </a:prstGeom>
          <a:noFill/>
        </p:spPr>
        <p:txBody>
          <a:bodyPr wrap="square">
            <a:spAutoFit/>
          </a:bodyPr>
          <a:lstStyle/>
          <a:p>
            <a:r>
              <a:rPr sz="900" b="1">
                <a:solidFill>
                  <a:srgbClr val="1A1A1A"/>
                </a:solidFill>
                <a:latin typeface="맑은 고딕"/>
                <a:ea typeface="맑은 고딕"/>
              </a:rPr>
              <a:t>1 STEP. 작성</a:t>
            </a:r>
          </a:p>
        </p:txBody>
      </p:sp>
      <p:sp>
        <p:nvSpPr>
          <p:cNvPr id="10" name="Rectangle 10"/>
          <p:cNvSpPr/>
          <p:nvPr/>
        </p:nvSpPr>
        <p:spPr>
          <a:xfrm>
            <a:off x="4979999" y="1368000"/>
            <a:ext cx="3396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1"/>
          <p:cNvSpPr/>
          <p:nvPr/>
        </p:nvSpPr>
        <p:spPr>
          <a:xfrm>
            <a:off x="4979999" y="1692000"/>
            <a:ext cx="3396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2"/>
          <p:cNvSpPr txBox="1"/>
          <p:nvPr/>
        </p:nvSpPr>
        <p:spPr>
          <a:xfrm>
            <a:off x="5033999" y="1425600"/>
            <a:ext cx="3288000" cy="216000"/>
          </a:xfrm>
          <a:prstGeom prst="rect">
            <a:avLst/>
          </a:prstGeom>
          <a:noFill/>
        </p:spPr>
        <p:txBody>
          <a:bodyPr wrap="square">
            <a:spAutoFit/>
          </a:bodyPr>
          <a:lstStyle/>
          <a:p>
            <a:r>
              <a:rPr sz="900" b="1">
                <a:solidFill>
                  <a:srgbClr val="1A1A1A"/>
                </a:solidFill>
                <a:latin typeface="맑은 고딕"/>
                <a:ea typeface="맑은 고딕"/>
              </a:rPr>
              <a:t>2 STEP. 저장 또는 발송</a:t>
            </a:r>
          </a:p>
        </p:txBody>
      </p:sp>
      <p:sp>
        <p:nvSpPr>
          <p:cNvPr id="13" name="Rectangle 13"/>
          <p:cNvSpPr/>
          <p:nvPr/>
        </p:nvSpPr>
        <p:spPr>
          <a:xfrm>
            <a:off x="8376000" y="1368000"/>
            <a:ext cx="3396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4"/>
          <p:cNvSpPr/>
          <p:nvPr/>
        </p:nvSpPr>
        <p:spPr>
          <a:xfrm>
            <a:off x="8376000" y="1692000"/>
            <a:ext cx="3396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5"/>
          <p:cNvSpPr txBox="1"/>
          <p:nvPr/>
        </p:nvSpPr>
        <p:spPr>
          <a:xfrm>
            <a:off x="8430000" y="1425600"/>
            <a:ext cx="3288000" cy="216000"/>
          </a:xfrm>
          <a:prstGeom prst="rect">
            <a:avLst/>
          </a:prstGeom>
          <a:noFill/>
        </p:spPr>
        <p:txBody>
          <a:bodyPr wrap="square">
            <a:spAutoFit/>
          </a:bodyPr>
          <a:lstStyle/>
          <a:p>
            <a:r>
              <a:rPr sz="900" b="1">
                <a:solidFill>
                  <a:srgbClr val="1A1A1A"/>
                </a:solidFill>
                <a:latin typeface="맑은 고딕"/>
                <a:ea typeface="맑은 고딕"/>
              </a:rPr>
              <a:t>3 STEP. 결과</a:t>
            </a:r>
          </a:p>
        </p:txBody>
      </p:sp>
      <p:sp>
        <p:nvSpPr>
          <p:cNvPr id="16" name="TextBox 16"/>
          <p:cNvSpPr txBox="1"/>
          <p:nvPr/>
        </p:nvSpPr>
        <p:spPr>
          <a:xfrm>
            <a:off x="468000" y="3780000"/>
            <a:ext cx="1080000" cy="432000"/>
          </a:xfrm>
          <a:prstGeom prst="rect">
            <a:avLst/>
          </a:prstGeom>
          <a:noFill/>
        </p:spPr>
        <p:txBody>
          <a:bodyPr wrap="square">
            <a:spAutoFit/>
          </a:bodyPr>
          <a:lstStyle/>
          <a:p>
            <a:pPr algn="ctr"/>
            <a:r>
              <a:rPr sz="950" b="1">
                <a:solidFill>
                  <a:srgbClr val="1A1A1A"/>
                </a:solidFill>
                <a:latin typeface="맑은 고딕"/>
                <a:ea typeface="맑은 고딕"/>
              </a:rPr>
              <a:t>공지</a:t>
            </a:r>
          </a:p>
          <a:p>
            <a:pPr algn="ctr"/>
            <a:r>
              <a:rPr sz="950" b="1">
                <a:solidFill>
                  <a:srgbClr val="1A1A1A"/>
                </a:solidFill>
                <a:latin typeface="맑은 고딕"/>
                <a:ea typeface="맑은 고딕"/>
              </a:rPr>
              <a:t>User flow</a:t>
            </a:r>
          </a:p>
        </p:txBody>
      </p:sp>
      <p:sp>
        <p:nvSpPr>
          <p:cNvPr id="17" name="Terminator 17"/>
          <p:cNvSpPr/>
          <p:nvPr/>
        </p:nvSpPr>
        <p:spPr>
          <a:xfrm>
            <a:off x="2669999" y="1872000"/>
            <a:ext cx="1224000" cy="288000"/>
          </a:xfrm>
          <a:prstGeom prst="flowChartTerminator">
            <a:avLst/>
          </a:prstGeom>
          <a:solidFill>
            <a:srgbClr val="D9D9D9"/>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START</a:t>
            </a:r>
          </a:p>
        </p:txBody>
      </p:sp>
      <p:sp>
        <p:nvSpPr>
          <p:cNvPr id="18" name="Process 18"/>
          <p:cNvSpPr/>
          <p:nvPr/>
        </p:nvSpPr>
        <p:spPr>
          <a:xfrm>
            <a:off x="2669999" y="2340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공지 쓰기</a:t>
            </a:r>
          </a:p>
        </p:txBody>
      </p:sp>
      <p:sp>
        <p:nvSpPr>
          <p:cNvPr id="19" name="Process 19"/>
          <p:cNvSpPr/>
          <p:nvPr/>
        </p:nvSpPr>
        <p:spPr>
          <a:xfrm>
            <a:off x="2669999" y="2808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템플릿 고르기</a:t>
            </a:r>
          </a:p>
        </p:txBody>
      </p:sp>
      <p:sp>
        <p:nvSpPr>
          <p:cNvPr id="20" name="Process 20"/>
          <p:cNvSpPr/>
          <p:nvPr/>
        </p:nvSpPr>
        <p:spPr>
          <a:xfrm>
            <a:off x="2669999" y="3276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빈칸 채우기</a:t>
            </a:r>
          </a:p>
        </p:txBody>
      </p:sp>
      <p:sp>
        <p:nvSpPr>
          <p:cNvPr id="21" name="Process 21"/>
          <p:cNvSpPr/>
          <p:nvPr/>
        </p:nvSpPr>
        <p:spPr>
          <a:xfrm>
            <a:off x="2669999" y="3744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대상 고르기</a:t>
            </a:r>
          </a:p>
        </p:txBody>
      </p:sp>
      <p:cxnSp>
        <p:nvCxnSpPr>
          <p:cNvPr id="22" name="Connector 22"/>
          <p:cNvCxnSpPr/>
          <p:nvPr/>
        </p:nvCxnSpPr>
        <p:spPr>
          <a:xfrm>
            <a:off x="3281999"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3"/>
          <p:cNvCxnSpPr/>
          <p:nvPr/>
        </p:nvCxnSpPr>
        <p:spPr>
          <a:xfrm>
            <a:off x="3281999" y="2628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4"/>
          <p:cNvCxnSpPr/>
          <p:nvPr/>
        </p:nvCxnSpPr>
        <p:spPr>
          <a:xfrm>
            <a:off x="3281999" y="309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Connector 25"/>
          <p:cNvCxnSpPr/>
          <p:nvPr/>
        </p:nvCxnSpPr>
        <p:spPr>
          <a:xfrm>
            <a:off x="3281999" y="3564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Process 26"/>
          <p:cNvSpPr/>
          <p:nvPr/>
        </p:nvSpPr>
        <p:spPr>
          <a:xfrm>
            <a:off x="6065999" y="1872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미리보기</a:t>
            </a:r>
          </a:p>
        </p:txBody>
      </p:sp>
      <p:sp>
        <p:nvSpPr>
          <p:cNvPr id="27" name="Decision 27"/>
          <p:cNvSpPr/>
          <p:nvPr/>
        </p:nvSpPr>
        <p:spPr>
          <a:xfrm>
            <a:off x="5993999" y="2340000"/>
            <a:ext cx="1368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바로 보낼까?</a:t>
            </a:r>
          </a:p>
        </p:txBody>
      </p:sp>
      <p:sp>
        <p:nvSpPr>
          <p:cNvPr id="28" name="Process 28"/>
          <p:cNvSpPr/>
          <p:nvPr/>
        </p:nvSpPr>
        <p:spPr>
          <a:xfrm>
            <a:off x="6065999" y="2916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발송하기, 확인 팝업</a:t>
            </a:r>
          </a:p>
        </p:txBody>
      </p:sp>
      <p:sp>
        <p:nvSpPr>
          <p:cNvPr id="29" name="Process 29"/>
          <p:cNvSpPr/>
          <p:nvPr/>
        </p:nvSpPr>
        <p:spPr>
          <a:xfrm>
            <a:off x="6065999" y="3384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공지방으로 전송</a:t>
            </a:r>
          </a:p>
        </p:txBody>
      </p:sp>
      <p:sp>
        <p:nvSpPr>
          <p:cNvPr id="30" name="Process 30"/>
          <p:cNvSpPr/>
          <p:nvPr/>
        </p:nvSpPr>
        <p:spPr>
          <a:xfrm>
            <a:off x="6065999" y="3852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임시 저장하기</a:t>
            </a:r>
          </a:p>
        </p:txBody>
      </p:sp>
      <p:cxnSp>
        <p:nvCxnSpPr>
          <p:cNvPr id="31" name="Connector 31"/>
          <p:cNvCxnSpPr/>
          <p:nvPr/>
        </p:nvCxnSpPr>
        <p:spPr>
          <a:xfrm>
            <a:off x="6677999"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2" name="Connector 32"/>
          <p:cNvCxnSpPr/>
          <p:nvPr/>
        </p:nvCxnSpPr>
        <p:spPr>
          <a:xfrm>
            <a:off x="6677999" y="273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33" name="TextBox 33"/>
          <p:cNvSpPr txBox="1"/>
          <p:nvPr/>
        </p:nvSpPr>
        <p:spPr>
          <a:xfrm>
            <a:off x="6695999" y="2707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34" name="Connector 34"/>
          <p:cNvCxnSpPr/>
          <p:nvPr/>
        </p:nvCxnSpPr>
        <p:spPr>
          <a:xfrm>
            <a:off x="7361999" y="2538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35" name="Connector 35"/>
          <p:cNvCxnSpPr/>
          <p:nvPr/>
        </p:nvCxnSpPr>
        <p:spPr>
          <a:xfrm>
            <a:off x="7469999" y="2538000"/>
            <a:ext cx="0" cy="1458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36" name="Connector 36"/>
          <p:cNvCxnSpPr/>
          <p:nvPr/>
        </p:nvCxnSpPr>
        <p:spPr>
          <a:xfrm flipH="1">
            <a:off x="7289999" y="3996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37" name="TextBox 37"/>
          <p:cNvSpPr txBox="1"/>
          <p:nvPr/>
        </p:nvSpPr>
        <p:spPr>
          <a:xfrm>
            <a:off x="7343999" y="2376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cxnSp>
        <p:nvCxnSpPr>
          <p:cNvPr id="38" name="Connector 38"/>
          <p:cNvCxnSpPr/>
          <p:nvPr/>
        </p:nvCxnSpPr>
        <p:spPr>
          <a:xfrm>
            <a:off x="6677999" y="3204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Decision 39"/>
          <p:cNvSpPr/>
          <p:nvPr/>
        </p:nvSpPr>
        <p:spPr>
          <a:xfrm>
            <a:off x="9390000" y="1872000"/>
            <a:ext cx="1368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전송 성공?</a:t>
            </a:r>
          </a:p>
        </p:txBody>
      </p:sp>
      <p:sp>
        <p:nvSpPr>
          <p:cNvPr id="40" name="Process 40"/>
          <p:cNvSpPr/>
          <p:nvPr/>
        </p:nvSpPr>
        <p:spPr>
          <a:xfrm>
            <a:off x="9462000" y="2448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목록에 발송 표시</a:t>
            </a:r>
          </a:p>
        </p:txBody>
      </p:sp>
      <p:sp>
        <p:nvSpPr>
          <p:cNvPr id="41" name="Terminator 41"/>
          <p:cNvSpPr/>
          <p:nvPr/>
        </p:nvSpPr>
        <p:spPr>
          <a:xfrm>
            <a:off x="9462000" y="2916000"/>
            <a:ext cx="1224000" cy="288000"/>
          </a:xfrm>
          <a:prstGeom prst="flowChartTerminator">
            <a:avLst/>
          </a:prstGeom>
          <a:solidFill>
            <a:srgbClr val="D9D9D9"/>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END</a:t>
            </a:r>
          </a:p>
        </p:txBody>
      </p:sp>
      <p:sp>
        <p:nvSpPr>
          <p:cNvPr id="42" name="Process 42"/>
          <p:cNvSpPr/>
          <p:nvPr/>
        </p:nvSpPr>
        <p:spPr>
          <a:xfrm>
            <a:off x="9462000" y="3384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목록에 실패 표시</a:t>
            </a:r>
          </a:p>
        </p:txBody>
      </p:sp>
      <p:sp>
        <p:nvSpPr>
          <p:cNvPr id="43" name="Process 43"/>
          <p:cNvSpPr/>
          <p:nvPr/>
        </p:nvSpPr>
        <p:spPr>
          <a:xfrm>
            <a:off x="9462000" y="3852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다시 보내기</a:t>
            </a:r>
          </a:p>
        </p:txBody>
      </p:sp>
      <p:cxnSp>
        <p:nvCxnSpPr>
          <p:cNvPr id="44" name="Connector 44"/>
          <p:cNvCxnSpPr/>
          <p:nvPr/>
        </p:nvCxnSpPr>
        <p:spPr>
          <a:xfrm>
            <a:off x="10074000" y="2268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45" name="TextBox 45"/>
          <p:cNvSpPr txBox="1"/>
          <p:nvPr/>
        </p:nvSpPr>
        <p:spPr>
          <a:xfrm>
            <a:off x="10092000" y="2239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46" name="Connector 46"/>
          <p:cNvCxnSpPr/>
          <p:nvPr/>
        </p:nvCxnSpPr>
        <p:spPr>
          <a:xfrm>
            <a:off x="10758000" y="2070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47" name="Connector 47"/>
          <p:cNvCxnSpPr/>
          <p:nvPr/>
        </p:nvCxnSpPr>
        <p:spPr>
          <a:xfrm>
            <a:off x="10866000" y="2070000"/>
            <a:ext cx="0" cy="1458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48" name="Connector 48"/>
          <p:cNvCxnSpPr/>
          <p:nvPr/>
        </p:nvCxnSpPr>
        <p:spPr>
          <a:xfrm flipH="1">
            <a:off x="10686000" y="3528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49" name="TextBox 49"/>
          <p:cNvSpPr txBox="1"/>
          <p:nvPr/>
        </p:nvSpPr>
        <p:spPr>
          <a:xfrm>
            <a:off x="10740000" y="1908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cxnSp>
        <p:nvCxnSpPr>
          <p:cNvPr id="50" name="Connector 50"/>
          <p:cNvCxnSpPr/>
          <p:nvPr/>
        </p:nvCxnSpPr>
        <p:spPr>
          <a:xfrm>
            <a:off x="10074000" y="273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1" name="Connector 51"/>
          <p:cNvCxnSpPr/>
          <p:nvPr/>
        </p:nvCxnSpPr>
        <p:spPr>
          <a:xfrm>
            <a:off x="10074000" y="3672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2" name="Connector 52"/>
          <p:cNvCxnSpPr/>
          <p:nvPr/>
        </p:nvCxnSpPr>
        <p:spPr>
          <a:xfrm>
            <a:off x="3893999" y="3888000"/>
            <a:ext cx="1014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3" name="Connector 53"/>
          <p:cNvCxnSpPr/>
          <p:nvPr/>
        </p:nvCxnSpPr>
        <p:spPr>
          <a:xfrm flipV="1">
            <a:off x="4907999" y="2016000"/>
            <a:ext cx="0" cy="1872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4" name="Connector 54"/>
          <p:cNvCxnSpPr/>
          <p:nvPr/>
        </p:nvCxnSpPr>
        <p:spPr>
          <a:xfrm>
            <a:off x="4907999" y="2016000"/>
            <a:ext cx="1158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5" name="Connector 55"/>
          <p:cNvCxnSpPr/>
          <p:nvPr/>
        </p:nvCxnSpPr>
        <p:spPr>
          <a:xfrm>
            <a:off x="7289999" y="3528000"/>
            <a:ext cx="1014001"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6" name="Connector 56"/>
          <p:cNvCxnSpPr/>
          <p:nvPr/>
        </p:nvCxnSpPr>
        <p:spPr>
          <a:xfrm flipV="1">
            <a:off x="8304000" y="2070000"/>
            <a:ext cx="0" cy="1458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7" name="Connector 57"/>
          <p:cNvCxnSpPr/>
          <p:nvPr/>
        </p:nvCxnSpPr>
        <p:spPr>
          <a:xfrm>
            <a:off x="8304000" y="2070000"/>
            <a:ext cx="1086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User flow</a:t>
            </a:r>
          </a:p>
        </p:txBody>
      </p:sp>
      <p:sp>
        <p:nvSpPr>
          <p:cNvPr id="4"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10</a:t>
            </a:r>
          </a:p>
        </p:txBody>
      </p:sp>
      <p:sp>
        <p:nvSpPr>
          <p:cNvPr id="5" name="Rectangle 5"/>
          <p:cNvSpPr/>
          <p:nvPr/>
        </p:nvSpPr>
        <p:spPr>
          <a:xfrm>
            <a:off x="432000" y="1368000"/>
            <a:ext cx="1152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6"/>
          <p:cNvSpPr/>
          <p:nvPr/>
        </p:nvSpPr>
        <p:spPr>
          <a:xfrm>
            <a:off x="432000" y="1692000"/>
            <a:ext cx="1152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7"/>
          <p:cNvSpPr/>
          <p:nvPr/>
        </p:nvSpPr>
        <p:spPr>
          <a:xfrm>
            <a:off x="1584000" y="1368000"/>
            <a:ext cx="3396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8"/>
          <p:cNvSpPr/>
          <p:nvPr/>
        </p:nvSpPr>
        <p:spPr>
          <a:xfrm>
            <a:off x="1584000" y="1692000"/>
            <a:ext cx="3396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9"/>
          <p:cNvSpPr txBox="1"/>
          <p:nvPr/>
        </p:nvSpPr>
        <p:spPr>
          <a:xfrm>
            <a:off x="1638000" y="1425600"/>
            <a:ext cx="3288000" cy="216000"/>
          </a:xfrm>
          <a:prstGeom prst="rect">
            <a:avLst/>
          </a:prstGeom>
          <a:noFill/>
        </p:spPr>
        <p:txBody>
          <a:bodyPr wrap="square">
            <a:spAutoFit/>
          </a:bodyPr>
          <a:lstStyle/>
          <a:p>
            <a:r>
              <a:rPr sz="900" b="1">
                <a:solidFill>
                  <a:srgbClr val="1A1A1A"/>
                </a:solidFill>
                <a:latin typeface="맑은 고딕"/>
                <a:ea typeface="맑은 고딕"/>
              </a:rPr>
              <a:t>1 STEP. 준비 (어느 기기든)</a:t>
            </a:r>
          </a:p>
        </p:txBody>
      </p:sp>
      <p:sp>
        <p:nvSpPr>
          <p:cNvPr id="10" name="Rectangle 10"/>
          <p:cNvSpPr/>
          <p:nvPr/>
        </p:nvSpPr>
        <p:spPr>
          <a:xfrm>
            <a:off x="4979999" y="1368000"/>
            <a:ext cx="3396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1"/>
          <p:cNvSpPr/>
          <p:nvPr/>
        </p:nvSpPr>
        <p:spPr>
          <a:xfrm>
            <a:off x="4979999" y="1692000"/>
            <a:ext cx="3396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2"/>
          <p:cNvSpPr txBox="1"/>
          <p:nvPr/>
        </p:nvSpPr>
        <p:spPr>
          <a:xfrm>
            <a:off x="5033999" y="1425600"/>
            <a:ext cx="3288000" cy="216000"/>
          </a:xfrm>
          <a:prstGeom prst="rect">
            <a:avLst/>
          </a:prstGeom>
          <a:noFill/>
        </p:spPr>
        <p:txBody>
          <a:bodyPr wrap="square">
            <a:spAutoFit/>
          </a:bodyPr>
          <a:lstStyle/>
          <a:p>
            <a:r>
              <a:rPr sz="900" b="1">
                <a:solidFill>
                  <a:srgbClr val="1A1A1A"/>
                </a:solidFill>
                <a:latin typeface="맑은 고딕"/>
                <a:ea typeface="맑은 고딕"/>
              </a:rPr>
              <a:t>2 STEP. 올리기</a:t>
            </a:r>
          </a:p>
        </p:txBody>
      </p:sp>
      <p:sp>
        <p:nvSpPr>
          <p:cNvPr id="13" name="Rectangle 13"/>
          <p:cNvSpPr/>
          <p:nvPr/>
        </p:nvSpPr>
        <p:spPr>
          <a:xfrm>
            <a:off x="8376000" y="1368000"/>
            <a:ext cx="3396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4"/>
          <p:cNvSpPr/>
          <p:nvPr/>
        </p:nvSpPr>
        <p:spPr>
          <a:xfrm>
            <a:off x="8376000" y="1692000"/>
            <a:ext cx="3396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5"/>
          <p:cNvSpPr txBox="1"/>
          <p:nvPr/>
        </p:nvSpPr>
        <p:spPr>
          <a:xfrm>
            <a:off x="8430000" y="1425600"/>
            <a:ext cx="3288000" cy="216000"/>
          </a:xfrm>
          <a:prstGeom prst="rect">
            <a:avLst/>
          </a:prstGeom>
          <a:noFill/>
        </p:spPr>
        <p:txBody>
          <a:bodyPr wrap="square">
            <a:spAutoFit/>
          </a:bodyPr>
          <a:lstStyle/>
          <a:p>
            <a:r>
              <a:rPr sz="900" b="1">
                <a:solidFill>
                  <a:srgbClr val="1A1A1A"/>
                </a:solidFill>
                <a:latin typeface="맑은 고딕"/>
                <a:ea typeface="맑은 고딕"/>
              </a:rPr>
              <a:t>3 STEP. 공유</a:t>
            </a:r>
          </a:p>
        </p:txBody>
      </p:sp>
      <p:sp>
        <p:nvSpPr>
          <p:cNvPr id="16" name="TextBox 16"/>
          <p:cNvSpPr txBox="1"/>
          <p:nvPr/>
        </p:nvSpPr>
        <p:spPr>
          <a:xfrm>
            <a:off x="468000" y="3780000"/>
            <a:ext cx="1080000" cy="432000"/>
          </a:xfrm>
          <a:prstGeom prst="rect">
            <a:avLst/>
          </a:prstGeom>
          <a:noFill/>
        </p:spPr>
        <p:txBody>
          <a:bodyPr wrap="square">
            <a:spAutoFit/>
          </a:bodyPr>
          <a:lstStyle/>
          <a:p>
            <a:pPr algn="ctr"/>
            <a:r>
              <a:rPr sz="950" b="1">
                <a:solidFill>
                  <a:srgbClr val="1A1A1A"/>
                </a:solidFill>
                <a:latin typeface="맑은 고딕"/>
                <a:ea typeface="맑은 고딕"/>
              </a:rPr>
              <a:t>자료 올리기</a:t>
            </a:r>
          </a:p>
          <a:p>
            <a:pPr algn="ctr"/>
            <a:r>
              <a:rPr sz="950" b="1">
                <a:solidFill>
                  <a:srgbClr val="1A1A1A"/>
                </a:solidFill>
                <a:latin typeface="맑은 고딕"/>
                <a:ea typeface="맑은 고딕"/>
              </a:rPr>
              <a:t>User flow</a:t>
            </a:r>
          </a:p>
        </p:txBody>
      </p:sp>
      <p:sp>
        <p:nvSpPr>
          <p:cNvPr id="17" name="Terminator 17"/>
          <p:cNvSpPr/>
          <p:nvPr/>
        </p:nvSpPr>
        <p:spPr>
          <a:xfrm>
            <a:off x="2669999" y="1872000"/>
            <a:ext cx="1224000" cy="288000"/>
          </a:xfrm>
          <a:prstGeom prst="flowChartTerminator">
            <a:avLst/>
          </a:prstGeom>
          <a:solidFill>
            <a:srgbClr val="D9D9D9"/>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START</a:t>
            </a:r>
          </a:p>
        </p:txBody>
      </p:sp>
      <p:sp>
        <p:nvSpPr>
          <p:cNvPr id="18" name="Decision 18"/>
          <p:cNvSpPr/>
          <p:nvPr/>
        </p:nvSpPr>
        <p:spPr>
          <a:xfrm>
            <a:off x="2597999" y="2340000"/>
            <a:ext cx="1368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폴더 지정됨?</a:t>
            </a:r>
          </a:p>
        </p:txBody>
      </p:sp>
      <p:sp>
        <p:nvSpPr>
          <p:cNvPr id="19" name="Process 19"/>
          <p:cNvSpPr/>
          <p:nvPr/>
        </p:nvSpPr>
        <p:spPr>
          <a:xfrm>
            <a:off x="2669999" y="2916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지정 폴더 목록 보기</a:t>
            </a:r>
          </a:p>
        </p:txBody>
      </p:sp>
      <p:sp>
        <p:nvSpPr>
          <p:cNvPr id="20" name="Process 20"/>
          <p:cNvSpPr/>
          <p:nvPr/>
        </p:nvSpPr>
        <p:spPr>
          <a:xfrm>
            <a:off x="2669999" y="3384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새로 고침</a:t>
            </a:r>
          </a:p>
        </p:txBody>
      </p:sp>
      <p:sp>
        <p:nvSpPr>
          <p:cNvPr id="21" name="Process 21"/>
          <p:cNvSpPr/>
          <p:nvPr/>
        </p:nvSpPr>
        <p:spPr>
          <a:xfrm>
            <a:off x="2669999" y="3852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폴더 지정 또는 파일 고르기 (R-05)</a:t>
            </a:r>
          </a:p>
        </p:txBody>
      </p:sp>
      <p:cxnSp>
        <p:nvCxnSpPr>
          <p:cNvPr id="22" name="Connector 22"/>
          <p:cNvCxnSpPr/>
          <p:nvPr/>
        </p:nvCxnSpPr>
        <p:spPr>
          <a:xfrm>
            <a:off x="3281999"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3"/>
          <p:cNvCxnSpPr/>
          <p:nvPr/>
        </p:nvCxnSpPr>
        <p:spPr>
          <a:xfrm>
            <a:off x="3281999" y="273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TextBox 24"/>
          <p:cNvSpPr txBox="1"/>
          <p:nvPr/>
        </p:nvSpPr>
        <p:spPr>
          <a:xfrm>
            <a:off x="3299999" y="2707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25" name="Connector 25"/>
          <p:cNvCxnSpPr/>
          <p:nvPr/>
        </p:nvCxnSpPr>
        <p:spPr>
          <a:xfrm>
            <a:off x="3965999" y="2538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26" name="Connector 26"/>
          <p:cNvCxnSpPr/>
          <p:nvPr/>
        </p:nvCxnSpPr>
        <p:spPr>
          <a:xfrm>
            <a:off x="4073999" y="2538000"/>
            <a:ext cx="0" cy="1458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27" name="Connector 27"/>
          <p:cNvCxnSpPr/>
          <p:nvPr/>
        </p:nvCxnSpPr>
        <p:spPr>
          <a:xfrm flipH="1">
            <a:off x="3893999" y="3996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TextBox 28"/>
          <p:cNvSpPr txBox="1"/>
          <p:nvPr/>
        </p:nvSpPr>
        <p:spPr>
          <a:xfrm>
            <a:off x="3947999" y="2376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cxnSp>
        <p:nvCxnSpPr>
          <p:cNvPr id="29" name="Connector 29"/>
          <p:cNvCxnSpPr/>
          <p:nvPr/>
        </p:nvCxnSpPr>
        <p:spPr>
          <a:xfrm>
            <a:off x="3281999" y="3204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Process 30"/>
          <p:cNvSpPr/>
          <p:nvPr/>
        </p:nvSpPr>
        <p:spPr>
          <a:xfrm>
            <a:off x="6065999" y="1872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파일 고르기 또는 끌어다 놓기</a:t>
            </a:r>
          </a:p>
        </p:txBody>
      </p:sp>
      <p:sp>
        <p:nvSpPr>
          <p:cNvPr id="31" name="Process 31"/>
          <p:cNvSpPr/>
          <p:nvPr/>
        </p:nvSpPr>
        <p:spPr>
          <a:xfrm>
            <a:off x="6065999" y="2340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확인 팝업, 분류 고르기</a:t>
            </a:r>
          </a:p>
        </p:txBody>
      </p:sp>
      <p:sp>
        <p:nvSpPr>
          <p:cNvPr id="32" name="Process 32"/>
          <p:cNvSpPr/>
          <p:nvPr/>
        </p:nvSpPr>
        <p:spPr>
          <a:xfrm>
            <a:off x="6065999" y="2808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올리기와 진행률</a:t>
            </a:r>
          </a:p>
        </p:txBody>
      </p:sp>
      <p:sp>
        <p:nvSpPr>
          <p:cNvPr id="33" name="Decision 33"/>
          <p:cNvSpPr/>
          <p:nvPr/>
        </p:nvSpPr>
        <p:spPr>
          <a:xfrm>
            <a:off x="5993999" y="3276000"/>
            <a:ext cx="1368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끝까지 올라감?</a:t>
            </a:r>
          </a:p>
        </p:txBody>
      </p:sp>
      <p:sp>
        <p:nvSpPr>
          <p:cNvPr id="34" name="Process 34"/>
          <p:cNvSpPr/>
          <p:nvPr/>
        </p:nvSpPr>
        <p:spPr>
          <a:xfrm>
            <a:off x="6065999" y="3852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자료실에 표시</a:t>
            </a:r>
          </a:p>
        </p:txBody>
      </p:sp>
      <p:sp>
        <p:nvSpPr>
          <p:cNvPr id="35" name="Process 35"/>
          <p:cNvSpPr/>
          <p:nvPr/>
        </p:nvSpPr>
        <p:spPr>
          <a:xfrm>
            <a:off x="6065999" y="4320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이어 올리기</a:t>
            </a:r>
          </a:p>
        </p:txBody>
      </p:sp>
      <p:cxnSp>
        <p:nvCxnSpPr>
          <p:cNvPr id="36" name="Connector 36"/>
          <p:cNvCxnSpPr/>
          <p:nvPr/>
        </p:nvCxnSpPr>
        <p:spPr>
          <a:xfrm>
            <a:off x="6677999"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7" name="Connector 37"/>
          <p:cNvCxnSpPr/>
          <p:nvPr/>
        </p:nvCxnSpPr>
        <p:spPr>
          <a:xfrm>
            <a:off x="6677999" y="2628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8" name="Connector 38"/>
          <p:cNvCxnSpPr/>
          <p:nvPr/>
        </p:nvCxnSpPr>
        <p:spPr>
          <a:xfrm>
            <a:off x="6677999" y="309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9" name="Connector 39"/>
          <p:cNvCxnSpPr/>
          <p:nvPr/>
        </p:nvCxnSpPr>
        <p:spPr>
          <a:xfrm>
            <a:off x="6677999" y="3672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TextBox 40"/>
          <p:cNvSpPr txBox="1"/>
          <p:nvPr/>
        </p:nvSpPr>
        <p:spPr>
          <a:xfrm>
            <a:off x="6695999" y="3643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41" name="Connector 41"/>
          <p:cNvCxnSpPr/>
          <p:nvPr/>
        </p:nvCxnSpPr>
        <p:spPr>
          <a:xfrm>
            <a:off x="7361999" y="3474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42" name="Connector 42"/>
          <p:cNvCxnSpPr/>
          <p:nvPr/>
        </p:nvCxnSpPr>
        <p:spPr>
          <a:xfrm>
            <a:off x="7469999" y="3474000"/>
            <a:ext cx="0" cy="990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43" name="Connector 43"/>
          <p:cNvCxnSpPr/>
          <p:nvPr/>
        </p:nvCxnSpPr>
        <p:spPr>
          <a:xfrm flipH="1">
            <a:off x="7289999" y="4464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44" name="TextBox 44"/>
          <p:cNvSpPr txBox="1"/>
          <p:nvPr/>
        </p:nvSpPr>
        <p:spPr>
          <a:xfrm>
            <a:off x="7343999" y="3312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cxnSp>
        <p:nvCxnSpPr>
          <p:cNvPr id="45" name="Connector 45"/>
          <p:cNvCxnSpPr/>
          <p:nvPr/>
        </p:nvCxnSpPr>
        <p:spPr>
          <a:xfrm>
            <a:off x="6677999" y="414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46" name="Process 46"/>
          <p:cNvSpPr/>
          <p:nvPr/>
        </p:nvSpPr>
        <p:spPr>
          <a:xfrm>
            <a:off x="9462000" y="1872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자료 올림 공지 (선택)</a:t>
            </a:r>
          </a:p>
        </p:txBody>
      </p:sp>
      <p:sp>
        <p:nvSpPr>
          <p:cNvPr id="47" name="Process 47"/>
          <p:cNvSpPr/>
          <p:nvPr/>
        </p:nvSpPr>
        <p:spPr>
          <a:xfrm>
            <a:off x="9462000" y="2340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회원이 자료실에서 보기</a:t>
            </a:r>
          </a:p>
        </p:txBody>
      </p:sp>
      <p:sp>
        <p:nvSpPr>
          <p:cNvPr id="48" name="Process 48"/>
          <p:cNvSpPr/>
          <p:nvPr/>
        </p:nvSpPr>
        <p:spPr>
          <a:xfrm>
            <a:off x="9462000" y="2808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내려받기</a:t>
            </a:r>
          </a:p>
        </p:txBody>
      </p:sp>
      <p:sp>
        <p:nvSpPr>
          <p:cNvPr id="49" name="Terminator 49"/>
          <p:cNvSpPr/>
          <p:nvPr/>
        </p:nvSpPr>
        <p:spPr>
          <a:xfrm>
            <a:off x="9462000" y="3276000"/>
            <a:ext cx="1224000" cy="288000"/>
          </a:xfrm>
          <a:prstGeom prst="flowChartTerminator">
            <a:avLst/>
          </a:prstGeom>
          <a:solidFill>
            <a:srgbClr val="D9D9D9"/>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END</a:t>
            </a:r>
          </a:p>
        </p:txBody>
      </p:sp>
      <p:cxnSp>
        <p:nvCxnSpPr>
          <p:cNvPr id="50" name="Connector 50"/>
          <p:cNvCxnSpPr/>
          <p:nvPr/>
        </p:nvCxnSpPr>
        <p:spPr>
          <a:xfrm>
            <a:off x="10074000"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1" name="Connector 51"/>
          <p:cNvCxnSpPr/>
          <p:nvPr/>
        </p:nvCxnSpPr>
        <p:spPr>
          <a:xfrm>
            <a:off x="10074000" y="2628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2" name="Connector 52"/>
          <p:cNvCxnSpPr/>
          <p:nvPr/>
        </p:nvCxnSpPr>
        <p:spPr>
          <a:xfrm>
            <a:off x="10074000" y="309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3" name="Connector 53"/>
          <p:cNvCxnSpPr/>
          <p:nvPr/>
        </p:nvCxnSpPr>
        <p:spPr>
          <a:xfrm>
            <a:off x="3893999" y="3996000"/>
            <a:ext cx="1014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4" name="Connector 54"/>
          <p:cNvCxnSpPr/>
          <p:nvPr/>
        </p:nvCxnSpPr>
        <p:spPr>
          <a:xfrm flipV="1">
            <a:off x="4907999" y="2016000"/>
            <a:ext cx="0" cy="1980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5" name="Connector 55"/>
          <p:cNvCxnSpPr/>
          <p:nvPr/>
        </p:nvCxnSpPr>
        <p:spPr>
          <a:xfrm>
            <a:off x="4907999" y="2016000"/>
            <a:ext cx="1158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6" name="Connector 56"/>
          <p:cNvCxnSpPr/>
          <p:nvPr/>
        </p:nvCxnSpPr>
        <p:spPr>
          <a:xfrm>
            <a:off x="7289999" y="3996000"/>
            <a:ext cx="1014001"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7" name="Connector 57"/>
          <p:cNvCxnSpPr/>
          <p:nvPr/>
        </p:nvCxnSpPr>
        <p:spPr>
          <a:xfrm flipV="1">
            <a:off x="8304000" y="2016000"/>
            <a:ext cx="0" cy="1980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8" name="Connector 58"/>
          <p:cNvCxnSpPr/>
          <p:nvPr/>
        </p:nvCxnSpPr>
        <p:spPr>
          <a:xfrm>
            <a:off x="8304000" y="2016000"/>
            <a:ext cx="1158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User flow</a:t>
            </a:r>
          </a:p>
        </p:txBody>
      </p:sp>
      <p:sp>
        <p:nvSpPr>
          <p:cNvPr id="4"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11</a:t>
            </a:r>
          </a:p>
        </p:txBody>
      </p:sp>
      <p:sp>
        <p:nvSpPr>
          <p:cNvPr id="5" name="Rectangle 5"/>
          <p:cNvSpPr/>
          <p:nvPr/>
        </p:nvSpPr>
        <p:spPr>
          <a:xfrm>
            <a:off x="432000" y="1368000"/>
            <a:ext cx="1152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6"/>
          <p:cNvSpPr/>
          <p:nvPr/>
        </p:nvSpPr>
        <p:spPr>
          <a:xfrm>
            <a:off x="432000" y="1692000"/>
            <a:ext cx="1152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7"/>
          <p:cNvSpPr/>
          <p:nvPr/>
        </p:nvSpPr>
        <p:spPr>
          <a:xfrm>
            <a:off x="1584000" y="1368000"/>
            <a:ext cx="3396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8"/>
          <p:cNvSpPr/>
          <p:nvPr/>
        </p:nvSpPr>
        <p:spPr>
          <a:xfrm>
            <a:off x="1584000" y="1692000"/>
            <a:ext cx="3396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9"/>
          <p:cNvSpPr txBox="1"/>
          <p:nvPr/>
        </p:nvSpPr>
        <p:spPr>
          <a:xfrm>
            <a:off x="1638000" y="1425600"/>
            <a:ext cx="3288000" cy="216000"/>
          </a:xfrm>
          <a:prstGeom prst="rect">
            <a:avLst/>
          </a:prstGeom>
          <a:noFill/>
        </p:spPr>
        <p:txBody>
          <a:bodyPr wrap="square">
            <a:spAutoFit/>
          </a:bodyPr>
          <a:lstStyle/>
          <a:p>
            <a:r>
              <a:rPr sz="900" b="1">
                <a:solidFill>
                  <a:srgbClr val="1A1A1A"/>
                </a:solidFill>
                <a:latin typeface="맑은 고딕"/>
                <a:ea typeface="맑은 고딕"/>
              </a:rPr>
              <a:t>1 STEP. 앱 열기</a:t>
            </a:r>
          </a:p>
        </p:txBody>
      </p:sp>
      <p:sp>
        <p:nvSpPr>
          <p:cNvPr id="10" name="Rectangle 10"/>
          <p:cNvSpPr/>
          <p:nvPr/>
        </p:nvSpPr>
        <p:spPr>
          <a:xfrm>
            <a:off x="4979999" y="1368000"/>
            <a:ext cx="3396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1"/>
          <p:cNvSpPr/>
          <p:nvPr/>
        </p:nvSpPr>
        <p:spPr>
          <a:xfrm>
            <a:off x="4979999" y="1692000"/>
            <a:ext cx="3396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2"/>
          <p:cNvSpPr txBox="1"/>
          <p:nvPr/>
        </p:nvSpPr>
        <p:spPr>
          <a:xfrm>
            <a:off x="5033999" y="1425600"/>
            <a:ext cx="3288000" cy="216000"/>
          </a:xfrm>
          <a:prstGeom prst="rect">
            <a:avLst/>
          </a:prstGeom>
          <a:noFill/>
        </p:spPr>
        <p:txBody>
          <a:bodyPr wrap="square">
            <a:spAutoFit/>
          </a:bodyPr>
          <a:lstStyle/>
          <a:p>
            <a:r>
              <a:rPr sz="900" b="1">
                <a:solidFill>
                  <a:srgbClr val="1A1A1A"/>
                </a:solidFill>
                <a:latin typeface="맑은 고딕"/>
                <a:ea typeface="맑은 고딕"/>
              </a:rPr>
              <a:t>2 STEP. 로그인</a:t>
            </a:r>
          </a:p>
        </p:txBody>
      </p:sp>
      <p:sp>
        <p:nvSpPr>
          <p:cNvPr id="13" name="Rectangle 13"/>
          <p:cNvSpPr/>
          <p:nvPr/>
        </p:nvSpPr>
        <p:spPr>
          <a:xfrm>
            <a:off x="8376000" y="1368000"/>
            <a:ext cx="3396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4"/>
          <p:cNvSpPr/>
          <p:nvPr/>
        </p:nvSpPr>
        <p:spPr>
          <a:xfrm>
            <a:off x="8376000" y="1692000"/>
            <a:ext cx="3396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5"/>
          <p:cNvSpPr txBox="1"/>
          <p:nvPr/>
        </p:nvSpPr>
        <p:spPr>
          <a:xfrm>
            <a:off x="8430000" y="1425600"/>
            <a:ext cx="3288000" cy="216000"/>
          </a:xfrm>
          <a:prstGeom prst="rect">
            <a:avLst/>
          </a:prstGeom>
          <a:noFill/>
        </p:spPr>
        <p:txBody>
          <a:bodyPr wrap="square">
            <a:spAutoFit/>
          </a:bodyPr>
          <a:lstStyle/>
          <a:p>
            <a:r>
              <a:rPr sz="900" b="1">
                <a:solidFill>
                  <a:srgbClr val="1A1A1A"/>
                </a:solidFill>
                <a:latin typeface="맑은 고딕"/>
                <a:ea typeface="맑은 고딕"/>
              </a:rPr>
              <a:t>3 STEP. 쓰기</a:t>
            </a:r>
          </a:p>
        </p:txBody>
      </p:sp>
      <p:sp>
        <p:nvSpPr>
          <p:cNvPr id="16" name="TextBox 16"/>
          <p:cNvSpPr txBox="1"/>
          <p:nvPr/>
        </p:nvSpPr>
        <p:spPr>
          <a:xfrm>
            <a:off x="468000" y="3780000"/>
            <a:ext cx="1080000" cy="432000"/>
          </a:xfrm>
          <a:prstGeom prst="rect">
            <a:avLst/>
          </a:prstGeom>
          <a:noFill/>
        </p:spPr>
        <p:txBody>
          <a:bodyPr wrap="square">
            <a:spAutoFit/>
          </a:bodyPr>
          <a:lstStyle/>
          <a:p>
            <a:pPr algn="ctr"/>
            <a:r>
              <a:rPr sz="950" b="1">
                <a:solidFill>
                  <a:srgbClr val="1A1A1A"/>
                </a:solidFill>
                <a:latin typeface="맑은 고딕"/>
                <a:ea typeface="맑은 고딕"/>
              </a:rPr>
              <a:t>시작과 로그인</a:t>
            </a:r>
          </a:p>
          <a:p>
            <a:pPr algn="ctr"/>
            <a:r>
              <a:rPr sz="950" b="1">
                <a:solidFill>
                  <a:srgbClr val="1A1A1A"/>
                </a:solidFill>
                <a:latin typeface="맑은 고딕"/>
                <a:ea typeface="맑은 고딕"/>
              </a:rPr>
              <a:t>User flow</a:t>
            </a:r>
          </a:p>
        </p:txBody>
      </p:sp>
      <p:sp>
        <p:nvSpPr>
          <p:cNvPr id="17" name="Terminator 17"/>
          <p:cNvSpPr/>
          <p:nvPr/>
        </p:nvSpPr>
        <p:spPr>
          <a:xfrm>
            <a:off x="2669999" y="1872000"/>
            <a:ext cx="1224000" cy="288000"/>
          </a:xfrm>
          <a:prstGeom prst="flowChartTerminator">
            <a:avLst/>
          </a:prstGeom>
          <a:solidFill>
            <a:srgbClr val="D9D9D9"/>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START</a:t>
            </a:r>
          </a:p>
        </p:txBody>
      </p:sp>
      <p:sp>
        <p:nvSpPr>
          <p:cNvPr id="18" name="Decision 18"/>
          <p:cNvSpPr/>
          <p:nvPr/>
        </p:nvSpPr>
        <p:spPr>
          <a:xfrm>
            <a:off x="2597999" y="2340000"/>
            <a:ext cx="1368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로그인 상태?</a:t>
            </a:r>
          </a:p>
        </p:txBody>
      </p:sp>
      <p:sp>
        <p:nvSpPr>
          <p:cNvPr id="19" name="Process 19"/>
          <p:cNvSpPr/>
          <p:nvPr/>
        </p:nvSpPr>
        <p:spPr>
          <a:xfrm>
            <a:off x="2669999" y="2916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홈 (B-01)</a:t>
            </a:r>
          </a:p>
        </p:txBody>
      </p:sp>
      <p:sp>
        <p:nvSpPr>
          <p:cNvPr id="20" name="Process 20"/>
          <p:cNvSpPr/>
          <p:nvPr/>
        </p:nvSpPr>
        <p:spPr>
          <a:xfrm>
            <a:off x="2669999" y="3384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로그인 (A-01)</a:t>
            </a:r>
          </a:p>
        </p:txBody>
      </p:sp>
      <p:cxnSp>
        <p:nvCxnSpPr>
          <p:cNvPr id="21" name="Connector 21"/>
          <p:cNvCxnSpPr/>
          <p:nvPr/>
        </p:nvCxnSpPr>
        <p:spPr>
          <a:xfrm>
            <a:off x="3281999"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2"/>
          <p:cNvCxnSpPr/>
          <p:nvPr/>
        </p:nvCxnSpPr>
        <p:spPr>
          <a:xfrm>
            <a:off x="3281999" y="273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TextBox 23"/>
          <p:cNvSpPr txBox="1"/>
          <p:nvPr/>
        </p:nvSpPr>
        <p:spPr>
          <a:xfrm>
            <a:off x="3299999" y="2707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24" name="Connector 24"/>
          <p:cNvCxnSpPr/>
          <p:nvPr/>
        </p:nvCxnSpPr>
        <p:spPr>
          <a:xfrm>
            <a:off x="3965999" y="2538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25" name="Connector 25"/>
          <p:cNvCxnSpPr/>
          <p:nvPr/>
        </p:nvCxnSpPr>
        <p:spPr>
          <a:xfrm>
            <a:off x="4073999" y="2538000"/>
            <a:ext cx="0" cy="990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26" name="Connector 26"/>
          <p:cNvCxnSpPr/>
          <p:nvPr/>
        </p:nvCxnSpPr>
        <p:spPr>
          <a:xfrm flipH="1">
            <a:off x="3893999" y="3528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TextBox 27"/>
          <p:cNvSpPr txBox="1"/>
          <p:nvPr/>
        </p:nvSpPr>
        <p:spPr>
          <a:xfrm>
            <a:off x="3947999" y="2376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sp>
        <p:nvSpPr>
          <p:cNvPr id="28" name="Decision 28"/>
          <p:cNvSpPr/>
          <p:nvPr/>
        </p:nvSpPr>
        <p:spPr>
          <a:xfrm>
            <a:off x="5849999" y="1872000"/>
            <a:ext cx="1368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계정 있음?</a:t>
            </a:r>
          </a:p>
        </p:txBody>
      </p:sp>
      <p:sp>
        <p:nvSpPr>
          <p:cNvPr id="29" name="Process 29"/>
          <p:cNvSpPr/>
          <p:nvPr/>
        </p:nvSpPr>
        <p:spPr>
          <a:xfrm>
            <a:off x="5921999" y="2448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이메일, 비밀번호</a:t>
            </a:r>
          </a:p>
        </p:txBody>
      </p:sp>
      <p:sp>
        <p:nvSpPr>
          <p:cNvPr id="30" name="Decision 30"/>
          <p:cNvSpPr/>
          <p:nvPr/>
        </p:nvSpPr>
        <p:spPr>
          <a:xfrm>
            <a:off x="5849999" y="2916000"/>
            <a:ext cx="1368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맞음?</a:t>
            </a:r>
          </a:p>
        </p:txBody>
      </p:sp>
      <p:sp>
        <p:nvSpPr>
          <p:cNvPr id="31" name="TextBox 31"/>
          <p:cNvSpPr txBox="1"/>
          <p:nvPr/>
        </p:nvSpPr>
        <p:spPr>
          <a:xfrm>
            <a:off x="7253999" y="2898000"/>
            <a:ext cx="1086000" cy="468000"/>
          </a:xfrm>
          <a:prstGeom prst="rect">
            <a:avLst/>
          </a:prstGeom>
          <a:noFill/>
        </p:spPr>
        <p:txBody>
          <a:bodyPr wrap="square">
            <a:spAutoFit/>
          </a:bodyPr>
          <a:lstStyle/>
          <a:p>
            <a:r>
              <a:rPr sz="650" b="0">
                <a:solidFill>
                  <a:srgbClr val="595959"/>
                </a:solidFill>
                <a:latin typeface="맑은 고딕"/>
                <a:ea typeface="맑은 고딕"/>
              </a:rPr>
              <a:t>· 비밀번호를 잊으면</a:t>
            </a:r>
          </a:p>
          <a:p>
            <a:r>
              <a:rPr sz="650" b="0">
                <a:solidFill>
                  <a:srgbClr val="595959"/>
                </a:solidFill>
                <a:latin typeface="맑은 고딕"/>
                <a:ea typeface="맑은 고딕"/>
              </a:rPr>
              <a:t>  비밀번호 찾기 (A-03)</a:t>
            </a:r>
          </a:p>
        </p:txBody>
      </p:sp>
      <p:sp>
        <p:nvSpPr>
          <p:cNvPr id="32" name="Process 32"/>
          <p:cNvSpPr/>
          <p:nvPr/>
        </p:nvSpPr>
        <p:spPr>
          <a:xfrm>
            <a:off x="5921999" y="3492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홈으로</a:t>
            </a:r>
          </a:p>
        </p:txBody>
      </p:sp>
      <p:sp>
        <p:nvSpPr>
          <p:cNvPr id="33" name="Process 33"/>
          <p:cNvSpPr/>
          <p:nvPr/>
        </p:nvSpPr>
        <p:spPr>
          <a:xfrm>
            <a:off x="5921999" y="3960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회원가입, 인증 메일 (A-02)</a:t>
            </a:r>
          </a:p>
        </p:txBody>
      </p:sp>
      <p:cxnSp>
        <p:nvCxnSpPr>
          <p:cNvPr id="34" name="Connector 34"/>
          <p:cNvCxnSpPr/>
          <p:nvPr/>
        </p:nvCxnSpPr>
        <p:spPr>
          <a:xfrm>
            <a:off x="6533999" y="2268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TextBox 35"/>
          <p:cNvSpPr txBox="1"/>
          <p:nvPr/>
        </p:nvSpPr>
        <p:spPr>
          <a:xfrm>
            <a:off x="6551999" y="2239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36" name="Connector 36"/>
          <p:cNvCxnSpPr/>
          <p:nvPr/>
        </p:nvCxnSpPr>
        <p:spPr>
          <a:xfrm>
            <a:off x="7217999" y="2070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37" name="Connector 37"/>
          <p:cNvCxnSpPr/>
          <p:nvPr/>
        </p:nvCxnSpPr>
        <p:spPr>
          <a:xfrm>
            <a:off x="7325999" y="2070000"/>
            <a:ext cx="0" cy="2034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38" name="Connector 38"/>
          <p:cNvCxnSpPr/>
          <p:nvPr/>
        </p:nvCxnSpPr>
        <p:spPr>
          <a:xfrm flipH="1">
            <a:off x="7145999" y="4104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TextBox 39"/>
          <p:cNvSpPr txBox="1"/>
          <p:nvPr/>
        </p:nvSpPr>
        <p:spPr>
          <a:xfrm>
            <a:off x="7199999" y="1908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cxnSp>
        <p:nvCxnSpPr>
          <p:cNvPr id="40" name="Connector 40"/>
          <p:cNvCxnSpPr/>
          <p:nvPr/>
        </p:nvCxnSpPr>
        <p:spPr>
          <a:xfrm>
            <a:off x="6533999" y="273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1" name="Connector 41"/>
          <p:cNvCxnSpPr/>
          <p:nvPr/>
        </p:nvCxnSpPr>
        <p:spPr>
          <a:xfrm>
            <a:off x="6533999" y="3312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42" name="TextBox 42"/>
          <p:cNvSpPr txBox="1"/>
          <p:nvPr/>
        </p:nvSpPr>
        <p:spPr>
          <a:xfrm>
            <a:off x="6551999" y="3283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43" name="Connector 43"/>
          <p:cNvCxnSpPr/>
          <p:nvPr/>
        </p:nvCxnSpPr>
        <p:spPr>
          <a:xfrm>
            <a:off x="7217999" y="3114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44" name="Connector 44"/>
          <p:cNvCxnSpPr/>
          <p:nvPr/>
        </p:nvCxnSpPr>
        <p:spPr>
          <a:xfrm flipV="1">
            <a:off x="7325999" y="2592000"/>
            <a:ext cx="0" cy="522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45" name="Connector 45"/>
          <p:cNvCxnSpPr/>
          <p:nvPr/>
        </p:nvCxnSpPr>
        <p:spPr>
          <a:xfrm flipH="1">
            <a:off x="7145999" y="2592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46" name="TextBox 46"/>
          <p:cNvSpPr txBox="1"/>
          <p:nvPr/>
        </p:nvSpPr>
        <p:spPr>
          <a:xfrm>
            <a:off x="7199999" y="2952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sp>
        <p:nvSpPr>
          <p:cNvPr id="47" name="Process 47"/>
          <p:cNvSpPr/>
          <p:nvPr/>
        </p:nvSpPr>
        <p:spPr>
          <a:xfrm>
            <a:off x="9462000" y="1872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홈에서 할 일 보기</a:t>
            </a:r>
          </a:p>
        </p:txBody>
      </p:sp>
      <p:sp>
        <p:nvSpPr>
          <p:cNvPr id="48" name="Process 48"/>
          <p:cNvSpPr/>
          <p:nvPr/>
        </p:nvSpPr>
        <p:spPr>
          <a:xfrm>
            <a:off x="9462000" y="2340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하단 탭으로 이동</a:t>
            </a:r>
          </a:p>
        </p:txBody>
      </p:sp>
      <p:sp>
        <p:nvSpPr>
          <p:cNvPr id="49" name="Process 49"/>
          <p:cNvSpPr/>
          <p:nvPr/>
        </p:nvSpPr>
        <p:spPr>
          <a:xfrm>
            <a:off x="9462000" y="2808000"/>
            <a:ext cx="1224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내 정보, 로그아웃</a:t>
            </a:r>
          </a:p>
        </p:txBody>
      </p:sp>
      <p:sp>
        <p:nvSpPr>
          <p:cNvPr id="50" name="Terminator 50"/>
          <p:cNvSpPr/>
          <p:nvPr/>
        </p:nvSpPr>
        <p:spPr>
          <a:xfrm>
            <a:off x="9462000" y="3276000"/>
            <a:ext cx="1224000" cy="288000"/>
          </a:xfrm>
          <a:prstGeom prst="flowChartTerminator">
            <a:avLst/>
          </a:prstGeom>
          <a:solidFill>
            <a:srgbClr val="D9D9D9"/>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END</a:t>
            </a:r>
          </a:p>
        </p:txBody>
      </p:sp>
      <p:cxnSp>
        <p:nvCxnSpPr>
          <p:cNvPr id="51" name="Connector 51"/>
          <p:cNvCxnSpPr/>
          <p:nvPr/>
        </p:nvCxnSpPr>
        <p:spPr>
          <a:xfrm>
            <a:off x="10074000"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2" name="Connector 52"/>
          <p:cNvCxnSpPr/>
          <p:nvPr/>
        </p:nvCxnSpPr>
        <p:spPr>
          <a:xfrm>
            <a:off x="10074000" y="2628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3" name="Connector 53"/>
          <p:cNvCxnSpPr/>
          <p:nvPr/>
        </p:nvCxnSpPr>
        <p:spPr>
          <a:xfrm>
            <a:off x="10074000" y="309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4" name="Connector 54"/>
          <p:cNvCxnSpPr/>
          <p:nvPr/>
        </p:nvCxnSpPr>
        <p:spPr>
          <a:xfrm>
            <a:off x="3893999" y="3528000"/>
            <a:ext cx="1014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5" name="Connector 55"/>
          <p:cNvCxnSpPr/>
          <p:nvPr/>
        </p:nvCxnSpPr>
        <p:spPr>
          <a:xfrm flipV="1">
            <a:off x="4907999" y="2070000"/>
            <a:ext cx="0" cy="1458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6" name="Connector 56"/>
          <p:cNvCxnSpPr/>
          <p:nvPr/>
        </p:nvCxnSpPr>
        <p:spPr>
          <a:xfrm>
            <a:off x="4907999" y="2070000"/>
            <a:ext cx="942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7" name="Connector 57"/>
          <p:cNvCxnSpPr/>
          <p:nvPr/>
        </p:nvCxnSpPr>
        <p:spPr>
          <a:xfrm>
            <a:off x="7145999" y="3636000"/>
            <a:ext cx="1158001"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8" name="Connector 58"/>
          <p:cNvCxnSpPr/>
          <p:nvPr/>
        </p:nvCxnSpPr>
        <p:spPr>
          <a:xfrm flipV="1">
            <a:off x="8304000" y="2016000"/>
            <a:ext cx="0" cy="1620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9" name="Connector 59"/>
          <p:cNvCxnSpPr/>
          <p:nvPr/>
        </p:nvCxnSpPr>
        <p:spPr>
          <a:xfrm>
            <a:off x="8304000" y="2016000"/>
            <a:ext cx="1158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Logic process · 후보 시간 산출과 확정</a:t>
            </a:r>
          </a:p>
        </p:txBody>
      </p:sp>
      <p:sp>
        <p:nvSpPr>
          <p:cNvPr id="4"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12</a:t>
            </a:r>
          </a:p>
        </p:txBody>
      </p:sp>
      <p:sp>
        <p:nvSpPr>
          <p:cNvPr id="5" name="Rectangle 5"/>
          <p:cNvSpPr/>
          <p:nvPr/>
        </p:nvSpPr>
        <p:spPr>
          <a:xfrm>
            <a:off x="432000" y="1368000"/>
            <a:ext cx="2835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6"/>
          <p:cNvSpPr/>
          <p:nvPr/>
        </p:nvSpPr>
        <p:spPr>
          <a:xfrm>
            <a:off x="432000" y="1692000"/>
            <a:ext cx="2835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7"/>
          <p:cNvSpPr txBox="1"/>
          <p:nvPr/>
        </p:nvSpPr>
        <p:spPr>
          <a:xfrm>
            <a:off x="486000" y="1425600"/>
            <a:ext cx="2727000" cy="216000"/>
          </a:xfrm>
          <a:prstGeom prst="rect">
            <a:avLst/>
          </a:prstGeom>
          <a:noFill/>
        </p:spPr>
        <p:txBody>
          <a:bodyPr wrap="square">
            <a:spAutoFit/>
          </a:bodyPr>
          <a:lstStyle/>
          <a:p>
            <a:r>
              <a:rPr sz="900" b="1">
                <a:solidFill>
                  <a:srgbClr val="1A1A1A"/>
                </a:solidFill>
                <a:latin typeface="맑은 고딕"/>
                <a:ea typeface="맑은 고딕"/>
              </a:rPr>
              <a:t>입력</a:t>
            </a:r>
          </a:p>
        </p:txBody>
      </p:sp>
      <p:sp>
        <p:nvSpPr>
          <p:cNvPr id="8" name="Rectangle 8"/>
          <p:cNvSpPr/>
          <p:nvPr/>
        </p:nvSpPr>
        <p:spPr>
          <a:xfrm>
            <a:off x="3267000" y="1368000"/>
            <a:ext cx="2835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9"/>
          <p:cNvSpPr/>
          <p:nvPr/>
        </p:nvSpPr>
        <p:spPr>
          <a:xfrm>
            <a:off x="3267000" y="1692000"/>
            <a:ext cx="2835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10"/>
          <p:cNvSpPr txBox="1"/>
          <p:nvPr/>
        </p:nvSpPr>
        <p:spPr>
          <a:xfrm>
            <a:off x="3321000" y="1425600"/>
            <a:ext cx="2727000" cy="216000"/>
          </a:xfrm>
          <a:prstGeom prst="rect">
            <a:avLst/>
          </a:prstGeom>
          <a:noFill/>
        </p:spPr>
        <p:txBody>
          <a:bodyPr wrap="square">
            <a:spAutoFit/>
          </a:bodyPr>
          <a:lstStyle/>
          <a:p>
            <a:r>
              <a:rPr sz="900" b="1">
                <a:solidFill>
                  <a:srgbClr val="1A1A1A"/>
                </a:solidFill>
                <a:latin typeface="맑은 고딕"/>
                <a:ea typeface="맑은 고딕"/>
              </a:rPr>
              <a:t>산출</a:t>
            </a:r>
          </a:p>
        </p:txBody>
      </p:sp>
      <p:sp>
        <p:nvSpPr>
          <p:cNvPr id="11" name="Rectangle 11"/>
          <p:cNvSpPr/>
          <p:nvPr/>
        </p:nvSpPr>
        <p:spPr>
          <a:xfrm>
            <a:off x="6102000" y="1368000"/>
            <a:ext cx="2835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2"/>
          <p:cNvSpPr/>
          <p:nvPr/>
        </p:nvSpPr>
        <p:spPr>
          <a:xfrm>
            <a:off x="6102000" y="1692000"/>
            <a:ext cx="2835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3"/>
          <p:cNvSpPr txBox="1"/>
          <p:nvPr/>
        </p:nvSpPr>
        <p:spPr>
          <a:xfrm>
            <a:off x="6156000" y="1425600"/>
            <a:ext cx="2727000" cy="216000"/>
          </a:xfrm>
          <a:prstGeom prst="rect">
            <a:avLst/>
          </a:prstGeom>
          <a:noFill/>
        </p:spPr>
        <p:txBody>
          <a:bodyPr wrap="square">
            <a:spAutoFit/>
          </a:bodyPr>
          <a:lstStyle/>
          <a:p>
            <a:r>
              <a:rPr sz="900" b="1">
                <a:solidFill>
                  <a:srgbClr val="1A1A1A"/>
                </a:solidFill>
                <a:latin typeface="맑은 고딕"/>
                <a:ea typeface="맑은 고딕"/>
              </a:rPr>
              <a:t>투표와 확정</a:t>
            </a:r>
          </a:p>
        </p:txBody>
      </p:sp>
      <p:sp>
        <p:nvSpPr>
          <p:cNvPr id="14" name="Rectangle 14"/>
          <p:cNvSpPr/>
          <p:nvPr/>
        </p:nvSpPr>
        <p:spPr>
          <a:xfrm>
            <a:off x="8937000" y="1368000"/>
            <a:ext cx="2835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5"/>
          <p:cNvSpPr/>
          <p:nvPr/>
        </p:nvSpPr>
        <p:spPr>
          <a:xfrm>
            <a:off x="8937000" y="1692000"/>
            <a:ext cx="2835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6"/>
          <p:cNvSpPr txBox="1"/>
          <p:nvPr/>
        </p:nvSpPr>
        <p:spPr>
          <a:xfrm>
            <a:off x="8991000" y="1425600"/>
            <a:ext cx="2727000" cy="216000"/>
          </a:xfrm>
          <a:prstGeom prst="rect">
            <a:avLst/>
          </a:prstGeom>
          <a:noFill/>
        </p:spPr>
        <p:txBody>
          <a:bodyPr wrap="square">
            <a:spAutoFit/>
          </a:bodyPr>
          <a:lstStyle/>
          <a:p>
            <a:r>
              <a:rPr sz="900" b="1">
                <a:solidFill>
                  <a:srgbClr val="1A1A1A"/>
                </a:solidFill>
                <a:latin typeface="맑은 고딕"/>
                <a:ea typeface="맑은 고딕"/>
              </a:rPr>
              <a:t>알림과 변경</a:t>
            </a:r>
          </a:p>
        </p:txBody>
      </p:sp>
      <p:sp>
        <p:nvSpPr>
          <p:cNvPr id="17" name="Terminator 17"/>
          <p:cNvSpPr/>
          <p:nvPr/>
        </p:nvSpPr>
        <p:spPr>
          <a:xfrm>
            <a:off x="1057500" y="1872000"/>
            <a:ext cx="1296000" cy="288000"/>
          </a:xfrm>
          <a:prstGeom prst="flowChartTerminator">
            <a:avLst/>
          </a:prstGeom>
          <a:solidFill>
            <a:srgbClr val="D9D9D9"/>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Start</a:t>
            </a:r>
          </a:p>
        </p:txBody>
      </p:sp>
      <p:sp>
        <p:nvSpPr>
          <p:cNvPr id="18" name="Document 18"/>
          <p:cNvSpPr/>
          <p:nvPr/>
        </p:nvSpPr>
        <p:spPr>
          <a:xfrm>
            <a:off x="1057500" y="2340000"/>
            <a:ext cx="1296000" cy="288000"/>
          </a:xfrm>
          <a:prstGeom prst="flowChartDocument">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가능 시간 입력 (C-03, C-04)</a:t>
            </a:r>
          </a:p>
        </p:txBody>
      </p:sp>
      <p:sp>
        <p:nvSpPr>
          <p:cNvPr id="19" name="Data 19"/>
          <p:cNvSpPr/>
          <p:nvPr/>
        </p:nvSpPr>
        <p:spPr>
          <a:xfrm>
            <a:off x="1057500" y="2808000"/>
            <a:ext cx="1296000" cy="288000"/>
          </a:xfrm>
          <a:prstGeom prst="flowChartInputOutput">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날 상태, 시간대</a:t>
            </a:r>
          </a:p>
        </p:txBody>
      </p:sp>
      <p:sp>
        <p:nvSpPr>
          <p:cNvPr id="20" name="TextBox 20"/>
          <p:cNvSpPr txBox="1"/>
          <p:nvPr/>
        </p:nvSpPr>
        <p:spPr>
          <a:xfrm>
            <a:off x="2389500" y="2790000"/>
            <a:ext cx="841500" cy="360000"/>
          </a:xfrm>
          <a:prstGeom prst="rect">
            <a:avLst/>
          </a:prstGeom>
          <a:noFill/>
        </p:spPr>
        <p:txBody>
          <a:bodyPr wrap="square">
            <a:spAutoFit/>
          </a:bodyPr>
          <a:lstStyle/>
          <a:p>
            <a:r>
              <a:rPr sz="650" b="0">
                <a:solidFill>
                  <a:srgbClr val="595959"/>
                </a:solidFill>
                <a:latin typeface="맑은 고딕"/>
                <a:ea typeface="맑은 고딕"/>
              </a:rPr>
              <a:t>· 날마다 되는 날, 안 됨, 바뀔 수도</a:t>
            </a:r>
          </a:p>
          <a:p>
            <a:r>
              <a:rPr sz="650" b="0">
                <a:solidFill>
                  <a:srgbClr val="595959"/>
                </a:solidFill>
                <a:latin typeface="맑은 고딕"/>
                <a:ea typeface="맑은 고딕"/>
              </a:rPr>
              <a:t>· 시작, 끝 (30분 단위)</a:t>
            </a:r>
          </a:p>
        </p:txBody>
      </p:sp>
      <p:sp>
        <p:nvSpPr>
          <p:cNvPr id="21" name="Decision 21"/>
          <p:cNvSpPr/>
          <p:nvPr/>
        </p:nvSpPr>
        <p:spPr>
          <a:xfrm>
            <a:off x="985500" y="3276000"/>
            <a:ext cx="1440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되는 날 있음?</a:t>
            </a:r>
          </a:p>
        </p:txBody>
      </p:sp>
      <p:sp>
        <p:nvSpPr>
          <p:cNvPr id="22" name="Magnetic Disk 22"/>
          <p:cNvSpPr/>
          <p:nvPr/>
        </p:nvSpPr>
        <p:spPr>
          <a:xfrm>
            <a:off x="1057500" y="3852000"/>
            <a:ext cx="1296000" cy="288000"/>
          </a:xfrm>
          <a:prstGeom prst="flowChartMagneticDisk">
            <a:avLst/>
          </a:prstGeom>
          <a:solidFill>
            <a:srgbClr val="F2F2F2"/>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가능시간 DB</a:t>
            </a:r>
          </a:p>
        </p:txBody>
      </p:sp>
      <p:cxnSp>
        <p:nvCxnSpPr>
          <p:cNvPr id="23" name="Connector 23"/>
          <p:cNvCxnSpPr/>
          <p:nvPr/>
        </p:nvCxnSpPr>
        <p:spPr>
          <a:xfrm>
            <a:off x="1705500"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4"/>
          <p:cNvCxnSpPr/>
          <p:nvPr/>
        </p:nvCxnSpPr>
        <p:spPr>
          <a:xfrm>
            <a:off x="1705500" y="2628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Connector 25"/>
          <p:cNvCxnSpPr/>
          <p:nvPr/>
        </p:nvCxnSpPr>
        <p:spPr>
          <a:xfrm>
            <a:off x="1705500" y="309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6" name="Connector 26"/>
          <p:cNvCxnSpPr/>
          <p:nvPr/>
        </p:nvCxnSpPr>
        <p:spPr>
          <a:xfrm>
            <a:off x="1705500" y="3672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TextBox 27"/>
          <p:cNvSpPr txBox="1"/>
          <p:nvPr/>
        </p:nvSpPr>
        <p:spPr>
          <a:xfrm>
            <a:off x="1723500" y="3643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28" name="Connector 28"/>
          <p:cNvCxnSpPr/>
          <p:nvPr/>
        </p:nvCxnSpPr>
        <p:spPr>
          <a:xfrm>
            <a:off x="2425500" y="3474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29" name="Connector 29"/>
          <p:cNvCxnSpPr/>
          <p:nvPr/>
        </p:nvCxnSpPr>
        <p:spPr>
          <a:xfrm flipV="1">
            <a:off x="2533500" y="2484000"/>
            <a:ext cx="0" cy="990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30" name="Connector 30"/>
          <p:cNvCxnSpPr/>
          <p:nvPr/>
        </p:nvCxnSpPr>
        <p:spPr>
          <a:xfrm flipH="1">
            <a:off x="2353500" y="2484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TextBox 31"/>
          <p:cNvSpPr txBox="1"/>
          <p:nvPr/>
        </p:nvSpPr>
        <p:spPr>
          <a:xfrm>
            <a:off x="2407500" y="3312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sp>
        <p:nvSpPr>
          <p:cNvPr id="32" name="Decision 32"/>
          <p:cNvSpPr/>
          <p:nvPr/>
        </p:nvSpPr>
        <p:spPr>
          <a:xfrm>
            <a:off x="3820500" y="1872000"/>
            <a:ext cx="1440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전원 제출?</a:t>
            </a:r>
          </a:p>
        </p:txBody>
      </p:sp>
      <p:sp>
        <p:nvSpPr>
          <p:cNvPr id="33" name="Process 33"/>
          <p:cNvSpPr/>
          <p:nvPr/>
        </p:nvSpPr>
        <p:spPr>
          <a:xfrm>
            <a:off x="3892500" y="2448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날마다 전원 시간대의 교집합</a:t>
            </a:r>
          </a:p>
        </p:txBody>
      </p:sp>
      <p:sp>
        <p:nvSpPr>
          <p:cNvPr id="34" name="Decision 34"/>
          <p:cNvSpPr/>
          <p:nvPr/>
        </p:nvSpPr>
        <p:spPr>
          <a:xfrm>
            <a:off x="3820500" y="2916000"/>
            <a:ext cx="1440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교집합 ≥ 진행 예상 시간?</a:t>
            </a:r>
          </a:p>
        </p:txBody>
      </p:sp>
      <p:sp>
        <p:nvSpPr>
          <p:cNvPr id="35" name="TextBox 35"/>
          <p:cNvSpPr txBox="1"/>
          <p:nvPr/>
        </p:nvSpPr>
        <p:spPr>
          <a:xfrm>
            <a:off x="5296500" y="2898000"/>
            <a:ext cx="769500" cy="468000"/>
          </a:xfrm>
          <a:prstGeom prst="rect">
            <a:avLst/>
          </a:prstGeom>
          <a:noFill/>
        </p:spPr>
        <p:txBody>
          <a:bodyPr wrap="square">
            <a:spAutoFit/>
          </a:bodyPr>
          <a:lstStyle/>
          <a:p>
            <a:r>
              <a:rPr sz="650" b="0">
                <a:solidFill>
                  <a:srgbClr val="595959"/>
                </a:solidFill>
                <a:latin typeface="맑은 고딕"/>
                <a:ea typeface="맑은 고딕"/>
              </a:rPr>
              <a:t>· 진행 예상 시간은 팀장이 정함</a:t>
            </a:r>
          </a:p>
          <a:p>
            <a:r>
              <a:rPr sz="650" b="0">
                <a:solidFill>
                  <a:srgbClr val="595959"/>
                </a:solidFill>
                <a:latin typeface="맑은 고딕"/>
                <a:ea typeface="맑은 고딕"/>
              </a:rPr>
              <a:t>· 모자라면 후보에서 뺀다</a:t>
            </a:r>
          </a:p>
        </p:txBody>
      </p:sp>
      <p:sp>
        <p:nvSpPr>
          <p:cNvPr id="36" name="Process 36"/>
          <p:cNvSpPr/>
          <p:nvPr/>
        </p:nvSpPr>
        <p:spPr>
          <a:xfrm>
            <a:off x="3892500" y="3492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후보로 저장</a:t>
            </a:r>
          </a:p>
        </p:txBody>
      </p:sp>
      <p:sp>
        <p:nvSpPr>
          <p:cNvPr id="37" name="TextBox 37"/>
          <p:cNvSpPr txBox="1"/>
          <p:nvPr/>
        </p:nvSpPr>
        <p:spPr>
          <a:xfrm>
            <a:off x="5224500" y="3474000"/>
            <a:ext cx="841500" cy="360000"/>
          </a:xfrm>
          <a:prstGeom prst="rect">
            <a:avLst/>
          </a:prstGeom>
          <a:noFill/>
        </p:spPr>
        <p:txBody>
          <a:bodyPr wrap="square">
            <a:spAutoFit/>
          </a:bodyPr>
          <a:lstStyle/>
          <a:p>
            <a:r>
              <a:rPr sz="650" b="0">
                <a:solidFill>
                  <a:srgbClr val="595959"/>
                </a:solidFill>
                <a:latin typeface="맑은 고딕"/>
                <a:ea typeface="맑은 고딕"/>
              </a:rPr>
              <a:t>· 바뀔 수도 있는 날이 끼면 2순위</a:t>
            </a:r>
          </a:p>
          <a:p>
            <a:r>
              <a:rPr sz="650" b="0">
                <a:solidFill>
                  <a:srgbClr val="595959"/>
                </a:solidFill>
                <a:latin typeface="맑은 고딕"/>
                <a:ea typeface="맑은 고딕"/>
              </a:rPr>
              <a:t>· 1순위 먼저, 같으면 날짜순</a:t>
            </a:r>
          </a:p>
        </p:txBody>
      </p:sp>
      <p:sp>
        <p:nvSpPr>
          <p:cNvPr id="38" name="Process 38"/>
          <p:cNvSpPr/>
          <p:nvPr/>
        </p:nvSpPr>
        <p:spPr>
          <a:xfrm>
            <a:off x="3892500" y="3960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마감까지 대기</a:t>
            </a:r>
          </a:p>
        </p:txBody>
      </p:sp>
      <p:sp>
        <p:nvSpPr>
          <p:cNvPr id="39" name="Process 39"/>
          <p:cNvSpPr/>
          <p:nvPr/>
        </p:nvSpPr>
        <p:spPr>
          <a:xfrm>
            <a:off x="3892500" y="4428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그 날은 뺀다</a:t>
            </a:r>
          </a:p>
        </p:txBody>
      </p:sp>
      <p:cxnSp>
        <p:nvCxnSpPr>
          <p:cNvPr id="40" name="Connector 40"/>
          <p:cNvCxnSpPr/>
          <p:nvPr/>
        </p:nvCxnSpPr>
        <p:spPr>
          <a:xfrm>
            <a:off x="4540500" y="2268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41" name="TextBox 41"/>
          <p:cNvSpPr txBox="1"/>
          <p:nvPr/>
        </p:nvSpPr>
        <p:spPr>
          <a:xfrm>
            <a:off x="4558500" y="2239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42" name="Connector 42"/>
          <p:cNvCxnSpPr/>
          <p:nvPr/>
        </p:nvCxnSpPr>
        <p:spPr>
          <a:xfrm>
            <a:off x="5260500" y="2070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43" name="Connector 43"/>
          <p:cNvCxnSpPr/>
          <p:nvPr/>
        </p:nvCxnSpPr>
        <p:spPr>
          <a:xfrm>
            <a:off x="5368500" y="2070000"/>
            <a:ext cx="0" cy="2034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44" name="Connector 44"/>
          <p:cNvCxnSpPr/>
          <p:nvPr/>
        </p:nvCxnSpPr>
        <p:spPr>
          <a:xfrm flipH="1">
            <a:off x="5188500" y="4104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45" name="TextBox 45"/>
          <p:cNvSpPr txBox="1"/>
          <p:nvPr/>
        </p:nvSpPr>
        <p:spPr>
          <a:xfrm>
            <a:off x="5242500" y="1908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cxnSp>
        <p:nvCxnSpPr>
          <p:cNvPr id="46" name="Connector 46"/>
          <p:cNvCxnSpPr/>
          <p:nvPr/>
        </p:nvCxnSpPr>
        <p:spPr>
          <a:xfrm>
            <a:off x="4540500" y="273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7" name="Connector 47"/>
          <p:cNvCxnSpPr/>
          <p:nvPr/>
        </p:nvCxnSpPr>
        <p:spPr>
          <a:xfrm>
            <a:off x="4540500" y="3312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48" name="TextBox 48"/>
          <p:cNvSpPr txBox="1"/>
          <p:nvPr/>
        </p:nvSpPr>
        <p:spPr>
          <a:xfrm>
            <a:off x="4558500" y="3283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49" name="Connector 49"/>
          <p:cNvCxnSpPr/>
          <p:nvPr/>
        </p:nvCxnSpPr>
        <p:spPr>
          <a:xfrm>
            <a:off x="5260500" y="3114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0" name="Connector 50"/>
          <p:cNvCxnSpPr/>
          <p:nvPr/>
        </p:nvCxnSpPr>
        <p:spPr>
          <a:xfrm>
            <a:off x="5368500" y="3114000"/>
            <a:ext cx="0" cy="1458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1" name="Connector 51"/>
          <p:cNvCxnSpPr/>
          <p:nvPr/>
        </p:nvCxnSpPr>
        <p:spPr>
          <a:xfrm flipH="1">
            <a:off x="5188500" y="4572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52" name="TextBox 52"/>
          <p:cNvSpPr txBox="1"/>
          <p:nvPr/>
        </p:nvSpPr>
        <p:spPr>
          <a:xfrm>
            <a:off x="5242500" y="2952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cxnSp>
        <p:nvCxnSpPr>
          <p:cNvPr id="53" name="Connector 53"/>
          <p:cNvCxnSpPr/>
          <p:nvPr/>
        </p:nvCxnSpPr>
        <p:spPr>
          <a:xfrm>
            <a:off x="4540500" y="378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54" name="Magnetic Disk 54"/>
          <p:cNvSpPr/>
          <p:nvPr/>
        </p:nvSpPr>
        <p:spPr>
          <a:xfrm>
            <a:off x="6727500" y="1872000"/>
            <a:ext cx="1296000" cy="288000"/>
          </a:xfrm>
          <a:prstGeom prst="flowChartMagneticDisk">
            <a:avLst/>
          </a:prstGeom>
          <a:solidFill>
            <a:srgbClr val="F2F2F2"/>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후보시간 DB</a:t>
            </a:r>
          </a:p>
        </p:txBody>
      </p:sp>
      <p:sp>
        <p:nvSpPr>
          <p:cNvPr id="55" name="Document 55"/>
          <p:cNvSpPr/>
          <p:nvPr/>
        </p:nvSpPr>
        <p:spPr>
          <a:xfrm>
            <a:off x="6727500" y="2340000"/>
            <a:ext cx="1296000" cy="288000"/>
          </a:xfrm>
          <a:prstGeom prst="flowChartDocument">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투표 (C-05)</a:t>
            </a:r>
          </a:p>
        </p:txBody>
      </p:sp>
      <p:sp>
        <p:nvSpPr>
          <p:cNvPr id="56" name="Decision 56"/>
          <p:cNvSpPr/>
          <p:nvPr/>
        </p:nvSpPr>
        <p:spPr>
          <a:xfrm>
            <a:off x="6655500" y="2808000"/>
            <a:ext cx="1440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전원 투표?</a:t>
            </a:r>
          </a:p>
        </p:txBody>
      </p:sp>
      <p:sp>
        <p:nvSpPr>
          <p:cNvPr id="57" name="Process 57"/>
          <p:cNvSpPr/>
          <p:nvPr/>
        </p:nvSpPr>
        <p:spPr>
          <a:xfrm>
            <a:off x="6727500" y="3384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최다 득표 확정</a:t>
            </a:r>
          </a:p>
        </p:txBody>
      </p:sp>
      <p:sp>
        <p:nvSpPr>
          <p:cNvPr id="58" name="TextBox 58"/>
          <p:cNvSpPr txBox="1"/>
          <p:nvPr/>
        </p:nvSpPr>
        <p:spPr>
          <a:xfrm>
            <a:off x="8059500" y="3366000"/>
            <a:ext cx="841500" cy="360000"/>
          </a:xfrm>
          <a:prstGeom prst="rect">
            <a:avLst/>
          </a:prstGeom>
          <a:noFill/>
        </p:spPr>
        <p:txBody>
          <a:bodyPr wrap="square">
            <a:spAutoFit/>
          </a:bodyPr>
          <a:lstStyle/>
          <a:p>
            <a:r>
              <a:rPr sz="650" b="0">
                <a:solidFill>
                  <a:srgbClr val="595959"/>
                </a:solidFill>
                <a:latin typeface="맑은 고딕"/>
                <a:ea typeface="맑은 고딕"/>
              </a:rPr>
              <a:t>· 동점이면 날짜가 빠른 쪽</a:t>
            </a:r>
          </a:p>
          <a:p>
            <a:r>
              <a:rPr sz="650" b="0">
                <a:solidFill>
                  <a:srgbClr val="595959"/>
                </a:solidFill>
                <a:latin typeface="맑은 고딕"/>
                <a:ea typeface="맑은 고딕"/>
              </a:rPr>
              <a:t>· 후보 0개면 다시 요청</a:t>
            </a:r>
          </a:p>
        </p:txBody>
      </p:sp>
      <p:sp>
        <p:nvSpPr>
          <p:cNvPr id="59" name="Magnetic Disk 59"/>
          <p:cNvSpPr/>
          <p:nvPr/>
        </p:nvSpPr>
        <p:spPr>
          <a:xfrm>
            <a:off x="6727500" y="3852000"/>
            <a:ext cx="1296000" cy="288000"/>
          </a:xfrm>
          <a:prstGeom prst="flowChartMagneticDisk">
            <a:avLst/>
          </a:prstGeom>
          <a:solidFill>
            <a:srgbClr val="F2F2F2"/>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확정일정 DB</a:t>
            </a:r>
          </a:p>
        </p:txBody>
      </p:sp>
      <p:sp>
        <p:nvSpPr>
          <p:cNvPr id="60" name="Process 60"/>
          <p:cNvSpPr/>
          <p:nvPr/>
        </p:nvSpPr>
        <p:spPr>
          <a:xfrm>
            <a:off x="6727500" y="4320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마감 뒤 확정 (미정)</a:t>
            </a:r>
          </a:p>
        </p:txBody>
      </p:sp>
      <p:cxnSp>
        <p:nvCxnSpPr>
          <p:cNvPr id="61" name="Connector 61"/>
          <p:cNvCxnSpPr/>
          <p:nvPr/>
        </p:nvCxnSpPr>
        <p:spPr>
          <a:xfrm>
            <a:off x="7375500"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2" name="Connector 62"/>
          <p:cNvCxnSpPr/>
          <p:nvPr/>
        </p:nvCxnSpPr>
        <p:spPr>
          <a:xfrm>
            <a:off x="7375500" y="2628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3" name="Connector 63"/>
          <p:cNvCxnSpPr/>
          <p:nvPr/>
        </p:nvCxnSpPr>
        <p:spPr>
          <a:xfrm>
            <a:off x="7375500" y="3204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64" name="TextBox 64"/>
          <p:cNvSpPr txBox="1"/>
          <p:nvPr/>
        </p:nvSpPr>
        <p:spPr>
          <a:xfrm>
            <a:off x="7393500" y="3175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65" name="Connector 65"/>
          <p:cNvCxnSpPr/>
          <p:nvPr/>
        </p:nvCxnSpPr>
        <p:spPr>
          <a:xfrm>
            <a:off x="8095500" y="3006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66" name="Connector 66"/>
          <p:cNvCxnSpPr/>
          <p:nvPr/>
        </p:nvCxnSpPr>
        <p:spPr>
          <a:xfrm>
            <a:off x="8203500" y="3006000"/>
            <a:ext cx="0" cy="1458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67" name="Connector 67"/>
          <p:cNvCxnSpPr/>
          <p:nvPr/>
        </p:nvCxnSpPr>
        <p:spPr>
          <a:xfrm flipH="1">
            <a:off x="8023500" y="4464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68" name="TextBox 68"/>
          <p:cNvSpPr txBox="1"/>
          <p:nvPr/>
        </p:nvSpPr>
        <p:spPr>
          <a:xfrm>
            <a:off x="8077500" y="2844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cxnSp>
        <p:nvCxnSpPr>
          <p:cNvPr id="69" name="Connector 69"/>
          <p:cNvCxnSpPr/>
          <p:nvPr/>
        </p:nvCxnSpPr>
        <p:spPr>
          <a:xfrm>
            <a:off x="7375500" y="3672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70" name="Process 70"/>
          <p:cNvSpPr/>
          <p:nvPr/>
        </p:nvSpPr>
        <p:spPr>
          <a:xfrm>
            <a:off x="9562500" y="1872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디스코드 자동 공지</a:t>
            </a:r>
          </a:p>
        </p:txBody>
      </p:sp>
      <p:sp>
        <p:nvSpPr>
          <p:cNvPr id="71" name="Decision 71"/>
          <p:cNvSpPr/>
          <p:nvPr/>
        </p:nvSpPr>
        <p:spPr>
          <a:xfrm>
            <a:off x="9490500" y="2340000"/>
            <a:ext cx="1440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변경 시작?</a:t>
            </a:r>
          </a:p>
        </p:txBody>
      </p:sp>
      <p:sp>
        <p:nvSpPr>
          <p:cNvPr id="72" name="Process 72"/>
          <p:cNvSpPr/>
          <p:nvPr/>
        </p:nvSpPr>
        <p:spPr>
          <a:xfrm>
            <a:off x="9562500" y="2916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확정을 변경으로 취소</a:t>
            </a:r>
          </a:p>
        </p:txBody>
      </p:sp>
      <p:sp>
        <p:nvSpPr>
          <p:cNvPr id="73" name="TextBox 73"/>
          <p:cNvSpPr txBox="1"/>
          <p:nvPr/>
        </p:nvSpPr>
        <p:spPr>
          <a:xfrm>
            <a:off x="10894500" y="2898000"/>
            <a:ext cx="841500" cy="360000"/>
          </a:xfrm>
          <a:prstGeom prst="rect">
            <a:avLst/>
          </a:prstGeom>
          <a:noFill/>
        </p:spPr>
        <p:txBody>
          <a:bodyPr wrap="square">
            <a:spAutoFit/>
          </a:bodyPr>
          <a:lstStyle/>
          <a:p>
            <a:r>
              <a:rPr sz="650" b="0">
                <a:solidFill>
                  <a:srgbClr val="595959"/>
                </a:solidFill>
                <a:latin typeface="맑은 고딕"/>
                <a:ea typeface="맑은 고딕"/>
              </a:rPr>
              <a:t>· 사유를 남긴다</a:t>
            </a:r>
          </a:p>
          <a:p>
            <a:r>
              <a:rPr sz="650" b="0">
                <a:solidFill>
                  <a:srgbClr val="595959"/>
                </a:solidFill>
                <a:latin typeface="맑은 고딕"/>
                <a:ea typeface="맑은 고딕"/>
              </a:rPr>
              <a:t>· 전원에게 알림</a:t>
            </a:r>
          </a:p>
        </p:txBody>
      </p:sp>
      <p:sp>
        <p:nvSpPr>
          <p:cNvPr id="74" name="Process 74"/>
          <p:cNvSpPr/>
          <p:nvPr/>
        </p:nvSpPr>
        <p:spPr>
          <a:xfrm>
            <a:off x="9562500" y="3384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회차 올리고 다시 투표</a:t>
            </a:r>
          </a:p>
        </p:txBody>
      </p:sp>
      <p:sp>
        <p:nvSpPr>
          <p:cNvPr id="75" name="Terminator 75"/>
          <p:cNvSpPr/>
          <p:nvPr/>
        </p:nvSpPr>
        <p:spPr>
          <a:xfrm>
            <a:off x="9562500" y="3852000"/>
            <a:ext cx="1296000" cy="288000"/>
          </a:xfrm>
          <a:prstGeom prst="flowChartTerminator">
            <a:avLst/>
          </a:prstGeom>
          <a:solidFill>
            <a:srgbClr val="D9D9D9"/>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End</a:t>
            </a:r>
          </a:p>
        </p:txBody>
      </p:sp>
      <p:cxnSp>
        <p:nvCxnSpPr>
          <p:cNvPr id="76" name="Connector 76"/>
          <p:cNvCxnSpPr/>
          <p:nvPr/>
        </p:nvCxnSpPr>
        <p:spPr>
          <a:xfrm>
            <a:off x="10210500"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7" name="Connector 77"/>
          <p:cNvCxnSpPr/>
          <p:nvPr/>
        </p:nvCxnSpPr>
        <p:spPr>
          <a:xfrm>
            <a:off x="10210500" y="273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78" name="TextBox 78"/>
          <p:cNvSpPr txBox="1"/>
          <p:nvPr/>
        </p:nvSpPr>
        <p:spPr>
          <a:xfrm>
            <a:off x="10228500" y="2707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79" name="Connector 79"/>
          <p:cNvCxnSpPr/>
          <p:nvPr/>
        </p:nvCxnSpPr>
        <p:spPr>
          <a:xfrm>
            <a:off x="10930500" y="2538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80" name="Connector 80"/>
          <p:cNvCxnSpPr/>
          <p:nvPr/>
        </p:nvCxnSpPr>
        <p:spPr>
          <a:xfrm>
            <a:off x="11038500" y="2538000"/>
            <a:ext cx="0" cy="1458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81" name="Connector 81"/>
          <p:cNvCxnSpPr/>
          <p:nvPr/>
        </p:nvCxnSpPr>
        <p:spPr>
          <a:xfrm flipH="1">
            <a:off x="10858500" y="3996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82" name="TextBox 82"/>
          <p:cNvSpPr txBox="1"/>
          <p:nvPr/>
        </p:nvSpPr>
        <p:spPr>
          <a:xfrm>
            <a:off x="10912500" y="2376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cxnSp>
        <p:nvCxnSpPr>
          <p:cNvPr id="83" name="Connector 83"/>
          <p:cNvCxnSpPr/>
          <p:nvPr/>
        </p:nvCxnSpPr>
        <p:spPr>
          <a:xfrm>
            <a:off x="10210500" y="3204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4" name="Connector 84"/>
          <p:cNvCxnSpPr/>
          <p:nvPr/>
        </p:nvCxnSpPr>
        <p:spPr>
          <a:xfrm>
            <a:off x="2353500" y="3996000"/>
            <a:ext cx="8415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85" name="Connector 85"/>
          <p:cNvCxnSpPr/>
          <p:nvPr/>
        </p:nvCxnSpPr>
        <p:spPr>
          <a:xfrm flipV="1">
            <a:off x="3195000" y="2070000"/>
            <a:ext cx="0" cy="1926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86" name="Connector 86"/>
          <p:cNvCxnSpPr/>
          <p:nvPr/>
        </p:nvCxnSpPr>
        <p:spPr>
          <a:xfrm>
            <a:off x="3195000" y="2070000"/>
            <a:ext cx="6255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7" name="Connector 87"/>
          <p:cNvCxnSpPr/>
          <p:nvPr/>
        </p:nvCxnSpPr>
        <p:spPr>
          <a:xfrm>
            <a:off x="5188500" y="4104000"/>
            <a:ext cx="8415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88" name="Connector 88"/>
          <p:cNvCxnSpPr/>
          <p:nvPr/>
        </p:nvCxnSpPr>
        <p:spPr>
          <a:xfrm flipV="1">
            <a:off x="6030000" y="2016000"/>
            <a:ext cx="0" cy="2088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89" name="Connector 89"/>
          <p:cNvCxnSpPr/>
          <p:nvPr/>
        </p:nvCxnSpPr>
        <p:spPr>
          <a:xfrm>
            <a:off x="6030000" y="2016000"/>
            <a:ext cx="6975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0" name="Connector 90"/>
          <p:cNvCxnSpPr/>
          <p:nvPr/>
        </p:nvCxnSpPr>
        <p:spPr>
          <a:xfrm>
            <a:off x="8023500" y="3996000"/>
            <a:ext cx="8415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91" name="Connector 91"/>
          <p:cNvCxnSpPr/>
          <p:nvPr/>
        </p:nvCxnSpPr>
        <p:spPr>
          <a:xfrm flipV="1">
            <a:off x="8865000" y="2016000"/>
            <a:ext cx="0" cy="1980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92" name="Connector 92"/>
          <p:cNvCxnSpPr/>
          <p:nvPr/>
        </p:nvCxnSpPr>
        <p:spPr>
          <a:xfrm>
            <a:off x="8865000" y="2016000"/>
            <a:ext cx="6975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Logic process · 공지 발송</a:t>
            </a:r>
          </a:p>
        </p:txBody>
      </p:sp>
      <p:sp>
        <p:nvSpPr>
          <p:cNvPr id="4"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13</a:t>
            </a:r>
          </a:p>
        </p:txBody>
      </p:sp>
      <p:sp>
        <p:nvSpPr>
          <p:cNvPr id="5" name="Rectangle 5"/>
          <p:cNvSpPr/>
          <p:nvPr/>
        </p:nvSpPr>
        <p:spPr>
          <a:xfrm>
            <a:off x="432000" y="1368000"/>
            <a:ext cx="3780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6"/>
          <p:cNvSpPr/>
          <p:nvPr/>
        </p:nvSpPr>
        <p:spPr>
          <a:xfrm>
            <a:off x="432000" y="1692000"/>
            <a:ext cx="3780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7"/>
          <p:cNvSpPr txBox="1"/>
          <p:nvPr/>
        </p:nvSpPr>
        <p:spPr>
          <a:xfrm>
            <a:off x="486000" y="1425600"/>
            <a:ext cx="3672000" cy="216000"/>
          </a:xfrm>
          <a:prstGeom prst="rect">
            <a:avLst/>
          </a:prstGeom>
          <a:noFill/>
        </p:spPr>
        <p:txBody>
          <a:bodyPr wrap="square">
            <a:spAutoFit/>
          </a:bodyPr>
          <a:lstStyle/>
          <a:p>
            <a:r>
              <a:rPr sz="900" b="1">
                <a:solidFill>
                  <a:srgbClr val="1A1A1A"/>
                </a:solidFill>
                <a:latin typeface="맑은 고딕"/>
                <a:ea typeface="맑은 고딕"/>
              </a:rPr>
              <a:t>작성</a:t>
            </a:r>
          </a:p>
        </p:txBody>
      </p:sp>
      <p:sp>
        <p:nvSpPr>
          <p:cNvPr id="8" name="Rectangle 8"/>
          <p:cNvSpPr/>
          <p:nvPr/>
        </p:nvSpPr>
        <p:spPr>
          <a:xfrm>
            <a:off x="4212000" y="1368000"/>
            <a:ext cx="3780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9"/>
          <p:cNvSpPr/>
          <p:nvPr/>
        </p:nvSpPr>
        <p:spPr>
          <a:xfrm>
            <a:off x="4212000" y="1692000"/>
            <a:ext cx="3780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10"/>
          <p:cNvSpPr txBox="1"/>
          <p:nvPr/>
        </p:nvSpPr>
        <p:spPr>
          <a:xfrm>
            <a:off x="4266000" y="1425600"/>
            <a:ext cx="3672000" cy="216000"/>
          </a:xfrm>
          <a:prstGeom prst="rect">
            <a:avLst/>
          </a:prstGeom>
          <a:noFill/>
        </p:spPr>
        <p:txBody>
          <a:bodyPr wrap="square">
            <a:spAutoFit/>
          </a:bodyPr>
          <a:lstStyle/>
          <a:p>
            <a:r>
              <a:rPr sz="900" b="1">
                <a:solidFill>
                  <a:srgbClr val="1A1A1A"/>
                </a:solidFill>
                <a:latin typeface="맑은 고딕"/>
                <a:ea typeface="맑은 고딕"/>
              </a:rPr>
              <a:t>저장</a:t>
            </a:r>
          </a:p>
        </p:txBody>
      </p:sp>
      <p:sp>
        <p:nvSpPr>
          <p:cNvPr id="11" name="Rectangle 11"/>
          <p:cNvSpPr/>
          <p:nvPr/>
        </p:nvSpPr>
        <p:spPr>
          <a:xfrm>
            <a:off x="7992000" y="1368000"/>
            <a:ext cx="3780000" cy="324000"/>
          </a:xfrm>
          <a:prstGeom prst="rect">
            <a:avLst/>
          </a:prstGeom>
          <a:solidFill>
            <a:srgbClr val="D9D9D9"/>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2"/>
          <p:cNvSpPr/>
          <p:nvPr/>
        </p:nvSpPr>
        <p:spPr>
          <a:xfrm>
            <a:off x="7992000" y="1692000"/>
            <a:ext cx="3780000" cy="4608000"/>
          </a:xfrm>
          <a:prstGeom prst="rect">
            <a:avLst/>
          </a:prstGeom>
          <a:no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3"/>
          <p:cNvSpPr txBox="1"/>
          <p:nvPr/>
        </p:nvSpPr>
        <p:spPr>
          <a:xfrm>
            <a:off x="8046000" y="1425600"/>
            <a:ext cx="3672000" cy="216000"/>
          </a:xfrm>
          <a:prstGeom prst="rect">
            <a:avLst/>
          </a:prstGeom>
          <a:noFill/>
        </p:spPr>
        <p:txBody>
          <a:bodyPr wrap="square">
            <a:spAutoFit/>
          </a:bodyPr>
          <a:lstStyle/>
          <a:p>
            <a:r>
              <a:rPr sz="900" b="1">
                <a:solidFill>
                  <a:srgbClr val="1A1A1A"/>
                </a:solidFill>
                <a:latin typeface="맑은 고딕"/>
                <a:ea typeface="맑은 고딕"/>
              </a:rPr>
              <a:t>전송</a:t>
            </a:r>
          </a:p>
        </p:txBody>
      </p:sp>
      <p:sp>
        <p:nvSpPr>
          <p:cNvPr id="14" name="Terminator 14"/>
          <p:cNvSpPr/>
          <p:nvPr/>
        </p:nvSpPr>
        <p:spPr>
          <a:xfrm>
            <a:off x="1530000" y="1872000"/>
            <a:ext cx="1296000" cy="288000"/>
          </a:xfrm>
          <a:prstGeom prst="flowChartTerminator">
            <a:avLst/>
          </a:prstGeom>
          <a:solidFill>
            <a:srgbClr val="D9D9D9"/>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Start</a:t>
            </a:r>
          </a:p>
        </p:txBody>
      </p:sp>
      <p:sp>
        <p:nvSpPr>
          <p:cNvPr id="15" name="Document 15"/>
          <p:cNvSpPr/>
          <p:nvPr/>
        </p:nvSpPr>
        <p:spPr>
          <a:xfrm>
            <a:off x="1530000" y="2340000"/>
            <a:ext cx="1296000" cy="288000"/>
          </a:xfrm>
          <a:prstGeom prst="flowChartDocument">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공지 작성 (D-02)</a:t>
            </a:r>
          </a:p>
        </p:txBody>
      </p:sp>
      <p:sp>
        <p:nvSpPr>
          <p:cNvPr id="16" name="Data 16"/>
          <p:cNvSpPr/>
          <p:nvPr/>
        </p:nvSpPr>
        <p:spPr>
          <a:xfrm>
            <a:off x="1530000" y="2808000"/>
            <a:ext cx="1296000" cy="288000"/>
          </a:xfrm>
          <a:prstGeom prst="flowChartInputOutput">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템플릿, 빈칸, 대상</a:t>
            </a:r>
          </a:p>
        </p:txBody>
      </p:sp>
      <p:sp>
        <p:nvSpPr>
          <p:cNvPr id="17" name="TextBox 17"/>
          <p:cNvSpPr txBox="1"/>
          <p:nvPr/>
        </p:nvSpPr>
        <p:spPr>
          <a:xfrm>
            <a:off x="2862000" y="2790000"/>
            <a:ext cx="1314000" cy="360000"/>
          </a:xfrm>
          <a:prstGeom prst="rect">
            <a:avLst/>
          </a:prstGeom>
          <a:noFill/>
        </p:spPr>
        <p:txBody>
          <a:bodyPr wrap="square">
            <a:spAutoFit/>
          </a:bodyPr>
          <a:lstStyle/>
          <a:p>
            <a:r>
              <a:rPr sz="650" b="0">
                <a:solidFill>
                  <a:srgbClr val="595959"/>
                </a:solidFill>
                <a:latin typeface="맑은 고딕"/>
                <a:ea typeface="맑은 고딕"/>
              </a:rPr>
              <a:t>· 빈칸은 {이름}</a:t>
            </a:r>
          </a:p>
          <a:p>
            <a:r>
              <a:rPr sz="650" b="0">
                <a:solidFill>
                  <a:srgbClr val="595959"/>
                </a:solidFill>
                <a:latin typeface="맑은 고딕"/>
                <a:ea typeface="맑은 고딕"/>
              </a:rPr>
              <a:t>· 대상은 역할로 제한</a:t>
            </a:r>
          </a:p>
        </p:txBody>
      </p:sp>
      <p:sp>
        <p:nvSpPr>
          <p:cNvPr id="18" name="Decision 18"/>
          <p:cNvSpPr/>
          <p:nvPr/>
        </p:nvSpPr>
        <p:spPr>
          <a:xfrm>
            <a:off x="1458000" y="3276000"/>
            <a:ext cx="1440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역할 확인 (서버)</a:t>
            </a:r>
          </a:p>
        </p:txBody>
      </p:sp>
      <p:sp>
        <p:nvSpPr>
          <p:cNvPr id="19" name="Process 19"/>
          <p:cNvSpPr/>
          <p:nvPr/>
        </p:nvSpPr>
        <p:spPr>
          <a:xfrm>
            <a:off x="1530000" y="3852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권한 없음 (R-04)</a:t>
            </a:r>
          </a:p>
        </p:txBody>
      </p:sp>
      <p:cxnSp>
        <p:nvCxnSpPr>
          <p:cNvPr id="20" name="Connector 20"/>
          <p:cNvCxnSpPr/>
          <p:nvPr/>
        </p:nvCxnSpPr>
        <p:spPr>
          <a:xfrm>
            <a:off x="2178000"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1"/>
          <p:cNvCxnSpPr/>
          <p:nvPr/>
        </p:nvCxnSpPr>
        <p:spPr>
          <a:xfrm>
            <a:off x="2178000" y="2628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2"/>
          <p:cNvCxnSpPr/>
          <p:nvPr/>
        </p:nvCxnSpPr>
        <p:spPr>
          <a:xfrm>
            <a:off x="2178000" y="309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3"/>
          <p:cNvCxnSpPr/>
          <p:nvPr/>
        </p:nvCxnSpPr>
        <p:spPr>
          <a:xfrm>
            <a:off x="2178000" y="3672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TextBox 24"/>
          <p:cNvSpPr txBox="1"/>
          <p:nvPr/>
        </p:nvSpPr>
        <p:spPr>
          <a:xfrm>
            <a:off x="2196000" y="3643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25" name="Connector 25"/>
          <p:cNvCxnSpPr/>
          <p:nvPr/>
        </p:nvCxnSpPr>
        <p:spPr>
          <a:xfrm>
            <a:off x="2898000" y="3474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26" name="Connector 26"/>
          <p:cNvCxnSpPr/>
          <p:nvPr/>
        </p:nvCxnSpPr>
        <p:spPr>
          <a:xfrm>
            <a:off x="3006000" y="3474000"/>
            <a:ext cx="0" cy="522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27" name="Connector 27"/>
          <p:cNvCxnSpPr/>
          <p:nvPr/>
        </p:nvCxnSpPr>
        <p:spPr>
          <a:xfrm flipH="1">
            <a:off x="2826000" y="3996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TextBox 28"/>
          <p:cNvSpPr txBox="1"/>
          <p:nvPr/>
        </p:nvSpPr>
        <p:spPr>
          <a:xfrm>
            <a:off x="2880000" y="3312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sp>
        <p:nvSpPr>
          <p:cNvPr id="29" name="Decision 29"/>
          <p:cNvSpPr/>
          <p:nvPr/>
        </p:nvSpPr>
        <p:spPr>
          <a:xfrm>
            <a:off x="5238000" y="1872000"/>
            <a:ext cx="1440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발송하기?</a:t>
            </a:r>
          </a:p>
        </p:txBody>
      </p:sp>
      <p:sp>
        <p:nvSpPr>
          <p:cNvPr id="30" name="Process 30"/>
          <p:cNvSpPr/>
          <p:nvPr/>
        </p:nvSpPr>
        <p:spPr>
          <a:xfrm>
            <a:off x="5310000" y="2448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상태 대기로 저장</a:t>
            </a:r>
          </a:p>
        </p:txBody>
      </p:sp>
      <p:sp>
        <p:nvSpPr>
          <p:cNvPr id="31" name="Process 31"/>
          <p:cNvSpPr/>
          <p:nvPr/>
        </p:nvSpPr>
        <p:spPr>
          <a:xfrm>
            <a:off x="5310000" y="2916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대상에 맞는 공지방 찾기</a:t>
            </a:r>
          </a:p>
        </p:txBody>
      </p:sp>
      <p:sp>
        <p:nvSpPr>
          <p:cNvPr id="32" name="TextBox 32"/>
          <p:cNvSpPr txBox="1"/>
          <p:nvPr/>
        </p:nvSpPr>
        <p:spPr>
          <a:xfrm>
            <a:off x="6642000" y="2898000"/>
            <a:ext cx="1314000" cy="360000"/>
          </a:xfrm>
          <a:prstGeom prst="rect">
            <a:avLst/>
          </a:prstGeom>
          <a:noFill/>
        </p:spPr>
        <p:txBody>
          <a:bodyPr wrap="square">
            <a:spAutoFit/>
          </a:bodyPr>
          <a:lstStyle/>
          <a:p>
            <a:r>
              <a:rPr sz="650" b="0">
                <a:solidFill>
                  <a:srgbClr val="595959"/>
                </a:solidFill>
                <a:latin typeface="맑은 고딕"/>
                <a:ea typeface="맑은 고딕"/>
              </a:rPr>
              <a:t>· 전체, 부팀장·팀원: 팀 공지방</a:t>
            </a:r>
          </a:p>
          <a:p>
            <a:r>
              <a:rPr sz="650" b="0">
                <a:solidFill>
                  <a:srgbClr val="595959"/>
                </a:solidFill>
                <a:latin typeface="맑은 고딕"/>
                <a:ea typeface="맑은 고딕"/>
              </a:rPr>
              <a:t>· 팀장, 팀장·부팀장: 운영진</a:t>
            </a:r>
          </a:p>
          <a:p>
            <a:r>
              <a:rPr sz="650" b="0">
                <a:solidFill>
                  <a:srgbClr val="595959"/>
                </a:solidFill>
                <a:latin typeface="맑은 고딕"/>
                <a:ea typeface="맑은 고딕"/>
              </a:rPr>
              <a:t>· 특정인: 미정</a:t>
            </a:r>
          </a:p>
        </p:txBody>
      </p:sp>
      <p:sp>
        <p:nvSpPr>
          <p:cNvPr id="33" name="Process 33"/>
          <p:cNvSpPr/>
          <p:nvPr/>
        </p:nvSpPr>
        <p:spPr>
          <a:xfrm>
            <a:off x="5310000" y="3384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임시저장으로 저장</a:t>
            </a:r>
          </a:p>
        </p:txBody>
      </p:sp>
      <p:sp>
        <p:nvSpPr>
          <p:cNvPr id="34" name="Magnetic Disk 34"/>
          <p:cNvSpPr/>
          <p:nvPr/>
        </p:nvSpPr>
        <p:spPr>
          <a:xfrm>
            <a:off x="5310000" y="3852000"/>
            <a:ext cx="1296000" cy="288000"/>
          </a:xfrm>
          <a:prstGeom prst="flowChartMagneticDisk">
            <a:avLst/>
          </a:prstGeom>
          <a:solidFill>
            <a:srgbClr val="F2F2F2"/>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공지 DB</a:t>
            </a:r>
          </a:p>
        </p:txBody>
      </p:sp>
      <p:cxnSp>
        <p:nvCxnSpPr>
          <p:cNvPr id="35" name="Connector 35"/>
          <p:cNvCxnSpPr/>
          <p:nvPr/>
        </p:nvCxnSpPr>
        <p:spPr>
          <a:xfrm>
            <a:off x="5958000" y="2268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TextBox 36"/>
          <p:cNvSpPr txBox="1"/>
          <p:nvPr/>
        </p:nvSpPr>
        <p:spPr>
          <a:xfrm>
            <a:off x="5976000" y="2239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37" name="Connector 37"/>
          <p:cNvCxnSpPr/>
          <p:nvPr/>
        </p:nvCxnSpPr>
        <p:spPr>
          <a:xfrm>
            <a:off x="6678000" y="2070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38" name="Connector 38"/>
          <p:cNvCxnSpPr/>
          <p:nvPr/>
        </p:nvCxnSpPr>
        <p:spPr>
          <a:xfrm>
            <a:off x="6786000" y="2070000"/>
            <a:ext cx="0" cy="1458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39" name="Connector 39"/>
          <p:cNvCxnSpPr/>
          <p:nvPr/>
        </p:nvCxnSpPr>
        <p:spPr>
          <a:xfrm flipH="1">
            <a:off x="6606000" y="3528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TextBox 40"/>
          <p:cNvSpPr txBox="1"/>
          <p:nvPr/>
        </p:nvSpPr>
        <p:spPr>
          <a:xfrm>
            <a:off x="6660000" y="1908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cxnSp>
        <p:nvCxnSpPr>
          <p:cNvPr id="41" name="Connector 41"/>
          <p:cNvCxnSpPr/>
          <p:nvPr/>
        </p:nvCxnSpPr>
        <p:spPr>
          <a:xfrm>
            <a:off x="5958000" y="273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2" name="Connector 42"/>
          <p:cNvCxnSpPr/>
          <p:nvPr/>
        </p:nvCxnSpPr>
        <p:spPr>
          <a:xfrm>
            <a:off x="5958000" y="3672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43" name="Process 43"/>
          <p:cNvSpPr/>
          <p:nvPr/>
        </p:nvSpPr>
        <p:spPr>
          <a:xfrm>
            <a:off x="9234000" y="1872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디스코드로 전송 (웹훅)</a:t>
            </a:r>
          </a:p>
        </p:txBody>
      </p:sp>
      <p:sp>
        <p:nvSpPr>
          <p:cNvPr id="44" name="Decision 44"/>
          <p:cNvSpPr/>
          <p:nvPr/>
        </p:nvSpPr>
        <p:spPr>
          <a:xfrm>
            <a:off x="9162000" y="2340000"/>
            <a:ext cx="1440000" cy="396000"/>
          </a:xfrm>
          <a:prstGeom prst="flowChartDecision">
            <a:avLst/>
          </a:prstGeom>
          <a:solidFill>
            <a:srgbClr val="EDEDED"/>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10초 안 성공?</a:t>
            </a:r>
          </a:p>
        </p:txBody>
      </p:sp>
      <p:sp>
        <p:nvSpPr>
          <p:cNvPr id="45" name="Process 45"/>
          <p:cNvSpPr/>
          <p:nvPr/>
        </p:nvSpPr>
        <p:spPr>
          <a:xfrm>
            <a:off x="9234000" y="2916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상태 발송</a:t>
            </a:r>
          </a:p>
        </p:txBody>
      </p:sp>
      <p:sp>
        <p:nvSpPr>
          <p:cNvPr id="46" name="Process 46"/>
          <p:cNvSpPr/>
          <p:nvPr/>
        </p:nvSpPr>
        <p:spPr>
          <a:xfrm>
            <a:off x="9234000" y="3384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상태 실패, 목록에 표시</a:t>
            </a:r>
          </a:p>
        </p:txBody>
      </p:sp>
      <p:sp>
        <p:nvSpPr>
          <p:cNvPr id="47" name="Process 47"/>
          <p:cNvSpPr/>
          <p:nvPr/>
        </p:nvSpPr>
        <p:spPr>
          <a:xfrm>
            <a:off x="9234000" y="3852000"/>
            <a:ext cx="1296000" cy="288000"/>
          </a:xfrm>
          <a:prstGeom prst="flowChartProcess">
            <a:avLst/>
          </a:prstGeom>
          <a:solidFill>
            <a:srgbClr val="FFFFFF"/>
          </a:solidFill>
          <a:ln w="1143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28800" rIns="28800" tIns="10800" bIns="10800" wrap="square"/>
          <a:lstStyle/>
          <a:p>
            <a:pPr algn="ctr"/>
            <a:r>
              <a:rPr sz="750">
                <a:solidFill>
                  <a:srgbClr val="1A1A1A"/>
                </a:solidFill>
                <a:latin typeface="맑은 고딕"/>
                <a:ea typeface="맑은 고딕"/>
              </a:rPr>
              <a:t>다시 보내기</a:t>
            </a:r>
          </a:p>
        </p:txBody>
      </p:sp>
      <p:cxnSp>
        <p:nvCxnSpPr>
          <p:cNvPr id="48" name="Connector 48"/>
          <p:cNvCxnSpPr/>
          <p:nvPr/>
        </p:nvCxnSpPr>
        <p:spPr>
          <a:xfrm>
            <a:off x="9882000" y="2160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9" name="Connector 49"/>
          <p:cNvCxnSpPr/>
          <p:nvPr/>
        </p:nvCxnSpPr>
        <p:spPr>
          <a:xfrm>
            <a:off x="9882000" y="2736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50" name="TextBox 50"/>
          <p:cNvSpPr txBox="1"/>
          <p:nvPr/>
        </p:nvSpPr>
        <p:spPr>
          <a:xfrm>
            <a:off x="9900000" y="2707200"/>
            <a:ext cx="360000" cy="144000"/>
          </a:xfrm>
          <a:prstGeom prst="rect">
            <a:avLst/>
          </a:prstGeom>
          <a:noFill/>
        </p:spPr>
        <p:txBody>
          <a:bodyPr wrap="square">
            <a:spAutoFit/>
          </a:bodyPr>
          <a:lstStyle/>
          <a:p>
            <a:r>
              <a:rPr sz="650" b="1">
                <a:solidFill>
                  <a:srgbClr val="333333"/>
                </a:solidFill>
                <a:latin typeface="맑은 고딕"/>
                <a:ea typeface="맑은 고딕"/>
              </a:rPr>
              <a:t>YES</a:t>
            </a:r>
          </a:p>
        </p:txBody>
      </p:sp>
      <p:cxnSp>
        <p:nvCxnSpPr>
          <p:cNvPr id="51" name="Connector 51"/>
          <p:cNvCxnSpPr/>
          <p:nvPr/>
        </p:nvCxnSpPr>
        <p:spPr>
          <a:xfrm>
            <a:off x="10602000" y="2538000"/>
            <a:ext cx="108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2" name="Connector 52"/>
          <p:cNvCxnSpPr/>
          <p:nvPr/>
        </p:nvCxnSpPr>
        <p:spPr>
          <a:xfrm>
            <a:off x="10710000" y="2538000"/>
            <a:ext cx="0" cy="990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3" name="Connector 53"/>
          <p:cNvCxnSpPr/>
          <p:nvPr/>
        </p:nvCxnSpPr>
        <p:spPr>
          <a:xfrm flipH="1">
            <a:off x="10530000" y="3528000"/>
            <a:ext cx="180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
        <p:nvSpPr>
          <p:cNvPr id="54" name="TextBox 54"/>
          <p:cNvSpPr txBox="1"/>
          <p:nvPr/>
        </p:nvSpPr>
        <p:spPr>
          <a:xfrm>
            <a:off x="10584000" y="2376000"/>
            <a:ext cx="360000" cy="144000"/>
          </a:xfrm>
          <a:prstGeom prst="rect">
            <a:avLst/>
          </a:prstGeom>
          <a:noFill/>
        </p:spPr>
        <p:txBody>
          <a:bodyPr wrap="square">
            <a:spAutoFit/>
          </a:bodyPr>
          <a:lstStyle/>
          <a:p>
            <a:r>
              <a:rPr sz="650" b="1">
                <a:solidFill>
                  <a:srgbClr val="333333"/>
                </a:solidFill>
                <a:latin typeface="맑은 고딕"/>
                <a:ea typeface="맑은 고딕"/>
              </a:rPr>
              <a:t>NO</a:t>
            </a:r>
          </a:p>
        </p:txBody>
      </p:sp>
      <p:cxnSp>
        <p:nvCxnSpPr>
          <p:cNvPr id="55" name="Connector 55"/>
          <p:cNvCxnSpPr/>
          <p:nvPr/>
        </p:nvCxnSpPr>
        <p:spPr>
          <a:xfrm>
            <a:off x="9882000" y="3672000"/>
            <a:ext cx="0" cy="18000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6" name="Connector 56"/>
          <p:cNvCxnSpPr/>
          <p:nvPr/>
        </p:nvCxnSpPr>
        <p:spPr>
          <a:xfrm>
            <a:off x="2898000" y="3474000"/>
            <a:ext cx="1242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7" name="Connector 57"/>
          <p:cNvCxnSpPr/>
          <p:nvPr/>
        </p:nvCxnSpPr>
        <p:spPr>
          <a:xfrm flipV="1">
            <a:off x="4140000" y="2070000"/>
            <a:ext cx="0" cy="1404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8" name="Connector 58"/>
          <p:cNvCxnSpPr/>
          <p:nvPr/>
        </p:nvCxnSpPr>
        <p:spPr>
          <a:xfrm>
            <a:off x="4140000" y="2070000"/>
            <a:ext cx="1098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9" name="Connector 59"/>
          <p:cNvCxnSpPr/>
          <p:nvPr/>
        </p:nvCxnSpPr>
        <p:spPr>
          <a:xfrm>
            <a:off x="6606000" y="3996000"/>
            <a:ext cx="1314000" cy="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60" name="Connector 60"/>
          <p:cNvCxnSpPr/>
          <p:nvPr/>
        </p:nvCxnSpPr>
        <p:spPr>
          <a:xfrm flipV="1">
            <a:off x="7920000" y="2016000"/>
            <a:ext cx="0" cy="1980000"/>
          </a:xfrm>
          <a:prstGeom prst="line">
            <a:avLst/>
          </a:prstGeom>
          <a:ln w="11430">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61" name="Connector 61"/>
          <p:cNvCxnSpPr/>
          <p:nvPr/>
        </p:nvCxnSpPr>
        <p:spPr>
          <a:xfrm>
            <a:off x="7920000" y="2016000"/>
            <a:ext cx="1314000" cy="0"/>
          </a:xfrm>
          <a:prstGeom prst="line">
            <a:avLst/>
          </a:prstGeom>
          <a:ln w="11430">
            <a:solidFill>
              <a:srgbClr val="404040"/>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A. 시작</a:t>
            </a:r>
          </a:p>
        </p:txBody>
      </p:sp>
      <p:sp>
        <p:nvSpPr>
          <p:cNvPr id="4" name="Text Placeholder 2"/>
          <p:cNvSpPr>
            <a:spLocks noGrp="1"/>
          </p:cNvSpPr>
          <p:nvPr>
            <p:ph type="body" idx="10" sz="quarter"/>
          </p:nvPr>
        </p:nvSpPr>
        <p:spPr/>
        <p:txBody>
          <a:bodyPr/>
          <a:lstStyle/>
          <a:p>
            <a:r>
              <a:rPr>
                <a:latin typeface="맑은 고딕"/>
                <a:ea typeface="맑은 고딕"/>
              </a:rPr>
              <a:t>로그인, 회원가입, 비밀번호 찾기. 로그인 전에는 이 네 화면만 열린다.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A-01 로그인</a:t>
            </a:r>
          </a:p>
        </p:txBody>
      </p:sp>
      <p:sp>
        <p:nvSpPr>
          <p:cNvPr id="4" name="Text Placeholder 2"/>
          <p:cNvSpPr>
            <a:spLocks noGrp="1"/>
          </p:cNvSpPr>
          <p:nvPr>
            <p:ph type="body" idx="11" sz="quarter"/>
          </p:nvPr>
        </p:nvSpPr>
        <p:spPr/>
        <p:txBody>
          <a:bodyPr/>
          <a:lstStyle/>
          <a:p>
            <a:r>
              <a:rPr>
                <a:latin typeface="맑은 고딕"/>
                <a:ea typeface="맑은 고딕"/>
              </a:rPr>
              <a:t>A. 시작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15</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이메일과 비밀번호로 로그인한다. 로그인해야 다른 화면이 열린다.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FR-29, SR-01</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이메일 입력칸. 비어 있거나 이메일 형식이 아니면 넘어가지 않고 칸 아래에 안내가 뜬다.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비밀번호 입력칸. 글자는 가려서 보인다.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로그인 버튼. 이메일이나 비밀번호가 틀리면 어느 쪽이 틀렸는지 말하지 않고 함께 안내한다.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오류 안내 자리. 입력칸 아래 한 줄. 빨간 글자와 문장으로 함께 보인다.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회원가입으로 가는 링크.</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비밀번호 찾기로 가는 링크.</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A-01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A-01_web.png"/>
          <p:cNvPicPr>
            <a:picLocks noChangeAspect="1"/>
          </p:cNvPicPr>
          <p:nvPr/>
        </p:nvPicPr>
        <p:blipFill>
          <a:blip r:embed="rId3"/>
          <a:stretch>
            <a:fillRect/>
          </a:stretch>
        </p:blipFill>
        <p:spPr>
          <a:xfrm>
            <a:off x="2514754" y="828000"/>
            <a:ext cx="5981245" cy="3417854"/>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A-02 회원가입</a:t>
            </a:r>
          </a:p>
        </p:txBody>
      </p:sp>
      <p:sp>
        <p:nvSpPr>
          <p:cNvPr id="4" name="Text Placeholder 2"/>
          <p:cNvSpPr>
            <a:spLocks noGrp="1"/>
          </p:cNvSpPr>
          <p:nvPr>
            <p:ph type="body" idx="11" sz="quarter"/>
          </p:nvPr>
        </p:nvSpPr>
        <p:spPr/>
        <p:txBody>
          <a:bodyPr/>
          <a:lstStyle/>
          <a:p>
            <a:r>
              <a:rPr>
                <a:latin typeface="맑은 고딕"/>
                <a:ea typeface="맑은 고딕"/>
              </a:rPr>
              <a:t>A. 시작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16</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이메일, 비밀번호, 이름, 아이디, 디스코드 ID 로 가입한다. 가입하면 인증 메일이 간다.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FR-28, SR-01</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이메일. 로그인과 비밀번호 찾기에 쓴다. 이미 가입한 이메일이면 칸 아래에 안내한다.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비밀번호와 비밀번호 확인. 8자 이상. 두 칸이 다르면 확인 칸 아래에 안내한다.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이름. 모임에서 부르는 이름.</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아이디. 로그인에는 쓰지 않고 @ 뒤에 보이는 이름으로만 쓴다. 영문 소문자와 숫자 4~20자.</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디스코드 ID. 디스코드 공지에서 이 회원을 부를 때 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9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가입하기 버튼. 누르면 인증 메일을 보냈다는 팝업이 뜨고 로그인 화면으로 간다. 메일의 링크를 눌러야 가입이 끝난다.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r h="306000">
                <a:tc>
                  <a:txBody>
                    <a:bodyPr/>
                    <a:lstStyle/>
                    <a:p>
                      <a:pPr algn="ctr" latinLnBrk="1">
                        <a:lnSpc>
                          <a:spcPct val="120000"/>
                        </a:lnSpc>
                      </a:pPr>
                      <a:r>
                        <a:rPr lang="en-US" altLang="ko-KR" sz="850" b="0" dirty="0">
                          <a:latin typeface="+mn-ea"/>
                          <a:ea typeface="+mn-ea"/>
                        </a:rPr>
                        <a:t>7</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가입 제한 방식(초대 코드 또는 서비스 관리자 승인)은 미정. 정해지면 이 자리에 칸을 더한다.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199453169"/>
                  </a:ext>
                </a:extLst>
              </a:tr>
            </a:tbl>
          </a:graphicData>
        </a:graphic>
      </p:graphicFrame>
      <p:pic>
        <p:nvPicPr>
          <p:cNvPr id="7" name="Picture 8" descr="A-02_mob.png"/>
          <p:cNvPicPr>
            <a:picLocks noChangeAspect="1"/>
          </p:cNvPicPr>
          <p:nvPr/>
        </p:nvPicPr>
        <p:blipFill>
          <a:blip r:embed="rId2"/>
          <a:stretch>
            <a:fillRect/>
          </a:stretch>
        </p:blipFill>
        <p:spPr>
          <a:xfrm>
            <a:off x="215999" y="828000"/>
            <a:ext cx="2082754" cy="4587401"/>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A-02_web.png"/>
          <p:cNvPicPr>
            <a:picLocks noChangeAspect="1"/>
          </p:cNvPicPr>
          <p:nvPr/>
        </p:nvPicPr>
        <p:blipFill>
          <a:blip r:embed="rId3"/>
          <a:stretch>
            <a:fillRect/>
          </a:stretch>
        </p:blipFill>
        <p:spPr>
          <a:xfrm>
            <a:off x="2514754" y="828000"/>
            <a:ext cx="5981245" cy="4651486"/>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A-03 비밀번호 찾기</a:t>
            </a:r>
          </a:p>
        </p:txBody>
      </p:sp>
      <p:sp>
        <p:nvSpPr>
          <p:cNvPr id="4" name="Text Placeholder 2"/>
          <p:cNvSpPr>
            <a:spLocks noGrp="1"/>
          </p:cNvSpPr>
          <p:nvPr>
            <p:ph type="body" idx="11" sz="quarter"/>
          </p:nvPr>
        </p:nvSpPr>
        <p:spPr/>
        <p:txBody>
          <a:bodyPr/>
          <a:lstStyle/>
          <a:p>
            <a:r>
              <a:rPr>
                <a:latin typeface="맑은 고딕"/>
                <a:ea typeface="맑은 고딕"/>
              </a:rPr>
              <a:t>A. 시작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17</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가입한 이메일로 비밀번호 재설정 링크를 보낸다. 메일은 Supabase 가 보낸다.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FR-29</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이메일 입력칸. 이메일 형식이 아니면 칸 아래에 안내한다.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재설정 메일 보내기 버튼.</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보냄 안내. 메일의 링크로 새 비밀번호 화면이 열린다는 것과 스팸함 확인. 60초 뒤 다시 보낼 수 있다.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가입하지 않은 이메일이어도 같은 안내를 보여 준다. 가입 여부를 알려 주지 않는다.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bl>
          </a:graphicData>
        </a:graphic>
      </p:graphicFrame>
      <p:pic>
        <p:nvPicPr>
          <p:cNvPr id="7" name="Picture 8" descr="A-03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A-03_web.png"/>
          <p:cNvPicPr>
            <a:picLocks noChangeAspect="1"/>
          </p:cNvPicPr>
          <p:nvPr/>
        </p:nvPicPr>
        <p:blipFill>
          <a:blip r:embed="rId3"/>
          <a:stretch>
            <a:fillRect/>
          </a:stretch>
        </p:blipFill>
        <p:spPr>
          <a:xfrm>
            <a:off x="2514754" y="828000"/>
            <a:ext cx="5981245" cy="3417854"/>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A-04 새 비밀번호 정하기</a:t>
            </a:r>
          </a:p>
        </p:txBody>
      </p:sp>
      <p:sp>
        <p:nvSpPr>
          <p:cNvPr id="4" name="Text Placeholder 2"/>
          <p:cNvSpPr>
            <a:spLocks noGrp="1"/>
          </p:cNvSpPr>
          <p:nvPr>
            <p:ph type="body" idx="11" sz="quarter"/>
          </p:nvPr>
        </p:nvSpPr>
        <p:spPr/>
        <p:txBody>
          <a:bodyPr/>
          <a:lstStyle/>
          <a:p>
            <a:r>
              <a:rPr>
                <a:latin typeface="맑은 고딕"/>
                <a:ea typeface="맑은 고딕"/>
              </a:rPr>
              <a:t>A. 시작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18</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재설정 메일의 링크를 누르면 열린다. 새 비밀번호를 정하고 로그인 화면으로 간다.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FR-29, SR-01</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어느 계정의 비밀번호를 바꾸는지 보여 준다. 링크가 오래됐으면 비밀번호 찾기로 돌려보낸다.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새 비밀번호. 8자 이상.</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새 비밀번호 확인. 두 칸이 다르면 칸 아래에 안내한다.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저장하고 로그인하기 버튼. 저장하면 로그인 화면으로 가고 이메일 칸이 채워져 있다.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bl>
          </a:graphicData>
        </a:graphic>
      </p:graphicFrame>
      <p:pic>
        <p:nvPicPr>
          <p:cNvPr id="7" name="Picture 8" descr="A-04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A-04_web.png"/>
          <p:cNvPicPr>
            <a:picLocks noChangeAspect="1"/>
          </p:cNvPicPr>
          <p:nvPr/>
        </p:nvPicPr>
        <p:blipFill>
          <a:blip r:embed="rId3"/>
          <a:stretch>
            <a:fillRect/>
          </a:stretch>
        </p:blipFill>
        <p:spPr>
          <a:xfrm>
            <a:off x="2514754" y="828000"/>
            <a:ext cx="5981245" cy="3417854"/>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B. 홈</a:t>
            </a:r>
          </a:p>
        </p:txBody>
      </p:sp>
      <p:sp>
        <p:nvSpPr>
          <p:cNvPr id="4" name="Text Placeholder 2"/>
          <p:cNvSpPr>
            <a:spLocks noGrp="1"/>
          </p:cNvSpPr>
          <p:nvPr>
            <p:ph type="body" idx="10" sz="quarter"/>
          </p:nvPr>
        </p:nvSpPr>
        <p:spPr/>
        <p:txBody>
          <a:bodyPr/>
          <a:lstStyle/>
          <a:p>
            <a:r>
              <a:rPr>
                <a:latin typeface="맑은 고딕"/>
                <a:ea typeface="맑은 고딕"/>
              </a:rPr>
              <a:t>다음 모임과 해야 할 일을 한눈에 본다. 알림 목록.</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B-01 홈</a:t>
            </a:r>
          </a:p>
        </p:txBody>
      </p:sp>
      <p:sp>
        <p:nvSpPr>
          <p:cNvPr id="4" name="Text Placeholder 2"/>
          <p:cNvSpPr>
            <a:spLocks noGrp="1"/>
          </p:cNvSpPr>
          <p:nvPr>
            <p:ph type="body" idx="11" sz="quarter"/>
          </p:nvPr>
        </p:nvSpPr>
        <p:spPr/>
        <p:txBody>
          <a:bodyPr/>
          <a:lstStyle/>
          <a:p>
            <a:r>
              <a:rPr>
                <a:latin typeface="맑은 고딕"/>
                <a:ea typeface="맑은 고딕"/>
              </a:rPr>
              <a:t>B. 홈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20</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앱을 열면 처음 보는 화면. 다음 모임과 지금 할 일을 가장 위에 둔다.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FR-11</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9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다음 모임 카드. 확정 일정의 날짜와 시간. 확정 전이면 진행 단계(가능 시간 입력 중, 투표 중)를 보여 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9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할 일 카드. 나에게 온 요청(가능 시간 입력, 투표). 누르면 그 화면으로 간다. 할 일이 없으면 카드가 사라진다.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최근 공지 두 건. 누르면 공지 목록.</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최근 자료 두 건. 누르면 자료실.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알림 버튼. 읽지 않은 알림 수를 숫자로 붙인다.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메뉴. 스마트폰은 하단 탭, PC 앱과 웹은 왼쪽 메뉴다. 메뉴 구성은 같고 모든 화면에서 같은 자리다.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B-01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B-01_web.png"/>
          <p:cNvPicPr>
            <a:picLocks noChangeAspect="1"/>
          </p:cNvPicPr>
          <p:nvPr/>
        </p:nvPicPr>
        <p:blipFill>
          <a:blip r:embed="rId3"/>
          <a:stretch>
            <a:fillRect/>
          </a:stretch>
        </p:blipFill>
        <p:spPr>
          <a:xfrm>
            <a:off x="2514754" y="828000"/>
            <a:ext cx="5981245" cy="3631470"/>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B-02 알림</a:t>
            </a:r>
          </a:p>
        </p:txBody>
      </p:sp>
      <p:sp>
        <p:nvSpPr>
          <p:cNvPr id="4" name="Text Placeholder 2"/>
          <p:cNvSpPr>
            <a:spLocks noGrp="1"/>
          </p:cNvSpPr>
          <p:nvPr>
            <p:ph type="body" idx="11" sz="quarter"/>
          </p:nvPr>
        </p:nvSpPr>
        <p:spPr/>
        <p:txBody>
          <a:bodyPr/>
          <a:lstStyle/>
          <a:p>
            <a:r>
              <a:rPr>
                <a:latin typeface="맑은 고딕"/>
                <a:ea typeface="맑은 고딕"/>
              </a:rPr>
              <a:t>B. 홈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21</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앱 안의 알림 목록. 같은 내용이 디스코드에도 간다. 한 기기에서 읽으면 다른 기기에서도 읽음이 된다.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FR-07, FR-09, FR-12, FR-13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알림 한 줄. 종류, 내용, 받은 시각. 최신순이다.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읽지 않은 알림은 앞에 점을 찍는다. 누르면 읽음이 되고 관련 화면으로 간다.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모두 읽음 버튼.</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알림 종류는 일정 입력 요청, 후보 시간 나옴, 일정 확정, 일정 변경, 자료 올라옴, 공지 다섯 가지다.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bl>
          </a:graphicData>
        </a:graphic>
      </p:graphicFrame>
      <p:pic>
        <p:nvPicPr>
          <p:cNvPr id="7" name="Picture 8" descr="B-02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B-02_web.png"/>
          <p:cNvPicPr>
            <a:picLocks noChangeAspect="1"/>
          </p:cNvPicPr>
          <p:nvPr/>
        </p:nvPicPr>
        <p:blipFill>
          <a:blip r:embed="rId3"/>
          <a:stretch>
            <a:fillRect/>
          </a:stretch>
        </p:blipFill>
        <p:spPr>
          <a:xfrm>
            <a:off x="2514754" y="828000"/>
            <a:ext cx="5981245" cy="3631470"/>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C. 일정</a:t>
            </a:r>
          </a:p>
        </p:txBody>
      </p:sp>
      <p:sp>
        <p:nvSpPr>
          <p:cNvPr id="4" name="Text Placeholder 2"/>
          <p:cNvSpPr>
            <a:spLocks noGrp="1"/>
          </p:cNvSpPr>
          <p:nvPr>
            <p:ph type="body" idx="10" sz="quarter"/>
          </p:nvPr>
        </p:nvSpPr>
        <p:spPr/>
        <p:txBody>
          <a:bodyPr/>
          <a:lstStyle/>
          <a:p>
            <a:r>
              <a:rPr>
                <a:latin typeface="맑은 고딕"/>
                <a:ea typeface="맑은 고딕"/>
              </a:rPr>
              <a:t>팀장의 요청, 가능 시간 입력 두 단계, 후보 투표, 확정과 변경.</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C-01 일정 현황</a:t>
            </a:r>
          </a:p>
        </p:txBody>
      </p:sp>
      <p:sp>
        <p:nvSpPr>
          <p:cNvPr id="4" name="Text Placeholder 2"/>
          <p:cNvSpPr>
            <a:spLocks noGrp="1"/>
          </p:cNvSpPr>
          <p:nvPr>
            <p:ph type="body" idx="11" sz="quarter"/>
          </p:nvPr>
        </p:nvSpPr>
        <p:spPr/>
        <p:txBody>
          <a:bodyPr/>
          <a:lstStyle/>
          <a:p>
            <a:r>
              <a:rPr>
                <a:latin typeface="맑은 고딕"/>
                <a:ea typeface="맑은 고딕"/>
              </a:rPr>
              <a:t>C. 일정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23</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이번 회차가 어느 단계인지와 누가 입력을 마쳤는지 본다. 팀장은 여기서 요청을 보낸다.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FR-06, FR-07, FR-09</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단계 표시. 요청 전, 가능 시간 입력, 투표, 확정 네 단계 중 지금 단계를 강조한다.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대상 주와 진행 예상 시간. 팀장이 요청할 때 정한 값이다.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참여자별 제출 상태. 제출 완료, 입력 중. 전원이 제출하면 후보 시간이 자동으로 나온다.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내 할 일 버튼. 단계에 따라 가능 시간 입력하기, 투표하기, 확정 일정 보기로 바뀐다.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일정 요청 보내기 버튼. 팀장에게만 보인다. 이미 진행 중인 회차가 있으면 누를 수 없다.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다른 회원 제출 재촉 버튼. 팀장에게만 보인다. 아직 안 낸 사람에게 디스코드 알림을 다시 보낸다.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C-01_mob.png"/>
          <p:cNvPicPr>
            <a:picLocks noChangeAspect="1"/>
          </p:cNvPicPr>
          <p:nvPr/>
        </p:nvPicPr>
        <p:blipFill>
          <a:blip r:embed="rId2"/>
          <a:stretch>
            <a:fillRect/>
          </a:stretch>
        </p:blipFill>
        <p:spPr>
          <a:xfrm>
            <a:off x="215999" y="828000"/>
            <a:ext cx="2082754" cy="4325721"/>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C-01_web.png"/>
          <p:cNvPicPr>
            <a:picLocks noChangeAspect="1"/>
          </p:cNvPicPr>
          <p:nvPr/>
        </p:nvPicPr>
        <p:blipFill>
          <a:blip r:embed="rId3"/>
          <a:stretch>
            <a:fillRect/>
          </a:stretch>
        </p:blipFill>
        <p:spPr>
          <a:xfrm>
            <a:off x="2514754" y="828000"/>
            <a:ext cx="5981245" cy="4026659"/>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C-02 일정 요청 만들기</a:t>
            </a:r>
          </a:p>
        </p:txBody>
      </p:sp>
      <p:sp>
        <p:nvSpPr>
          <p:cNvPr id="4" name="Text Placeholder 2"/>
          <p:cNvSpPr>
            <a:spLocks noGrp="1"/>
          </p:cNvSpPr>
          <p:nvPr>
            <p:ph type="body" idx="11" sz="quarter"/>
          </p:nvPr>
        </p:nvSpPr>
        <p:spPr/>
        <p:txBody>
          <a:bodyPr/>
          <a:lstStyle/>
          <a:p>
            <a:r>
              <a:rPr>
                <a:latin typeface="맑은 고딕"/>
                <a:ea typeface="맑은 고딕"/>
              </a:rPr>
              <a:t>C. 일정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24</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팀장이 대상 주와 진행 예상 시간을 정하고 참여자에게 가능 시간 입력을 요청한다.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FR-06, FR-07</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대상 주 고르기. 다음 주가 기본값이다.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진행 예상 시간. 30분 단위. 1시간 30분이 기본값이다. 후보 시간은 이 길이가 들어가는 구간만 나온다.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참여자. 팀원 전체가 기본으로 체크된다. 빠질 사람은 체크를 끈다.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입력 마감. 기본은 요청 뒤 2일. 마감이 지나면 낸 사람만으로 후보를 낼지는 미정이다.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요청 보내기 버튼. 누르면 참여자에게 앱 알림과 디스코드 알림이 간다.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bl>
          </a:graphicData>
        </a:graphic>
      </p:graphicFrame>
      <p:pic>
        <p:nvPicPr>
          <p:cNvPr id="7" name="Picture 8" descr="C-02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C-02_web.png"/>
          <p:cNvPicPr>
            <a:picLocks noChangeAspect="1"/>
          </p:cNvPicPr>
          <p:nvPr/>
        </p:nvPicPr>
        <p:blipFill>
          <a:blip r:embed="rId3"/>
          <a:stretch>
            <a:fillRect/>
          </a:stretch>
        </p:blipFill>
        <p:spPr>
          <a:xfrm>
            <a:off x="2514754" y="828000"/>
            <a:ext cx="5981245" cy="3631470"/>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C-03 가능 시간 입력 1단계 날 고르기</a:t>
            </a:r>
          </a:p>
        </p:txBody>
      </p:sp>
      <p:sp>
        <p:nvSpPr>
          <p:cNvPr id="4" name="Text Placeholder 2"/>
          <p:cNvSpPr>
            <a:spLocks noGrp="1"/>
          </p:cNvSpPr>
          <p:nvPr>
            <p:ph type="body" idx="11" sz="quarter"/>
          </p:nvPr>
        </p:nvSpPr>
        <p:spPr/>
        <p:txBody>
          <a:bodyPr/>
          <a:lstStyle/>
          <a:p>
            <a:r>
              <a:rPr>
                <a:latin typeface="맑은 고딕"/>
                <a:ea typeface="맑은 고딕"/>
              </a:rPr>
              <a:t>C. 일정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25</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안 되는 날과 바뀔 수도 있는 날만 먼저 고른다. 나머지 날은 되는 날로 본다.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FR-08</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단계 표시 1/2. 다음 단계에서 시간을 정한다는 것을 보여 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월간과 주간 보기 전환. 두 보기에서 표시한 날은 같다.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날 칸. 한 번 누르면 안 됨, 두 번 누르면 바뀔 수도 있음, 세 번 누르면 되는 날로 돌아온다.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표시 설명. 안 됨은 빗금, 바뀔 수도 있음은 점선 테두리, 되는 날은 빈 칸. 색에만 기대지 않는다.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다음 버튼. 되는 날이 하루도 없으면 확인 팝업을 띄운다.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대상 주 밖의 날은 흐리게 두고 누를 수 없다.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C-03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C-03_web.png"/>
          <p:cNvPicPr>
            <a:picLocks noChangeAspect="1"/>
          </p:cNvPicPr>
          <p:nvPr/>
        </p:nvPicPr>
        <p:blipFill>
          <a:blip r:embed="rId3"/>
          <a:stretch>
            <a:fillRect/>
          </a:stretch>
        </p:blipFill>
        <p:spPr>
          <a:xfrm>
            <a:off x="2514754" y="828000"/>
            <a:ext cx="5981245" cy="3631470"/>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C-04 가능 시간 입력 2단계 시간 정하기</a:t>
            </a:r>
          </a:p>
        </p:txBody>
      </p:sp>
      <p:sp>
        <p:nvSpPr>
          <p:cNvPr id="4" name="Text Placeholder 2"/>
          <p:cNvSpPr>
            <a:spLocks noGrp="1"/>
          </p:cNvSpPr>
          <p:nvPr>
            <p:ph type="body" idx="11" sz="quarter"/>
          </p:nvPr>
        </p:nvSpPr>
        <p:spPr/>
        <p:txBody>
          <a:bodyPr/>
          <a:lstStyle/>
          <a:p>
            <a:r>
              <a:rPr>
                <a:latin typeface="맑은 고딕"/>
                <a:ea typeface="맑은 고딕"/>
              </a:rPr>
              <a:t>C. 일정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26</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되는 날마다 가능한 시간대를 정하고 제출한다. 평일 19~23시, 주말 14~22시가 미리 채워져 있다.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FR-08, FR-09</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단계 표시 2/2.</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날짜 줄. 되는 날과 바뀔 수도 있는 날만 나온다. 안 되는 날은 나오지 않는다.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시작과 끝 시각. 30분 단위. 미리 채운 값을 그대로 두면 그 시간대로 제출된다.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시간대 막대. 고른 시간대를 하루 막대 위에 칠해 보여 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바뀔 수도 있는 날 표시. 이 날이 들어간 후보는 2순위로 나온다.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제출 버튼. 제출하면 이 회차의 내 입력이 확정된다. 전원이 제출하면 후보 시간이 모두에게 뜬다.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C-04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C-04_web.png"/>
          <p:cNvPicPr>
            <a:picLocks noChangeAspect="1"/>
          </p:cNvPicPr>
          <p:nvPr/>
        </p:nvPicPr>
        <p:blipFill>
          <a:blip r:embed="rId3"/>
          <a:stretch>
            <a:fillRect/>
          </a:stretch>
        </p:blipFill>
        <p:spPr>
          <a:xfrm>
            <a:off x="2514754" y="828000"/>
            <a:ext cx="5981245" cy="3748958"/>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C-05 후보 시간 투표 (1/2)</a:t>
            </a:r>
          </a:p>
        </p:txBody>
      </p:sp>
      <p:sp>
        <p:nvSpPr>
          <p:cNvPr id="4" name="Text Placeholder 2"/>
          <p:cNvSpPr>
            <a:spLocks noGrp="1"/>
          </p:cNvSpPr>
          <p:nvPr>
            <p:ph type="body" idx="11" sz="quarter"/>
          </p:nvPr>
        </p:nvSpPr>
        <p:spPr/>
        <p:txBody>
          <a:bodyPr/>
          <a:lstStyle/>
          <a:p>
            <a:r>
              <a:rPr>
                <a:latin typeface="맑은 고딕"/>
                <a:ea typeface="맑은 고딕"/>
              </a:rPr>
              <a:t>C. 일정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27</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모두의 가능 시간이 겹치고 진행 예상 시간이 들어가는 후보에 투표한다.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FR-09, FR-10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후보 한 줄. 날짜, 시작과 끝, 겹치는 구간 전체. 1순위 후보가 먼저, 같은 순위는 날짜순이다.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2순위 표시. 누군가 바뀔 수도 있다고 한 날이 들어간 후보다. 누구의 날인지 함께 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투표 체크. 여러 개를 고를 수 있다. 하나만 고르게 할지는 회의 뒤 기재.</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현재 득표와 투표한 사람 수.</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투표하기 버튼. 전원이 투표하면 최다 득표 후보로 자동 확정된다. 동점이면 날짜가 빠른 쪽.</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후보가 하나도 없을 때는 가능 시간을 다시 받자는 안내와 팀장용 다시 요청 버튼을 보여 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C-05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C-05_web.png"/>
          <p:cNvPicPr>
            <a:picLocks noChangeAspect="1"/>
          </p:cNvPicPr>
          <p:nvPr/>
        </p:nvPicPr>
        <p:blipFill>
          <a:blip r:embed="rId3"/>
          <a:stretch>
            <a:fillRect/>
          </a:stretch>
        </p:blipFill>
        <p:spPr>
          <a:xfrm>
            <a:off x="2514754" y="828000"/>
            <a:ext cx="5981245" cy="3631470"/>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C-05 후보 시간 투표 (2/2)</a:t>
            </a:r>
          </a:p>
        </p:txBody>
      </p:sp>
      <p:sp>
        <p:nvSpPr>
          <p:cNvPr id="4" name="Text Placeholder 2"/>
          <p:cNvSpPr>
            <a:spLocks noGrp="1"/>
          </p:cNvSpPr>
          <p:nvPr>
            <p:ph type="body" idx="11" sz="quarter"/>
          </p:nvPr>
        </p:nvSpPr>
        <p:spPr/>
        <p:txBody>
          <a:bodyPr/>
          <a:lstStyle/>
          <a:p>
            <a:r>
              <a:rPr>
                <a:latin typeface="맑은 고딕"/>
                <a:ea typeface="맑은 고딕"/>
              </a:rPr>
              <a:t>C. 일정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28</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모두의 가능 시간이 겹치고 진행 예상 시간이 들어가는 후보에 투표한다.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FR-09, FR-10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후보 한 줄. 날짜, 시작과 끝, 겹치는 구간 전체. 1순위 후보가 먼저, 같은 순위는 날짜순이다.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2순위 표시. 누군가 바뀔 수도 있다고 한 날이 들어간 후보다. 누구의 날인지 함께 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투표 체크. 여러 개를 고를 수 있다. 하나만 고르게 할지는 회의 뒤 기재.</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현재 득표와 투표한 사람 수.</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투표하기 버튼. 전원이 투표하면 최다 득표 후보로 자동 확정된다. 동점이면 날짜가 빠른 쪽.</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후보가 하나도 없을 때는 가능 시간을 다시 받자는 안내와 팀장용 다시 요청 버튼을 보여 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C-05_empty_mob.png"/>
          <p:cNvPicPr>
            <a:picLocks noChangeAspect="1"/>
          </p:cNvPicPr>
          <p:nvPr/>
        </p:nvPicPr>
        <p:blipFill>
          <a:blip r:embed="rId2"/>
          <a:stretch>
            <a:fillRect/>
          </a:stretch>
        </p:blipFill>
        <p:spPr>
          <a:xfrm>
            <a:off x="3022200" y="828000"/>
            <a:ext cx="2667600" cy="5472000"/>
          </a:xfrm>
          <a:prstGeom prst="rect">
            <a:avLst/>
          </a:prstGeom>
          <a:ln w="6350">
            <a:solidFill>
              <a:srgbClr val="D0D0D0"/>
            </a:solidFill>
          </a:ln>
        </p:spPr>
      </p:pic>
      <p:sp>
        <p:nvSpPr>
          <p:cNvPr id="8" name="TextBox 9"/>
          <p:cNvSpPr txBox="1"/>
          <p:nvPr/>
        </p:nvSpPr>
        <p:spPr>
          <a:xfrm>
            <a:off x="3022200" y="612000"/>
            <a:ext cx="2667600" cy="180000"/>
          </a:xfrm>
          <a:prstGeom prst="rect">
            <a:avLst/>
          </a:prstGeom>
          <a:noFill/>
        </p:spPr>
        <p:txBody>
          <a:bodyPr wrap="square">
            <a:spAutoFit/>
          </a:bodyPr>
          <a:lstStyle/>
          <a:p>
            <a:r>
              <a:rPr sz="850" b="1">
                <a:solidFill>
                  <a:srgbClr val="404040"/>
                </a:solidFill>
                <a:latin typeface="맑은 고딕"/>
                <a:ea typeface="맑은 고딕"/>
              </a:rPr>
              <a:t>후보가 없을 때</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C-06 확정 일정과 일정 변경 (1/2)</a:t>
            </a:r>
          </a:p>
        </p:txBody>
      </p:sp>
      <p:sp>
        <p:nvSpPr>
          <p:cNvPr id="4" name="Text Placeholder 2"/>
          <p:cNvSpPr>
            <a:spLocks noGrp="1"/>
          </p:cNvSpPr>
          <p:nvPr>
            <p:ph type="body" idx="11" sz="quarter"/>
          </p:nvPr>
        </p:nvSpPr>
        <p:spPr/>
        <p:txBody>
          <a:bodyPr/>
          <a:lstStyle/>
          <a:p>
            <a:r>
              <a:rPr>
                <a:latin typeface="맑은 고딕"/>
                <a:ea typeface="맑은 고딕"/>
              </a:rPr>
              <a:t>C. 일정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29</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확정된 발표 시간을 보여 준다. 팀장이 변경을 시작하면 전원에게 알리고 다시 투표한다.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FR-11, FR-12, FR-13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확정 일정 카드. 날짜, 시간, 확정 시각. 디스코드 공지방에 자동 공지된 것을 함께 표시한다.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캘린더에 추가 버튼. 휴대폰 캘린더에 일정을 넣는다.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투표 결과. 후보별 득표.</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일정 변경 버튼. 팀장에게만 보인다. 되돌리기 어려운 동작이라 빨간 글자로 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9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변경 확인 팝업. 사유를 적고 변경하면 지금 확정은 변경으로 취소되고 전원에게 알림이 간다. 곧바로 후보 투표(C-05)가 다시 열린다.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변경 이력. 취소된 확정은 줄을 긋고 남긴다.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C-06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 · 변경 뒤 다시 확정</a:t>
            </a:r>
          </a:p>
        </p:txBody>
      </p:sp>
      <p:pic>
        <p:nvPicPr>
          <p:cNvPr id="9" name="Picture 10" descr="C-06_web.png"/>
          <p:cNvPicPr>
            <a:picLocks noChangeAspect="1"/>
          </p:cNvPicPr>
          <p:nvPr/>
        </p:nvPicPr>
        <p:blipFill>
          <a:blip r:embed="rId3"/>
          <a:stretch>
            <a:fillRect/>
          </a:stretch>
        </p:blipFill>
        <p:spPr>
          <a:xfrm>
            <a:off x="2514754" y="828000"/>
            <a:ext cx="5981245" cy="3631470"/>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C-06 확정 일정과 일정 변경 (2/2)</a:t>
            </a:r>
          </a:p>
        </p:txBody>
      </p:sp>
      <p:sp>
        <p:nvSpPr>
          <p:cNvPr id="4" name="Text Placeholder 2"/>
          <p:cNvSpPr>
            <a:spLocks noGrp="1"/>
          </p:cNvSpPr>
          <p:nvPr>
            <p:ph type="body" idx="11" sz="quarter"/>
          </p:nvPr>
        </p:nvSpPr>
        <p:spPr/>
        <p:txBody>
          <a:bodyPr/>
          <a:lstStyle/>
          <a:p>
            <a:r>
              <a:rPr>
                <a:latin typeface="맑은 고딕"/>
                <a:ea typeface="맑은 고딕"/>
              </a:rPr>
              <a:t>C. 일정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30</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확정된 발표 시간을 보여 준다. 팀장이 변경을 시작하면 전원에게 알리고 다시 투표한다.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FR-11, FR-12, FR-13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확정 일정 카드. 날짜, 시간, 확정 시각. 디스코드 공지방에 자동 공지된 것을 함께 표시한다.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캘린더에 추가 버튼. 휴대폰 캘린더에 일정을 넣는다.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투표 결과. 후보별 득표.</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일정 변경 버튼. 팀장에게만 보인다. 되돌리기 어려운 동작이라 빨간 글자로 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9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변경 확인 팝업. 사유를 적고 변경하면 지금 확정은 변경으로 취소되고 전원에게 알림이 간다. 곧바로 후보 투표(C-05)가 다시 열린다.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변경 이력. 취소된 확정은 줄을 긋고 남긴다.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C-06_modal_mob.png"/>
          <p:cNvPicPr>
            <a:picLocks noChangeAspect="1"/>
          </p:cNvPicPr>
          <p:nvPr/>
        </p:nvPicPr>
        <p:blipFill>
          <a:blip r:embed="rId2"/>
          <a:stretch>
            <a:fillRect/>
          </a:stretch>
        </p:blipFill>
        <p:spPr>
          <a:xfrm>
            <a:off x="3022200" y="828000"/>
            <a:ext cx="2667600" cy="5472000"/>
          </a:xfrm>
          <a:prstGeom prst="rect">
            <a:avLst/>
          </a:prstGeom>
          <a:ln w="6350">
            <a:solidFill>
              <a:srgbClr val="D0D0D0"/>
            </a:solidFill>
          </a:ln>
        </p:spPr>
      </p:pic>
      <p:sp>
        <p:nvSpPr>
          <p:cNvPr id="8" name="TextBox 9"/>
          <p:cNvSpPr txBox="1"/>
          <p:nvPr/>
        </p:nvSpPr>
        <p:spPr>
          <a:xfrm>
            <a:off x="3022200" y="612000"/>
            <a:ext cx="2667600" cy="180000"/>
          </a:xfrm>
          <a:prstGeom prst="rect">
            <a:avLst/>
          </a:prstGeom>
          <a:noFill/>
        </p:spPr>
        <p:txBody>
          <a:bodyPr wrap="square">
            <a:spAutoFit/>
          </a:bodyPr>
          <a:lstStyle/>
          <a:p>
            <a:r>
              <a:rPr sz="850" b="1">
                <a:solidFill>
                  <a:srgbClr val="404040"/>
                </a:solidFill>
                <a:latin typeface="맑은 고딕"/>
                <a:ea typeface="맑은 고딕"/>
              </a:rPr>
              <a:t>일정 변경 팝업</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D. 공지</a:t>
            </a:r>
          </a:p>
        </p:txBody>
      </p:sp>
      <p:sp>
        <p:nvSpPr>
          <p:cNvPr id="4" name="Text Placeholder 2"/>
          <p:cNvSpPr>
            <a:spLocks noGrp="1"/>
          </p:cNvSpPr>
          <p:nvPr>
            <p:ph type="body" idx="10" sz="quarter"/>
          </p:nvPr>
        </p:nvSpPr>
        <p:spPr/>
        <p:txBody>
          <a:bodyPr/>
          <a:lstStyle/>
          <a:p>
            <a:r>
              <a:rPr>
                <a:latin typeface="맑은 고딕"/>
                <a:ea typeface="맑은 고딕"/>
              </a:rPr>
              <a:t>공지 목록과 발송 상태, 템플릿으로 공지 쓰기, 템플릿 관리.</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D-01 공지 목록</a:t>
            </a:r>
          </a:p>
        </p:txBody>
      </p:sp>
      <p:sp>
        <p:nvSpPr>
          <p:cNvPr id="4" name="Text Placeholder 2"/>
          <p:cNvSpPr>
            <a:spLocks noGrp="1"/>
          </p:cNvSpPr>
          <p:nvPr>
            <p:ph type="body" idx="11" sz="quarter"/>
          </p:nvPr>
        </p:nvSpPr>
        <p:spPr/>
        <p:txBody>
          <a:bodyPr/>
          <a:lstStyle/>
          <a:p>
            <a:r>
              <a:rPr>
                <a:latin typeface="맑은 고딕"/>
                <a:ea typeface="맑은 고딕"/>
              </a:rPr>
              <a:t>D. 공지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32</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보낸 공지와 임시 저장한 공지를 본다. 발송 상태를 글자 뱃지로 보여 준다.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FR-02, FR-03, RR-01</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공지 한 줄. 제목, 대상, 작성자, 시각. 최신순이다.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상태 뱃지. 임시저장, 대기, 발송, 실패.</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실패한 공지의 다시 보내기 버튼. 실패를 조용히 넘기지 않는다.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임시저장 공지를 누르면 쓰던 내용 그대로 작성 화면이 열린다.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공지 쓰기 버튼. 팀장과 서비스 관리자에게만 보인다. 부팀장과 회원은 목록만 본다.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템플릿 관리로 가는 버튼.</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D-01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D-01_web.png"/>
          <p:cNvPicPr>
            <a:picLocks noChangeAspect="1"/>
          </p:cNvPicPr>
          <p:nvPr/>
        </p:nvPicPr>
        <p:blipFill>
          <a:blip r:embed="rId3"/>
          <a:stretch>
            <a:fillRect/>
          </a:stretch>
        </p:blipFill>
        <p:spPr>
          <a:xfrm>
            <a:off x="2514754" y="828000"/>
            <a:ext cx="5981245" cy="3631470"/>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D-02 공지 작성</a:t>
            </a:r>
          </a:p>
        </p:txBody>
      </p:sp>
      <p:sp>
        <p:nvSpPr>
          <p:cNvPr id="4" name="Text Placeholder 2"/>
          <p:cNvSpPr>
            <a:spLocks noGrp="1"/>
          </p:cNvSpPr>
          <p:nvPr>
            <p:ph type="body" idx="11" sz="quarter"/>
          </p:nvPr>
        </p:nvSpPr>
        <p:spPr/>
        <p:txBody>
          <a:bodyPr/>
          <a:lstStyle/>
          <a:p>
            <a:r>
              <a:rPr>
                <a:latin typeface="맑은 고딕"/>
                <a:ea typeface="맑은 고딕"/>
              </a:rPr>
              <a:t>D. 공지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33</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템플릿을 고르고 빈칸만 채우면 공지가 된다. 임시 저장하기와 발송하기가 따로 있다.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FR-01, FR-02, FR-03, FR-25, FR-26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템플릿 고르기. 템플릿을 바꾸면 아래 빈칸이 바뀐다. 자유 공지를 고르면 본문을 직접 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빈칸 입력. 템플릿의 {빈칸} 마다 칸이 하나. 확정 일정이 있으면 날짜와 시간은 미리 채운다.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9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대상 고르기. 팀장은 부팀장·팀원, 서비스 관리자는 특정인, 팀장, 팀장·부팀장, 전체. 대상에 따라 보낼 공지방이 정해진다.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미리보기. 디스코드에 올라갈 모양 그대로 보여 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임시 저장하기. 공지방에는 보내지 않고 목록에 임시저장으로 남긴다.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발송하기. 확인 팝업 뒤 공지방으로 보낸다. 10초 안에 도착해야 한다. 실패하면 목록에 실패로 남는다.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D-02_mob.png"/>
          <p:cNvPicPr>
            <a:picLocks noChangeAspect="1"/>
          </p:cNvPicPr>
          <p:nvPr/>
        </p:nvPicPr>
        <p:blipFill>
          <a:blip r:embed="rId2"/>
          <a:stretch>
            <a:fillRect/>
          </a:stretch>
        </p:blipFill>
        <p:spPr>
          <a:xfrm>
            <a:off x="215999" y="828000"/>
            <a:ext cx="2082754" cy="5468566"/>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D-02_web.png"/>
          <p:cNvPicPr>
            <a:picLocks noChangeAspect="1"/>
          </p:cNvPicPr>
          <p:nvPr/>
        </p:nvPicPr>
        <p:blipFill>
          <a:blip r:embed="rId3"/>
          <a:stretch>
            <a:fillRect/>
          </a:stretch>
        </p:blipFill>
        <p:spPr>
          <a:xfrm>
            <a:off x="2514754" y="828000"/>
            <a:ext cx="5981245" cy="5169504"/>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D-03 템플릿 관리</a:t>
            </a:r>
          </a:p>
        </p:txBody>
      </p:sp>
      <p:sp>
        <p:nvSpPr>
          <p:cNvPr id="4" name="Text Placeholder 2"/>
          <p:cNvSpPr>
            <a:spLocks noGrp="1"/>
          </p:cNvSpPr>
          <p:nvPr>
            <p:ph type="body" idx="11" sz="quarter"/>
          </p:nvPr>
        </p:nvSpPr>
        <p:spPr/>
        <p:txBody>
          <a:bodyPr/>
          <a:lstStyle/>
          <a:p>
            <a:r>
              <a:rPr>
                <a:latin typeface="맑은 고딕"/>
                <a:ea typeface="맑은 고딕"/>
              </a:rPr>
              <a:t>D. 공지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34</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공지 템플릿을 만들고 고친다. 본문에 {빈칸} 을 넣으면 작성 화면에서 입력칸이 된다.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FR-01</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템플릿 목록. 이름과 마지막 수정 시각.</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템플릿 이름.</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본문 틀. {날짜}, {발표자} 처럼 중괄호로 빈칸을 만든다.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빈칸 넣기 버튼. 자주 쓰는 빈칸을 눌러 커서 자리에 넣는다.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찾은 빈칸 목록. 본문에서 읽어 낸 빈칸을 보여 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저장 버튼. 이 템플릿으로 이미 보낸 공지는 바뀌지 않는다.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D-03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D-03_web.png"/>
          <p:cNvPicPr>
            <a:picLocks noChangeAspect="1"/>
          </p:cNvPicPr>
          <p:nvPr/>
        </p:nvPicPr>
        <p:blipFill>
          <a:blip r:embed="rId3"/>
          <a:stretch>
            <a:fillRect/>
          </a:stretch>
        </p:blipFill>
        <p:spPr>
          <a:xfrm>
            <a:off x="2514754" y="828000"/>
            <a:ext cx="5981245" cy="3631470"/>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E. 자료</a:t>
            </a:r>
          </a:p>
        </p:txBody>
      </p:sp>
      <p:sp>
        <p:nvSpPr>
          <p:cNvPr id="4" name="Text Placeholder 2"/>
          <p:cNvSpPr>
            <a:spLocks noGrp="1"/>
          </p:cNvSpPr>
          <p:nvPr>
            <p:ph type="body" idx="10" sz="quarter"/>
          </p:nvPr>
        </p:nvSpPr>
        <p:spPr/>
        <p:txBody>
          <a:bodyPr/>
          <a:lstStyle/>
          <a:p>
            <a:r>
              <a:rPr>
                <a:latin typeface="맑은 고딕"/>
                <a:ea typeface="맑은 고딕"/>
              </a:rPr>
              <a:t>분류별 자료실과 내려받기, 자료 올리기. 올리기는 모든 기기에서 되고 PC 앱과 웹은 녹화 폴더를 지정한다.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E-01 자료실 (1/2)</a:t>
            </a:r>
          </a:p>
        </p:txBody>
      </p:sp>
      <p:sp>
        <p:nvSpPr>
          <p:cNvPr id="4" name="Text Placeholder 2"/>
          <p:cNvSpPr>
            <a:spLocks noGrp="1"/>
          </p:cNvSpPr>
          <p:nvPr>
            <p:ph type="body" idx="11" sz="quarter"/>
          </p:nvPr>
        </p:nvSpPr>
        <p:spPr/>
        <p:txBody>
          <a:bodyPr/>
          <a:lstStyle/>
          <a:p>
            <a:r>
              <a:rPr>
                <a:latin typeface="맑은 고딕"/>
                <a:ea typeface="맑은 고딕"/>
              </a:rPr>
              <a:t>E. 자료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36</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올라온 자료를 분류별로 보고 내려받는다.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FR-18, FR-19, SR-06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분류 탭. 공지, 템플릿, 노하우, 기록. 기록이 녹화 영상 자리다.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검색. 파일 이름으로 찾는다.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자료 한 줄. 파일 이름, 크기, 올린 사람, 올린 날. 최신순이다.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내려받기 버튼. 누르면 휴대폰에 저장한다. 큰 영상은 와이파이에서 받으라고 안내한다.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분류에 자료가 없으면 빈 상태 안내를 보여 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자료 올리기 버튼. 모든 기기에서 자료 올리기(E-02)로 간다.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E-01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E-01_web.png"/>
          <p:cNvPicPr>
            <a:picLocks noChangeAspect="1"/>
          </p:cNvPicPr>
          <p:nvPr/>
        </p:nvPicPr>
        <p:blipFill>
          <a:blip r:embed="rId3"/>
          <a:stretch>
            <a:fillRect/>
          </a:stretch>
        </p:blipFill>
        <p:spPr>
          <a:xfrm>
            <a:off x="2514754" y="828000"/>
            <a:ext cx="5981245" cy="3631470"/>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E-01 자료실 (2/2)</a:t>
            </a:r>
          </a:p>
        </p:txBody>
      </p:sp>
      <p:sp>
        <p:nvSpPr>
          <p:cNvPr id="4" name="Text Placeholder 2"/>
          <p:cNvSpPr>
            <a:spLocks noGrp="1"/>
          </p:cNvSpPr>
          <p:nvPr>
            <p:ph type="body" idx="11" sz="quarter"/>
          </p:nvPr>
        </p:nvSpPr>
        <p:spPr/>
        <p:txBody>
          <a:bodyPr/>
          <a:lstStyle/>
          <a:p>
            <a:r>
              <a:rPr>
                <a:latin typeface="맑은 고딕"/>
                <a:ea typeface="맑은 고딕"/>
              </a:rPr>
              <a:t>E. 자료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37</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올라온 자료를 분류별로 보고 내려받는다.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FR-18, FR-19, SR-06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분류 탭. 공지, 템플릿, 노하우, 기록. 기록이 녹화 영상 자리다.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검색. 파일 이름으로 찾는다.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자료 한 줄. 파일 이름, 크기, 올린 사람, 올린 날. 최신순이다.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내려받기 버튼. 누르면 휴대폰에 저장한다. 큰 영상은 와이파이에서 받으라고 안내한다.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분류에 자료가 없으면 빈 상태 안내를 보여 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자료 올리기 버튼. 모든 기기에서 자료 올리기(E-02)로 간다.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E-01_empty_mob.png"/>
          <p:cNvPicPr>
            <a:picLocks noChangeAspect="1"/>
          </p:cNvPicPr>
          <p:nvPr/>
        </p:nvPicPr>
        <p:blipFill>
          <a:blip r:embed="rId2"/>
          <a:stretch>
            <a:fillRect/>
          </a:stretch>
        </p:blipFill>
        <p:spPr>
          <a:xfrm>
            <a:off x="3022200" y="828000"/>
            <a:ext cx="2667600" cy="5472000"/>
          </a:xfrm>
          <a:prstGeom prst="rect">
            <a:avLst/>
          </a:prstGeom>
          <a:ln w="6350">
            <a:solidFill>
              <a:srgbClr val="D0D0D0"/>
            </a:solidFill>
          </a:ln>
        </p:spPr>
      </p:pic>
      <p:sp>
        <p:nvSpPr>
          <p:cNvPr id="8" name="TextBox 9"/>
          <p:cNvSpPr txBox="1"/>
          <p:nvPr/>
        </p:nvSpPr>
        <p:spPr>
          <a:xfrm>
            <a:off x="3022200" y="612000"/>
            <a:ext cx="2667600" cy="180000"/>
          </a:xfrm>
          <a:prstGeom prst="rect">
            <a:avLst/>
          </a:prstGeom>
          <a:noFill/>
        </p:spPr>
        <p:txBody>
          <a:bodyPr wrap="square">
            <a:spAutoFit/>
          </a:bodyPr>
          <a:lstStyle/>
          <a:p>
            <a:r>
              <a:rPr sz="850" b="1">
                <a:solidFill>
                  <a:srgbClr val="404040"/>
                </a:solidFill>
                <a:latin typeface="맑은 고딕"/>
                <a:ea typeface="맑은 고딕"/>
              </a:rPr>
              <a:t>빈 분류</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E-02 자료 올리기 (1/3)</a:t>
            </a:r>
          </a:p>
        </p:txBody>
      </p:sp>
      <p:sp>
        <p:nvSpPr>
          <p:cNvPr id="4" name="Text Placeholder 2"/>
          <p:cNvSpPr>
            <a:spLocks noGrp="1"/>
          </p:cNvSpPr>
          <p:nvPr>
            <p:ph type="body" idx="11" sz="quarter"/>
          </p:nvPr>
        </p:nvSpPr>
        <p:spPr/>
        <p:txBody>
          <a:bodyPr/>
          <a:lstStyle/>
          <a:p>
            <a:r>
              <a:rPr>
                <a:latin typeface="맑은 고딕"/>
                <a:ea typeface="맑은 고딕"/>
              </a:rPr>
              <a:t>E. 자료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38</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모든 기기에서 자료를 올린다. PC 앱은 녹화 폴더를 늘 지켜보고, 웹은 Chrome·Edge 에서 폴더를 지정한다. 스마트폰은 파일을 골라 올린다.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FR-14, FR-15, FR-16, FR-17, PR-06, RR-03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9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파일 출처. PC 앱과 웹은 지정 폴더 경로와 폴더 바꾸기, 스마트폰은 파일 고르기. 정한 폴더는 다음에도 기억한다.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새로 고침. 폴더를 다시 읽는다. 새 파일은 새 파일 표시가 붙는다.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9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파일 목록. 이름, 크기, 만든 시각, 올림 상태. 최신순이다. 스마트폰은 목록형, PC 앱과 웹은 표로 보인다.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올리기. 누르면 확인 팝업에서 파일과 분류를 한 번 더 보여 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9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끌어다 놓기 영역. PC 앱과 웹에서 폴더 밖의 파일도 끌어 올린다. 스마트폰은 다른 앱의 공유하기로 받는다.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진행률. 파일마다 퍼센트와 남은 시간. 중단되면 이어 올리고, 실패한 파일은 자료실에 나오지 않는다.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r h="306000">
                <a:tc>
                  <a:txBody>
                    <a:bodyPr/>
                    <a:lstStyle/>
                    <a:p>
                      <a:pPr algn="ctr" latinLnBrk="1">
                        <a:lnSpc>
                          <a:spcPct val="120000"/>
                        </a:lnSpc>
                      </a:pPr>
                      <a:r>
                        <a:rPr lang="en-US" altLang="ko-KR" sz="850" b="0" dirty="0">
                          <a:latin typeface="+mn-ea"/>
                          <a:ea typeface="+mn-ea"/>
                        </a:rPr>
                        <a:t>7</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올리기가 끝나면 자료 올림 공지를 바로 쓸 수 있는 버튼.</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199453169"/>
                  </a:ext>
                </a:extLst>
              </a:tr>
            </a:tbl>
          </a:graphicData>
        </a:graphic>
      </p:graphicFrame>
      <p:pic>
        <p:nvPicPr>
          <p:cNvPr id="7" name="Picture 8" descr="E-02_pc.png"/>
          <p:cNvPicPr>
            <a:picLocks noChangeAspect="1"/>
          </p:cNvPicPr>
          <p:nvPr/>
        </p:nvPicPr>
        <p:blipFill>
          <a:blip r:embed="rId2"/>
          <a:stretch>
            <a:fillRect/>
          </a:stretch>
        </p:blipFill>
        <p:spPr>
          <a:xfrm>
            <a:off x="216000" y="828000"/>
            <a:ext cx="8280000" cy="5311698"/>
          </a:xfrm>
          <a:prstGeom prst="rect">
            <a:avLst/>
          </a:prstGeom>
          <a:ln w="6350">
            <a:solidFill>
              <a:srgbClr val="D0D0D0"/>
            </a:solidFill>
          </a:ln>
        </p:spPr>
      </p:pic>
      <p:sp>
        <p:nvSpPr>
          <p:cNvPr id="8" name="TextBox 9"/>
          <p:cNvSpPr txBox="1"/>
          <p:nvPr/>
        </p:nvSpPr>
        <p:spPr>
          <a:xfrm>
            <a:off x="216000" y="612000"/>
            <a:ext cx="8280000" cy="180000"/>
          </a:xfrm>
          <a:prstGeom prst="rect">
            <a:avLst/>
          </a:prstGeom>
          <a:noFill/>
        </p:spPr>
        <p:txBody>
          <a:bodyPr wrap="square">
            <a:spAutoFit/>
          </a:bodyPr>
          <a:lstStyle/>
          <a:p>
            <a:r>
              <a:rPr sz="850" b="1">
                <a:solidFill>
                  <a:srgbClr val="404040"/>
                </a:solidFill>
                <a:latin typeface="맑은 고딕"/>
                <a:ea typeface="맑은 고딕"/>
              </a:rPr>
              <a:t>PC 앱 · 녹화 폴더</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E-02 자료 올리기 (2/3)</a:t>
            </a:r>
          </a:p>
        </p:txBody>
      </p:sp>
      <p:sp>
        <p:nvSpPr>
          <p:cNvPr id="4" name="Text Placeholder 2"/>
          <p:cNvSpPr>
            <a:spLocks noGrp="1"/>
          </p:cNvSpPr>
          <p:nvPr>
            <p:ph type="body" idx="11" sz="quarter"/>
          </p:nvPr>
        </p:nvSpPr>
        <p:spPr/>
        <p:txBody>
          <a:bodyPr/>
          <a:lstStyle/>
          <a:p>
            <a:r>
              <a:rPr>
                <a:latin typeface="맑은 고딕"/>
                <a:ea typeface="맑은 고딕"/>
              </a:rPr>
              <a:t>E. 자료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39</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모든 기기에서 자료를 올린다. PC 앱은 녹화 폴더를 늘 지켜보고, 웹은 Chrome·Edge 에서 폴더를 지정한다. 스마트폰은 파일을 골라 올린다.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FR-14, FR-15, FR-16, FR-17, PR-06, RR-03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9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파일 출처. PC 앱과 웹은 지정 폴더 경로와 폴더 바꾸기, 스마트폰은 파일 고르기. 정한 폴더는 다음에도 기억한다.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새로 고침. 폴더를 다시 읽는다. 새 파일은 새 파일 표시가 붙는다.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9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파일 목록. 이름, 크기, 만든 시각, 올림 상태. 최신순이다. 스마트폰은 목록형, PC 앱과 웹은 표로 보인다.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올리기. 누르면 확인 팝업에서 파일과 분류를 한 번 더 보여 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9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끌어다 놓기 영역. PC 앱과 웹에서 폴더 밖의 파일도 끌어 올린다. 스마트폰은 다른 앱의 공유하기로 받는다.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진행률. 파일마다 퍼센트와 남은 시간. 중단되면 이어 올리고, 실패한 파일은 자료실에 나오지 않는다.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r h="306000">
                <a:tc>
                  <a:txBody>
                    <a:bodyPr/>
                    <a:lstStyle/>
                    <a:p>
                      <a:pPr algn="ctr" latinLnBrk="1">
                        <a:lnSpc>
                          <a:spcPct val="120000"/>
                        </a:lnSpc>
                      </a:pPr>
                      <a:r>
                        <a:rPr lang="en-US" altLang="ko-KR" sz="850" b="0" dirty="0">
                          <a:latin typeface="+mn-ea"/>
                          <a:ea typeface="+mn-ea"/>
                        </a:rPr>
                        <a:t>7</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올리기가 끝나면 자료 올림 공지를 바로 쓸 수 있는 버튼.</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199453169"/>
                  </a:ext>
                </a:extLst>
              </a:tr>
            </a:tbl>
          </a:graphicData>
        </a:graphic>
      </p:graphicFrame>
      <p:pic>
        <p:nvPicPr>
          <p:cNvPr id="7" name="Picture 8" descr="E-02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 · 파일 고르기</a:t>
            </a:r>
          </a:p>
        </p:txBody>
      </p:sp>
      <p:pic>
        <p:nvPicPr>
          <p:cNvPr id="9" name="Picture 10" descr="E-02_web.png"/>
          <p:cNvPicPr>
            <a:picLocks noChangeAspect="1"/>
          </p:cNvPicPr>
          <p:nvPr/>
        </p:nvPicPr>
        <p:blipFill>
          <a:blip r:embed="rId3"/>
          <a:stretch>
            <a:fillRect/>
          </a:stretch>
        </p:blipFill>
        <p:spPr>
          <a:xfrm>
            <a:off x="2514754" y="828000"/>
            <a:ext cx="5981245" cy="3631470"/>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Chrome·Edge 폴더 지정</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E-02 자료 올리기 (3/3)</a:t>
            </a:r>
          </a:p>
        </p:txBody>
      </p:sp>
      <p:sp>
        <p:nvSpPr>
          <p:cNvPr id="4" name="Text Placeholder 2"/>
          <p:cNvSpPr>
            <a:spLocks noGrp="1"/>
          </p:cNvSpPr>
          <p:nvPr>
            <p:ph type="body" idx="11" sz="quarter"/>
          </p:nvPr>
        </p:nvSpPr>
        <p:spPr/>
        <p:txBody>
          <a:bodyPr/>
          <a:lstStyle/>
          <a:p>
            <a:r>
              <a:rPr>
                <a:latin typeface="맑은 고딕"/>
                <a:ea typeface="맑은 고딕"/>
              </a:rPr>
              <a:t>E. 자료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40</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모든 기기에서 자료를 올린다. PC 앱은 녹화 폴더를 늘 지켜보고, 웹은 Chrome·Edge 에서 폴더를 지정한다. 스마트폰은 파일을 골라 올린다.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FR-14, FR-15, FR-16, FR-17, PR-06, RR-03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9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파일 출처. PC 앱과 웹은 지정 폴더 경로와 폴더 바꾸기, 스마트폰은 파일 고르기. 정한 폴더는 다음에도 기억한다.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새로 고침. 폴더를 다시 읽는다. 새 파일은 새 파일 표시가 붙는다.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9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파일 목록. 이름, 크기, 만든 시각, 올림 상태. 최신순이다. 스마트폰은 목록형, PC 앱과 웹은 표로 보인다.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올리기. 누르면 확인 팝업에서 파일과 분류를 한 번 더 보여 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9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끌어다 놓기 영역. PC 앱과 웹에서 폴더 밖의 파일도 끌어 올린다. 스마트폰은 다른 앱의 공유하기로 받는다.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진행률. 파일마다 퍼센트와 남은 시간. 중단되면 이어 올리고, 실패한 파일은 자료실에 나오지 않는다.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r h="306000">
                <a:tc>
                  <a:txBody>
                    <a:bodyPr/>
                    <a:lstStyle/>
                    <a:p>
                      <a:pPr algn="ctr" latinLnBrk="1">
                        <a:lnSpc>
                          <a:spcPct val="120000"/>
                        </a:lnSpc>
                      </a:pPr>
                      <a:r>
                        <a:rPr lang="en-US" altLang="ko-KR" sz="850" b="0" dirty="0">
                          <a:latin typeface="+mn-ea"/>
                          <a:ea typeface="+mn-ea"/>
                        </a:rPr>
                        <a:t>7</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올리기가 끝나면 자료 올림 공지를 바로 쓸 수 있는 버튼.</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199453169"/>
                  </a:ext>
                </a:extLst>
              </a:tr>
            </a:tbl>
          </a:graphicData>
        </a:graphic>
      </p:graphicFrame>
      <p:pic>
        <p:nvPicPr>
          <p:cNvPr id="7" name="Picture 8" descr="E-02_uploading_pc.png"/>
          <p:cNvPicPr>
            <a:picLocks noChangeAspect="1"/>
          </p:cNvPicPr>
          <p:nvPr/>
        </p:nvPicPr>
        <p:blipFill>
          <a:blip r:embed="rId2"/>
          <a:stretch>
            <a:fillRect/>
          </a:stretch>
        </p:blipFill>
        <p:spPr>
          <a:xfrm>
            <a:off x="366784" y="828000"/>
            <a:ext cx="7978431" cy="5472000"/>
          </a:xfrm>
          <a:prstGeom prst="rect">
            <a:avLst/>
          </a:prstGeom>
          <a:ln w="6350">
            <a:solidFill>
              <a:srgbClr val="D0D0D0"/>
            </a:solidFill>
          </a:ln>
        </p:spPr>
      </p:pic>
      <p:sp>
        <p:nvSpPr>
          <p:cNvPr id="8" name="TextBox 9"/>
          <p:cNvSpPr txBox="1"/>
          <p:nvPr/>
        </p:nvSpPr>
        <p:spPr>
          <a:xfrm>
            <a:off x="366784" y="612000"/>
            <a:ext cx="7978431" cy="180000"/>
          </a:xfrm>
          <a:prstGeom prst="rect">
            <a:avLst/>
          </a:prstGeom>
          <a:noFill/>
        </p:spPr>
        <p:txBody>
          <a:bodyPr wrap="square">
            <a:spAutoFit/>
          </a:bodyPr>
          <a:lstStyle/>
          <a:p>
            <a:r>
              <a:rPr sz="850" b="1">
                <a:solidFill>
                  <a:srgbClr val="404040"/>
                </a:solidFill>
                <a:latin typeface="맑은 고딕"/>
                <a:ea typeface="맑은 고딕"/>
              </a:rPr>
              <a:t>PC 앱 · 올리는 중</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F. 내 정보</a:t>
            </a:r>
          </a:p>
        </p:txBody>
      </p:sp>
      <p:sp>
        <p:nvSpPr>
          <p:cNvPr id="4" name="Text Placeholder 2"/>
          <p:cNvSpPr>
            <a:spLocks noGrp="1"/>
          </p:cNvSpPr>
          <p:nvPr>
            <p:ph type="body" idx="10" sz="quarter"/>
          </p:nvPr>
        </p:nvSpPr>
        <p:spPr/>
        <p:txBody>
          <a:bodyPr/>
          <a:lstStyle/>
          <a:p>
            <a:r>
              <a:rPr>
                <a:latin typeface="맑은 고딕"/>
                <a:ea typeface="맑은 고딕"/>
              </a:rPr>
              <a:t>내 역할과 활동 기록, 로그아웃.</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F-01 내 정보와 활동 기록</a:t>
            </a:r>
          </a:p>
        </p:txBody>
      </p:sp>
      <p:sp>
        <p:nvSpPr>
          <p:cNvPr id="4" name="Text Placeholder 2"/>
          <p:cNvSpPr>
            <a:spLocks noGrp="1"/>
          </p:cNvSpPr>
          <p:nvPr>
            <p:ph type="body" idx="11" sz="quarter"/>
          </p:nvPr>
        </p:nvSpPr>
        <p:spPr/>
        <p:txBody>
          <a:bodyPr/>
          <a:lstStyle/>
          <a:p>
            <a:r>
              <a:rPr>
                <a:latin typeface="맑은 고딕"/>
                <a:ea typeface="맑은 고딕"/>
              </a:rPr>
              <a:t>F. 내 정보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42</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내 역할과 활동 기록을 본다. 다시 로그인해도, 다른 기기에서 열어도 기록이 그대로 있다.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FR-30, FR-20, FR-23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내 이름, 아이디, 이메일, 서비스 관리자 여부, 팀 역할, 팀, 디스코드 ID.</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활동 기록. 가능 시간 제출, 투표, 올린 자료, 보낸 공지. 최신순이다.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기록을 누르면 그 화면으로 간다.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로그아웃. 실수로 누르지 않게 목록 맨 아래에 떨어뜨려 둔다. 확인 팝업을 띄운다.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서비스 관리자 화면 버튼. 서비스 관리자에게만 보인다. 스마트폰에서는 여기서 서비스 관리자 화면을 연다.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bl>
          </a:graphicData>
        </a:graphic>
      </p:graphicFrame>
      <p:pic>
        <p:nvPicPr>
          <p:cNvPr id="7" name="Picture 8" descr="F-01_mob.png"/>
          <p:cNvPicPr>
            <a:picLocks noChangeAspect="1"/>
          </p:cNvPicPr>
          <p:nvPr/>
        </p:nvPicPr>
        <p:blipFill>
          <a:blip r:embed="rId2"/>
          <a:stretch>
            <a:fillRect/>
          </a:stretch>
        </p:blipFill>
        <p:spPr>
          <a:xfrm>
            <a:off x="215999" y="828000"/>
            <a:ext cx="2082754" cy="4331062"/>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F-01_web.png"/>
          <p:cNvPicPr>
            <a:picLocks noChangeAspect="1"/>
          </p:cNvPicPr>
          <p:nvPr/>
        </p:nvPicPr>
        <p:blipFill>
          <a:blip r:embed="rId3"/>
          <a:stretch>
            <a:fillRect/>
          </a:stretch>
        </p:blipFill>
        <p:spPr>
          <a:xfrm>
            <a:off x="2514754" y="828000"/>
            <a:ext cx="5981245" cy="4032000"/>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G. 서비스 관리</a:t>
            </a:r>
          </a:p>
        </p:txBody>
      </p:sp>
      <p:sp>
        <p:nvSpPr>
          <p:cNvPr id="4" name="Text Placeholder 2"/>
          <p:cNvSpPr>
            <a:spLocks noGrp="1"/>
          </p:cNvSpPr>
          <p:nvPr>
            <p:ph type="body" idx="10" sz="quarter"/>
          </p:nvPr>
        </p:nvSpPr>
        <p:spPr/>
        <p:txBody>
          <a:bodyPr/>
          <a:lstStyle/>
          <a:p>
            <a:r>
              <a:rPr>
                <a:latin typeface="맑은 고딕"/>
                <a:ea typeface="맑은 고딕"/>
              </a:rPr>
              <a:t>서비스 관리자 화면. 서비스 관리자에게만 보이고 모든 기기에서 열린다. 회원과 역할, 팀과 공지방, 대상별 공지.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G-01 회원과 역할 관리</a:t>
            </a:r>
          </a:p>
        </p:txBody>
      </p:sp>
      <p:sp>
        <p:nvSpPr>
          <p:cNvPr id="4" name="Text Placeholder 2"/>
          <p:cNvSpPr>
            <a:spLocks noGrp="1"/>
          </p:cNvSpPr>
          <p:nvPr>
            <p:ph type="body" idx="11" sz="quarter"/>
          </p:nvPr>
        </p:nvSpPr>
        <p:spPr/>
        <p:txBody>
          <a:bodyPr/>
          <a:lstStyle/>
          <a:p>
            <a:r>
              <a:rPr>
                <a:latin typeface="맑은 고딕"/>
                <a:ea typeface="맑은 고딕"/>
              </a:rPr>
              <a:t>G. 서비스 관리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44</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서비스 관리자가 회원의 팀 역할과 서비스 관리자 권한을 정한다. 서비스 관리자는 팀 역할과 겹칠 수 있다.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FR-20, FR-22, FR-23, SR-03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서비스 관리자 메뉴. 회원과 역할, 팀과 공지방, 대상별 공지.</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9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회원 표. 이름, 디스코드 ID, 팀 역할, 서비스 관리자, 가입일. 스마트폰에서는 디스코드 ID 와 가입일을 숨긴다.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팀 역할 고르기. 팀장, 부팀장, 회원 중 하나.</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9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규칙 경고. 팀장 1명, 부팀장 1명 이상, 서비스 관리자 1명 이상이 아니면 빨간 안내가 뜨고 저장이 막힌다.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9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서비스 관리자 권한. 팀 역할과 따로 켠다. 예시로 홍길동는 서비스 관리자이면서 팀장이다. 자기 서비스 관리자 권한은 스스로 풀 수 없고 다른 서비스 관리자가 푼다.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저장 버튼. 역할 검사는 서버에서도 한다. 서비스 관리자가 아니면 이 화면 대신 권한 없음 화면이 보인다.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G-01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G-01_web.png"/>
          <p:cNvPicPr>
            <a:picLocks noChangeAspect="1"/>
          </p:cNvPicPr>
          <p:nvPr/>
        </p:nvPicPr>
        <p:blipFill>
          <a:blip r:embed="rId3"/>
          <a:stretch>
            <a:fillRect/>
          </a:stretch>
        </p:blipFill>
        <p:spPr>
          <a:xfrm>
            <a:off x="2514754" y="828000"/>
            <a:ext cx="5981245" cy="3631470"/>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G-02 팀과 공지방 관리</a:t>
            </a:r>
          </a:p>
        </p:txBody>
      </p:sp>
      <p:sp>
        <p:nvSpPr>
          <p:cNvPr id="4" name="Text Placeholder 2"/>
          <p:cNvSpPr>
            <a:spLocks noGrp="1"/>
          </p:cNvSpPr>
          <p:nvPr>
            <p:ph type="body" idx="11" sz="quarter"/>
          </p:nvPr>
        </p:nvSpPr>
        <p:spPr/>
        <p:txBody>
          <a:bodyPr/>
          <a:lstStyle/>
          <a:p>
            <a:r>
              <a:rPr>
                <a:latin typeface="맑은 고딕"/>
                <a:ea typeface="맑은 고딕"/>
              </a:rPr>
              <a:t>G. 서비스 관리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45</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팀과 디스코드 공지방을 짝지어 둔다. 1차는 웹훅 주소를 직접 넣는다.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FR-04, FR-05, FR-27, SR-04</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팀 카드. 팀 이름, 팀장, 인원.</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공지방. 채널 이름과 웹훅 주소. 주소는 가려서 보이고 바꾸기로만 고친다.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테스트 메시지 보내기. 짝지은 공지방에 시험 글을 올려 연결을 확인한다.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운영진 공지방. 팀장·부팀장 대상 공지가 가는 곳.</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새 팀 만들기. 팀 이름과 공지방 주소를 넣는다.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공지방 자동 생성과 삭제는 봇 방식이 필요해 미정(FR-05, FR-27)이다. 자리만 표시한다.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G-02_mob.png"/>
          <p:cNvPicPr>
            <a:picLocks noChangeAspect="1"/>
          </p:cNvPicPr>
          <p:nvPr/>
        </p:nvPicPr>
        <p:blipFill>
          <a:blip r:embed="rId2"/>
          <a:stretch>
            <a:fillRect/>
          </a:stretch>
        </p:blipFill>
        <p:spPr>
          <a:xfrm>
            <a:off x="215999" y="828000"/>
            <a:ext cx="2082754" cy="4854421"/>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G-02_web.png"/>
          <p:cNvPicPr>
            <a:picLocks noChangeAspect="1"/>
          </p:cNvPicPr>
          <p:nvPr/>
        </p:nvPicPr>
        <p:blipFill>
          <a:blip r:embed="rId3"/>
          <a:stretch>
            <a:fillRect/>
          </a:stretch>
        </p:blipFill>
        <p:spPr>
          <a:xfrm>
            <a:off x="2514754" y="828000"/>
            <a:ext cx="5981245" cy="3631470"/>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G-03 대상별 공지 발송</a:t>
            </a:r>
          </a:p>
        </p:txBody>
      </p:sp>
      <p:sp>
        <p:nvSpPr>
          <p:cNvPr id="4" name="Text Placeholder 2"/>
          <p:cNvSpPr>
            <a:spLocks noGrp="1"/>
          </p:cNvSpPr>
          <p:nvPr>
            <p:ph type="body" idx="11" sz="quarter"/>
          </p:nvPr>
        </p:nvSpPr>
        <p:spPr/>
        <p:txBody>
          <a:bodyPr/>
          <a:lstStyle/>
          <a:p>
            <a:r>
              <a:rPr>
                <a:latin typeface="맑은 고딕"/>
                <a:ea typeface="맑은 고딕"/>
              </a:rPr>
              <a:t>G. 서비스 관리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46</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서비스 관리자가 대상을 골라 공지를 보낸다. 대상에 따라 공지방이 달라진다.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FR-24, FR-26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대상 고르기. 특정인, 팀장, 팀장·부팀장, 전체.</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특정인을 고르면 회원 고르기가 열린다. 특정인에게 어디로 보낼지(개인 메시지 등)는 미정이다.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보낼 곳 안내. 고른 대상에 따라 어느 공지방으로 가는지 보여 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템플릿과 본문. 모바일의 공지 작성과 같은 부품이다.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임시 저장하기와 발송하기. 모바일과 같은 규칙이다.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bl>
          </a:graphicData>
        </a:graphic>
      </p:graphicFrame>
      <p:pic>
        <p:nvPicPr>
          <p:cNvPr id="7" name="Picture 8" descr="G-03_mob.png"/>
          <p:cNvPicPr>
            <a:picLocks noChangeAspect="1"/>
          </p:cNvPicPr>
          <p:nvPr/>
        </p:nvPicPr>
        <p:blipFill>
          <a:blip r:embed="rId2"/>
          <a:stretch>
            <a:fillRect/>
          </a:stretch>
        </p:blipFill>
        <p:spPr>
          <a:xfrm>
            <a:off x="677248" y="828000"/>
            <a:ext cx="1844494" cy="5472000"/>
          </a:xfrm>
          <a:prstGeom prst="rect">
            <a:avLst/>
          </a:prstGeom>
          <a:ln w="6350">
            <a:solidFill>
              <a:srgbClr val="D0D0D0"/>
            </a:solidFill>
          </a:ln>
        </p:spPr>
      </p:pic>
      <p:sp>
        <p:nvSpPr>
          <p:cNvPr id="8" name="TextBox 9"/>
          <p:cNvSpPr txBox="1"/>
          <p:nvPr/>
        </p:nvSpPr>
        <p:spPr>
          <a:xfrm>
            <a:off x="677248" y="612000"/>
            <a:ext cx="184449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G-03_web.png"/>
          <p:cNvPicPr>
            <a:picLocks noChangeAspect="1"/>
          </p:cNvPicPr>
          <p:nvPr/>
        </p:nvPicPr>
        <p:blipFill>
          <a:blip r:embed="rId3"/>
          <a:stretch>
            <a:fillRect/>
          </a:stretch>
        </p:blipFill>
        <p:spPr>
          <a:xfrm>
            <a:off x="2737742" y="828000"/>
            <a:ext cx="5297009" cy="4384221"/>
          </a:xfrm>
          <a:prstGeom prst="rect">
            <a:avLst/>
          </a:prstGeom>
          <a:ln w="6350">
            <a:solidFill>
              <a:srgbClr val="D0D0D0"/>
            </a:solidFill>
          </a:ln>
        </p:spPr>
      </p:pic>
      <p:sp>
        <p:nvSpPr>
          <p:cNvPr id="10" name="TextBox 11"/>
          <p:cNvSpPr txBox="1"/>
          <p:nvPr/>
        </p:nvSpPr>
        <p:spPr>
          <a:xfrm>
            <a:off x="2737742" y="612000"/>
            <a:ext cx="5297009"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p:txBody>
          <a:bodyPr/>
          <a:lstStyle/>
          <a:p>
            <a:r>
              <a:rPr>
                <a:latin typeface="맑은 고딕"/>
                <a:ea typeface="맑은 고딕"/>
              </a:rPr>
              <a:t>R. 참고 화면</a:t>
            </a:r>
          </a:p>
        </p:txBody>
      </p:sp>
      <p:sp>
        <p:nvSpPr>
          <p:cNvPr id="4" name="Text Placeholder 2"/>
          <p:cNvSpPr>
            <a:spLocks noGrp="1"/>
          </p:cNvSpPr>
          <p:nvPr>
            <p:ph type="body" idx="10" sz="quarter"/>
          </p:nvPr>
        </p:nvSpPr>
        <p:spPr/>
        <p:txBody>
          <a:bodyPr/>
          <a:lstStyle/>
          <a:p>
            <a:r>
              <a:rPr>
                <a:latin typeface="맑은 고딕"/>
                <a:ea typeface="맑은 고딕"/>
              </a:rPr>
              <a:t>데모에는 없지만 흐름을 이해하는 데 필요한 화면. 앱 밖의 결과와 공통 팝업, 상태 화면.</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R-01 디스코드 공지방</a:t>
            </a:r>
          </a:p>
        </p:txBody>
      </p:sp>
      <p:sp>
        <p:nvSpPr>
          <p:cNvPr id="4" name="Text Placeholder 2"/>
          <p:cNvSpPr>
            <a:spLocks noGrp="1"/>
          </p:cNvSpPr>
          <p:nvPr>
            <p:ph type="body" idx="11" sz="quarter"/>
          </p:nvPr>
        </p:nvSpPr>
        <p:spPr/>
        <p:txBody>
          <a:bodyPr/>
          <a:lstStyle/>
          <a:p>
            <a:r>
              <a:rPr>
                <a:latin typeface="맑은 고딕"/>
                <a:ea typeface="맑은 고딕"/>
              </a:rPr>
              <a:t>R. 참고 화면 · 디스코드</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48</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앱이 보낸 공지가 디스코드에서 어떻게 보이는지. 앱 밖의 결과라 데모에는 옆 패널로만 있다.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FR-03, FR-13, FR-26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채널 이름. 팀 공지방.</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확정 일정 자동 공지. 날짜, 시간, 투표 결과를 임베드로 보낸다.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템플릿 공지. 템플릿 이름이 제목이 되고 빈칸을 채운 본문이 들어간다.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일정 변경 공지. 이전 확정을 취소했다는 것과 다시 투표하라는 안내.</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보낸 곳 표시. 앱 이름으로 올라간다. 웹훅 방식이면 봇 표시가 붙는다.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bl>
          </a:graphicData>
        </a:graphic>
      </p:graphicFrame>
      <p:pic>
        <p:nvPicPr>
          <p:cNvPr id="7" name="Picture 8" descr="R-01_x.png"/>
          <p:cNvPicPr>
            <a:picLocks noChangeAspect="1"/>
          </p:cNvPicPr>
          <p:nvPr/>
        </p:nvPicPr>
        <p:blipFill>
          <a:blip r:embed="rId2"/>
          <a:stretch>
            <a:fillRect/>
          </a:stretch>
        </p:blipFill>
        <p:spPr>
          <a:xfrm>
            <a:off x="216000" y="612000"/>
            <a:ext cx="8280000" cy="5516443"/>
          </a:xfrm>
          <a:prstGeom prst="rect">
            <a:avLst/>
          </a:prstGeom>
          <a:ln w="6350">
            <a:solidFill>
              <a:srgbClr val="D0D0D0"/>
            </a:solidFill>
          </a:ln>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R-02 휴대폰 알림</a:t>
            </a:r>
          </a:p>
        </p:txBody>
      </p:sp>
      <p:sp>
        <p:nvSpPr>
          <p:cNvPr id="4" name="Text Placeholder 2"/>
          <p:cNvSpPr>
            <a:spLocks noGrp="1"/>
          </p:cNvSpPr>
          <p:nvPr>
            <p:ph type="body" idx="11" sz="quarter"/>
          </p:nvPr>
        </p:nvSpPr>
        <p:spPr/>
        <p:txBody>
          <a:bodyPr/>
          <a:lstStyle/>
          <a:p>
            <a:r>
              <a:rPr>
                <a:latin typeface="맑은 고딕"/>
                <a:ea typeface="맑은 고딕"/>
              </a:rPr>
              <a:t>R. 참고 화면 · 휴대폰</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49</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알림은 앱 안 알림 목록과 디스코드 알림으로 받는다. 휴대폰과 PC 에 디스코드 알림이 뜬다.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FR-07, FR-12</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디스코드 앱의 알림. 공지방에 글이 올라오면 휴대폰에 뜬다.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일정 입력 요청 알림. 누르면 디스코드가 열리고, 글 안의 링크로 앱을 연다.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bl>
          </a:graphicData>
        </a:graphic>
      </p:graphicFrame>
      <p:pic>
        <p:nvPicPr>
          <p:cNvPr id="7" name="Picture 8" descr="R-02_x.png"/>
          <p:cNvPicPr>
            <a:picLocks noChangeAspect="1"/>
          </p:cNvPicPr>
          <p:nvPr/>
        </p:nvPicPr>
        <p:blipFill>
          <a:blip r:embed="rId2"/>
          <a:stretch>
            <a:fillRect/>
          </a:stretch>
        </p:blipFill>
        <p:spPr>
          <a:xfrm>
            <a:off x="2940970" y="612000"/>
            <a:ext cx="2830058" cy="5688000"/>
          </a:xfrm>
          <a:prstGeom prst="rect">
            <a:avLst/>
          </a:prstGeom>
          <a:ln w="6350">
            <a:solidFill>
              <a:srgbClr val="D0D0D0"/>
            </a:solidFill>
          </a:ln>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R-03 공통 팝업</a:t>
            </a:r>
          </a:p>
        </p:txBody>
      </p:sp>
      <p:sp>
        <p:nvSpPr>
          <p:cNvPr id="4" name="Text Placeholder 2"/>
          <p:cNvSpPr>
            <a:spLocks noGrp="1"/>
          </p:cNvSpPr>
          <p:nvPr>
            <p:ph type="body" idx="11" sz="quarter"/>
          </p:nvPr>
        </p:nvSpPr>
        <p:spPr/>
        <p:txBody>
          <a:bodyPr/>
          <a:lstStyle/>
          <a:p>
            <a:r>
              <a:rPr>
                <a:latin typeface="맑은 고딕"/>
                <a:ea typeface="맑은 고딕"/>
              </a:rPr>
              <a:t>R. 참고 화면 · 공통</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50</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여러 화면이 같이 쓰는 팝업 다섯 가지. 화면마다 따로 그리지 않는다.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공통</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확인형. 제목, 한두 줄 설명, 취소와 확인. 확인이 오른쪽이고 강조색이다.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위험 확인형. 일정 변경, 로그아웃처럼 되돌리기 어려운 동작. 확인 버튼이 빨강이다.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입력형. 사유처럼 짧은 글을 받는다.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선택형. 아래에서 올라오는 시트. 분류 고르기, 대상 고르기.</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토스트. 저장됨, 보냈음처럼 결과만 알린다. 3초 뒤 사라진다.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bl>
          </a:graphicData>
        </a:graphic>
      </p:graphicFrame>
      <p:pic>
        <p:nvPicPr>
          <p:cNvPr id="7" name="Picture 8" descr="R-03_x.png"/>
          <p:cNvPicPr>
            <a:picLocks noChangeAspect="1"/>
          </p:cNvPicPr>
          <p:nvPr/>
        </p:nvPicPr>
        <p:blipFill>
          <a:blip r:embed="rId2"/>
          <a:stretch>
            <a:fillRect/>
          </a:stretch>
        </p:blipFill>
        <p:spPr>
          <a:xfrm>
            <a:off x="216000" y="612000"/>
            <a:ext cx="8280000" cy="5170775"/>
          </a:xfrm>
          <a:prstGeom prst="rect">
            <a:avLst/>
          </a:prstGeom>
          <a:ln w="6350">
            <a:solidFill>
              <a:srgbClr val="D0D0D0"/>
            </a:solidFill>
          </a:ln>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R-04 상태 화면</a:t>
            </a:r>
          </a:p>
        </p:txBody>
      </p:sp>
      <p:sp>
        <p:nvSpPr>
          <p:cNvPr id="4" name="Text Placeholder 2"/>
          <p:cNvSpPr>
            <a:spLocks noGrp="1"/>
          </p:cNvSpPr>
          <p:nvPr>
            <p:ph type="body" idx="11" sz="quarter"/>
          </p:nvPr>
        </p:nvSpPr>
        <p:spPr/>
        <p:txBody>
          <a:bodyPr/>
          <a:lstStyle/>
          <a:p>
            <a:r>
              <a:rPr>
                <a:latin typeface="맑은 고딕"/>
                <a:ea typeface="맑은 고딕"/>
              </a:rPr>
              <a:t>R. 참고 화면 · 공통</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51</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목록 화면이 데이터 없이, 불러오는 중에, 실패했을 때 보이는 모양.</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PR-02, RR-01</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불러오는 중. 목록 줄 모양의 회색 틀을 보여 준다. 3초 안에 떠야 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빈 목록. 무엇이 없는지 한 줄, 할 수 있는 일 버튼 하나.</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오류. 무엇이 안 됐는지 한 줄과 다시 시도 버튼.</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권한 없음. 이 화면을 쓸 수 있는 역할을 알려 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bl>
          </a:graphicData>
        </a:graphic>
      </p:graphicFrame>
      <p:pic>
        <p:nvPicPr>
          <p:cNvPr id="7" name="Picture 8" descr="R-04_x.png"/>
          <p:cNvPicPr>
            <a:picLocks noChangeAspect="1"/>
          </p:cNvPicPr>
          <p:nvPr/>
        </p:nvPicPr>
        <p:blipFill>
          <a:blip r:embed="rId2"/>
          <a:stretch>
            <a:fillRect/>
          </a:stretch>
        </p:blipFill>
        <p:spPr>
          <a:xfrm>
            <a:off x="216000" y="612000"/>
            <a:ext cx="8280000" cy="5170775"/>
          </a:xfrm>
          <a:prstGeom prst="rect">
            <a:avLst/>
          </a:prstGeom>
          <a:ln w="6350">
            <a:solidFill>
              <a:srgbClr val="D0D0D0"/>
            </a:solidFill>
          </a:ln>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Placeholder 1"/>
          <p:cNvSpPr>
            <a:spLocks noGrp="1"/>
          </p:cNvSpPr>
          <p:nvPr>
            <p:ph type="body" idx="10" sz="quarter"/>
          </p:nvPr>
        </p:nvSpPr>
        <p:spPr/>
        <p:txBody>
          <a:bodyPr/>
          <a:lstStyle/>
          <a:p>
            <a:r>
              <a:rPr>
                <a:latin typeface="맑은 고딕"/>
                <a:ea typeface="맑은 고딕"/>
              </a:rPr>
              <a:t>R-05 PC 앱 첫 실행</a:t>
            </a:r>
          </a:p>
        </p:txBody>
      </p:sp>
      <p:sp>
        <p:nvSpPr>
          <p:cNvPr id="4" name="Text Placeholder 2"/>
          <p:cNvSpPr>
            <a:spLocks noGrp="1"/>
          </p:cNvSpPr>
          <p:nvPr>
            <p:ph type="body" idx="11" sz="quarter"/>
          </p:nvPr>
        </p:nvSpPr>
        <p:spPr/>
        <p:txBody>
          <a:bodyPr/>
          <a:lstStyle/>
          <a:p>
            <a:r>
              <a:rPr>
                <a:latin typeface="맑은 고딕"/>
                <a:ea typeface="맑은 고딕"/>
              </a:rPr>
              <a:t>R. 참고 화면 · PC 앱</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52</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PC 앱을 처음 켜면 로그인하고 녹화 폴더를 정한다. 웹도 Chrome·Edge 에서 같은 단계를 거친다.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FR-14, FR-29</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로그인. 스마트폰 앱, 웹과 같은 계정이다.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폴더 지정 안내. 녹화 프로그램이 파일을 저장하는 폴더를 고르라고 한다.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운영체제의 폴더 선택 창. 앱이 그리는 화면이 아니다.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지정한 폴더 경로. 다음 실행부터는 이 단계를 건너뛴다.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bl>
          </a:graphicData>
        </a:graphic>
      </p:graphicFrame>
      <p:pic>
        <p:nvPicPr>
          <p:cNvPr id="7" name="Picture 8" descr="R-05_x.png"/>
          <p:cNvPicPr>
            <a:picLocks noChangeAspect="1"/>
          </p:cNvPicPr>
          <p:nvPr/>
        </p:nvPicPr>
        <p:blipFill>
          <a:blip r:embed="rId2"/>
          <a:stretch>
            <a:fillRect/>
          </a:stretch>
        </p:blipFill>
        <p:spPr>
          <a:xfrm>
            <a:off x="216000" y="612000"/>
            <a:ext cx="8280000" cy="5048029"/>
          </a:xfrm>
          <a:prstGeom prst="rect">
            <a:avLst/>
          </a:prstGeom>
          <a:ln w="6350">
            <a:solidFill>
              <a:srgbClr val="D0D0D0"/>
            </a:solidFill>
          </a:ln>
        </p:spPr>
      </p:pic>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3223</TotalTime>
  <Words>296</Words>
  <Application>Microsoft Office PowerPoint</Application>
  <PresentationFormat>와이드스크린</PresentationFormat>
  <Paragraphs>168</Paragraphs>
  <Slides>7</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7</vt:i4>
      </vt:variant>
    </vt:vector>
  </HeadingPairs>
  <TitlesOfParts>
    <vt:vector size="12" baseType="lpstr">
      <vt:lpstr>SF Pro Text Medium</vt:lpstr>
      <vt:lpstr>SF Pro Text Regular</vt:lpstr>
      <vt:lpstr>맑은 고딕</vt:lpstr>
      <vt:lpstr>Arial</vt:lpstr>
      <vt:lpstr>Office 테마</vt:lpstr>
      <vt:lpstr>화면설계서 양식</vt:lpstr>
      <vt:lpstr>History</vt:lpstr>
      <vt:lpstr>서비스 개요</vt:lpstr>
      <vt:lpstr>User flow</vt:lpstr>
      <vt:lpstr>Logic process</vt:lpstr>
      <vt:lpstr>PowerPoint 프레젠테이션</vt:lpstr>
      <vt:lpstr>PowerPoint 프레젠테이션</vt:lpstr>
    </vt:vector>
  </TitlesOfParts>
  <LinksUpToDate>false</LinksUpToDate>
  <SharedDoc>false</SharedDoc>
  <HyperlinkBase>http://www.yamestyle.com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화면설계서 양식_v1.0</dc:title>
  <dc:creator/>
  <cp:keywords>야메군</cp:keywords>
  <dc:description>본 문서는 공개 배포용으로 작성된 양식으로 저작권 없이 마음껏 사용하실 수 있습니다.</dc:description>
  <cp:lastModifiedBy/>
  <cp:revision>101</cp:revision>
  <cp:lastPrinted>2019-05-29T05:54:36Z</cp:lastPrinted>
  <dcterms:created xsi:type="dcterms:W3CDTF">2019-03-11T07:43:12Z</dcterms:created>
  <dcterms:modified xsi:type="dcterms:W3CDTF">2019-12-28T09:23:21Z</dcterms:modified>
</cp:coreProperties>
</file>